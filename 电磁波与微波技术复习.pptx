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69"/>
  </p:notesMasterIdLst>
  <p:handoutMasterIdLst>
    <p:handoutMasterId r:id="rId270"/>
  </p:handoutMasterIdLst>
  <p:sldIdLst>
    <p:sldId id="260" r:id="rId2"/>
    <p:sldId id="258" r:id="rId3"/>
    <p:sldId id="262" r:id="rId4"/>
    <p:sldId id="263" r:id="rId5"/>
    <p:sldId id="267" r:id="rId6"/>
    <p:sldId id="268" r:id="rId7"/>
    <p:sldId id="270" r:id="rId8"/>
    <p:sldId id="272" r:id="rId9"/>
    <p:sldId id="273" r:id="rId10"/>
    <p:sldId id="277" r:id="rId11"/>
    <p:sldId id="336" r:id="rId12"/>
    <p:sldId id="280" r:id="rId13"/>
    <p:sldId id="284" r:id="rId14"/>
    <p:sldId id="337" r:id="rId15"/>
    <p:sldId id="289" r:id="rId16"/>
    <p:sldId id="291" r:id="rId17"/>
    <p:sldId id="293" r:id="rId18"/>
    <p:sldId id="294" r:id="rId19"/>
    <p:sldId id="301" r:id="rId20"/>
    <p:sldId id="303" r:id="rId21"/>
    <p:sldId id="305" r:id="rId22"/>
    <p:sldId id="306" r:id="rId23"/>
    <p:sldId id="307" r:id="rId24"/>
    <p:sldId id="309" r:id="rId25"/>
    <p:sldId id="360" r:id="rId26"/>
    <p:sldId id="362" r:id="rId27"/>
    <p:sldId id="365" r:id="rId28"/>
    <p:sldId id="369" r:id="rId29"/>
    <p:sldId id="370" r:id="rId30"/>
    <p:sldId id="371" r:id="rId31"/>
    <p:sldId id="372" r:id="rId32"/>
    <p:sldId id="376" r:id="rId33"/>
    <p:sldId id="377" r:id="rId34"/>
    <p:sldId id="378" r:id="rId35"/>
    <p:sldId id="379" r:id="rId36"/>
    <p:sldId id="380" r:id="rId37"/>
    <p:sldId id="381" r:id="rId38"/>
    <p:sldId id="382" r:id="rId39"/>
    <p:sldId id="385" r:id="rId40"/>
    <p:sldId id="386" r:id="rId41"/>
    <p:sldId id="387" r:id="rId42"/>
    <p:sldId id="388" r:id="rId43"/>
    <p:sldId id="389" r:id="rId44"/>
    <p:sldId id="390" r:id="rId45"/>
    <p:sldId id="391" r:id="rId46"/>
    <p:sldId id="392" r:id="rId47"/>
    <p:sldId id="393" r:id="rId48"/>
    <p:sldId id="394" r:id="rId49"/>
    <p:sldId id="403" r:id="rId50"/>
    <p:sldId id="395" r:id="rId51"/>
    <p:sldId id="396" r:id="rId52"/>
    <p:sldId id="397" r:id="rId53"/>
    <p:sldId id="398" r:id="rId54"/>
    <p:sldId id="399" r:id="rId55"/>
    <p:sldId id="400" r:id="rId56"/>
    <p:sldId id="401" r:id="rId57"/>
    <p:sldId id="404" r:id="rId58"/>
    <p:sldId id="405" r:id="rId59"/>
    <p:sldId id="406" r:id="rId60"/>
    <p:sldId id="408" r:id="rId61"/>
    <p:sldId id="413" r:id="rId62"/>
    <p:sldId id="416" r:id="rId63"/>
    <p:sldId id="418" r:id="rId64"/>
    <p:sldId id="419" r:id="rId65"/>
    <p:sldId id="420" r:id="rId66"/>
    <p:sldId id="422" r:id="rId67"/>
    <p:sldId id="423" r:id="rId68"/>
    <p:sldId id="424" r:id="rId69"/>
    <p:sldId id="426" r:id="rId70"/>
    <p:sldId id="430" r:id="rId71"/>
    <p:sldId id="431" r:id="rId72"/>
    <p:sldId id="433" r:id="rId73"/>
    <p:sldId id="435" r:id="rId74"/>
    <p:sldId id="437" r:id="rId75"/>
    <p:sldId id="438" r:id="rId76"/>
    <p:sldId id="440" r:id="rId77"/>
    <p:sldId id="443" r:id="rId78"/>
    <p:sldId id="444" r:id="rId79"/>
    <p:sldId id="445" r:id="rId80"/>
    <p:sldId id="448" r:id="rId81"/>
    <p:sldId id="451" r:id="rId82"/>
    <p:sldId id="452" r:id="rId83"/>
    <p:sldId id="453" r:id="rId84"/>
    <p:sldId id="454" r:id="rId85"/>
    <p:sldId id="456" r:id="rId86"/>
    <p:sldId id="457" r:id="rId87"/>
    <p:sldId id="458" r:id="rId88"/>
    <p:sldId id="459" r:id="rId89"/>
    <p:sldId id="460" r:id="rId90"/>
    <p:sldId id="461" r:id="rId91"/>
    <p:sldId id="462" r:id="rId92"/>
    <p:sldId id="463" r:id="rId93"/>
    <p:sldId id="464" r:id="rId94"/>
    <p:sldId id="465" r:id="rId95"/>
    <p:sldId id="468" r:id="rId96"/>
    <p:sldId id="478" r:id="rId97"/>
    <p:sldId id="479" r:id="rId98"/>
    <p:sldId id="482" r:id="rId99"/>
    <p:sldId id="483" r:id="rId100"/>
    <p:sldId id="487" r:id="rId101"/>
    <p:sldId id="488" r:id="rId102"/>
    <p:sldId id="489" r:id="rId103"/>
    <p:sldId id="490" r:id="rId104"/>
    <p:sldId id="491" r:id="rId105"/>
    <p:sldId id="492" r:id="rId106"/>
    <p:sldId id="493" r:id="rId107"/>
    <p:sldId id="498" r:id="rId108"/>
    <p:sldId id="501" r:id="rId109"/>
    <p:sldId id="502" r:id="rId110"/>
    <p:sldId id="503" r:id="rId111"/>
    <p:sldId id="505" r:id="rId112"/>
    <p:sldId id="506" r:id="rId113"/>
    <p:sldId id="507" r:id="rId114"/>
    <p:sldId id="509" r:id="rId115"/>
    <p:sldId id="510" r:id="rId116"/>
    <p:sldId id="511" r:id="rId117"/>
    <p:sldId id="512" r:id="rId118"/>
    <p:sldId id="513" r:id="rId119"/>
    <p:sldId id="517" r:id="rId120"/>
    <p:sldId id="518" r:id="rId121"/>
    <p:sldId id="521" r:id="rId122"/>
    <p:sldId id="522" r:id="rId123"/>
    <p:sldId id="524" r:id="rId124"/>
    <p:sldId id="525" r:id="rId125"/>
    <p:sldId id="526" r:id="rId126"/>
    <p:sldId id="527" r:id="rId127"/>
    <p:sldId id="528" r:id="rId128"/>
    <p:sldId id="530" r:id="rId129"/>
    <p:sldId id="531" r:id="rId130"/>
    <p:sldId id="532" r:id="rId131"/>
    <p:sldId id="533" r:id="rId132"/>
    <p:sldId id="534" r:id="rId133"/>
    <p:sldId id="535" r:id="rId134"/>
    <p:sldId id="538" r:id="rId135"/>
    <p:sldId id="541" r:id="rId136"/>
    <p:sldId id="545" r:id="rId137"/>
    <p:sldId id="548" r:id="rId138"/>
    <p:sldId id="549" r:id="rId139"/>
    <p:sldId id="550" r:id="rId140"/>
    <p:sldId id="551" r:id="rId141"/>
    <p:sldId id="554" r:id="rId142"/>
    <p:sldId id="555" r:id="rId143"/>
    <p:sldId id="557" r:id="rId144"/>
    <p:sldId id="559" r:id="rId145"/>
    <p:sldId id="561" r:id="rId146"/>
    <p:sldId id="562" r:id="rId147"/>
    <p:sldId id="565" r:id="rId148"/>
    <p:sldId id="568" r:id="rId149"/>
    <p:sldId id="569" r:id="rId150"/>
    <p:sldId id="570" r:id="rId151"/>
    <p:sldId id="571" r:id="rId152"/>
    <p:sldId id="572" r:id="rId153"/>
    <p:sldId id="575" r:id="rId154"/>
    <p:sldId id="576" r:id="rId155"/>
    <p:sldId id="577" r:id="rId156"/>
    <p:sldId id="578" r:id="rId157"/>
    <p:sldId id="579" r:id="rId158"/>
    <p:sldId id="580" r:id="rId159"/>
    <p:sldId id="584" r:id="rId160"/>
    <p:sldId id="585" r:id="rId161"/>
    <p:sldId id="586" r:id="rId162"/>
    <p:sldId id="591" r:id="rId163"/>
    <p:sldId id="594" r:id="rId164"/>
    <p:sldId id="595" r:id="rId165"/>
    <p:sldId id="596" r:id="rId166"/>
    <p:sldId id="599" r:id="rId167"/>
    <p:sldId id="600" r:id="rId168"/>
    <p:sldId id="601" r:id="rId169"/>
    <p:sldId id="602" r:id="rId170"/>
    <p:sldId id="603" r:id="rId171"/>
    <p:sldId id="604" r:id="rId172"/>
    <p:sldId id="605" r:id="rId173"/>
    <p:sldId id="606" r:id="rId174"/>
    <p:sldId id="607" r:id="rId175"/>
    <p:sldId id="608" r:id="rId176"/>
    <p:sldId id="609" r:id="rId177"/>
    <p:sldId id="610" r:id="rId178"/>
    <p:sldId id="611" r:id="rId179"/>
    <p:sldId id="612" r:id="rId180"/>
    <p:sldId id="614" r:id="rId181"/>
    <p:sldId id="615" r:id="rId182"/>
    <p:sldId id="616" r:id="rId183"/>
    <p:sldId id="617" r:id="rId184"/>
    <p:sldId id="618" r:id="rId185"/>
    <p:sldId id="619" r:id="rId186"/>
    <p:sldId id="620" r:id="rId187"/>
    <p:sldId id="622" r:id="rId188"/>
    <p:sldId id="624" r:id="rId189"/>
    <p:sldId id="626" r:id="rId190"/>
    <p:sldId id="627" r:id="rId191"/>
    <p:sldId id="628" r:id="rId192"/>
    <p:sldId id="629" r:id="rId193"/>
    <p:sldId id="634" r:id="rId194"/>
    <p:sldId id="637" r:id="rId195"/>
    <p:sldId id="639" r:id="rId196"/>
    <p:sldId id="640" r:id="rId197"/>
    <p:sldId id="641" r:id="rId198"/>
    <p:sldId id="642" r:id="rId199"/>
    <p:sldId id="644" r:id="rId200"/>
    <p:sldId id="645" r:id="rId201"/>
    <p:sldId id="647" r:id="rId202"/>
    <p:sldId id="648" r:id="rId203"/>
    <p:sldId id="649" r:id="rId204"/>
    <p:sldId id="652" r:id="rId205"/>
    <p:sldId id="653" r:id="rId206"/>
    <p:sldId id="656" r:id="rId207"/>
    <p:sldId id="657" r:id="rId208"/>
    <p:sldId id="658" r:id="rId209"/>
    <p:sldId id="659" r:id="rId210"/>
    <p:sldId id="660" r:id="rId211"/>
    <p:sldId id="661" r:id="rId212"/>
    <p:sldId id="662" r:id="rId213"/>
    <p:sldId id="663" r:id="rId214"/>
    <p:sldId id="664" r:id="rId215"/>
    <p:sldId id="665" r:id="rId216"/>
    <p:sldId id="666" r:id="rId217"/>
    <p:sldId id="670" r:id="rId218"/>
    <p:sldId id="671" r:id="rId219"/>
    <p:sldId id="672" r:id="rId220"/>
    <p:sldId id="673" r:id="rId221"/>
    <p:sldId id="674" r:id="rId222"/>
    <p:sldId id="675" r:id="rId223"/>
    <p:sldId id="676" r:id="rId224"/>
    <p:sldId id="677" r:id="rId225"/>
    <p:sldId id="678" r:id="rId226"/>
    <p:sldId id="679" r:id="rId227"/>
    <p:sldId id="680" r:id="rId228"/>
    <p:sldId id="681" r:id="rId229"/>
    <p:sldId id="682" r:id="rId230"/>
    <p:sldId id="683" r:id="rId231"/>
    <p:sldId id="684" r:id="rId232"/>
    <p:sldId id="685" r:id="rId233"/>
    <p:sldId id="686" r:id="rId234"/>
    <p:sldId id="687" r:id="rId235"/>
    <p:sldId id="688" r:id="rId236"/>
    <p:sldId id="689" r:id="rId237"/>
    <p:sldId id="690" r:id="rId238"/>
    <p:sldId id="691" r:id="rId239"/>
    <p:sldId id="692" r:id="rId240"/>
    <p:sldId id="693" r:id="rId241"/>
    <p:sldId id="694" r:id="rId242"/>
    <p:sldId id="695" r:id="rId243"/>
    <p:sldId id="696" r:id="rId244"/>
    <p:sldId id="697" r:id="rId245"/>
    <p:sldId id="698" r:id="rId246"/>
    <p:sldId id="699" r:id="rId247"/>
    <p:sldId id="700" r:id="rId248"/>
    <p:sldId id="701" r:id="rId249"/>
    <p:sldId id="702" r:id="rId250"/>
    <p:sldId id="703" r:id="rId251"/>
    <p:sldId id="704" r:id="rId252"/>
    <p:sldId id="705" r:id="rId253"/>
    <p:sldId id="706" r:id="rId254"/>
    <p:sldId id="707" r:id="rId255"/>
    <p:sldId id="708" r:id="rId256"/>
    <p:sldId id="709" r:id="rId257"/>
    <p:sldId id="710" r:id="rId258"/>
    <p:sldId id="711" r:id="rId259"/>
    <p:sldId id="712" r:id="rId260"/>
    <p:sldId id="713" r:id="rId261"/>
    <p:sldId id="714" r:id="rId262"/>
    <p:sldId id="715" r:id="rId263"/>
    <p:sldId id="716" r:id="rId264"/>
    <p:sldId id="717" r:id="rId265"/>
    <p:sldId id="718" r:id="rId266"/>
    <p:sldId id="719" r:id="rId267"/>
    <p:sldId id="720" r:id="rId268"/>
  </p:sldIdLst>
  <p:sldSz cx="9144000" cy="5143500" type="screen16x9"/>
  <p:notesSz cx="6858000" cy="9144000"/>
  <p:defaultTextStyle>
    <a:defPPr>
      <a:defRPr lang="zh-CN"/>
    </a:defPPr>
    <a:lvl1pPr algn="l" rtl="0" eaLnBrk="0" fontAlgn="base" hangingPunct="0">
      <a:spcBef>
        <a:spcPct val="0"/>
      </a:spcBef>
      <a:spcAft>
        <a:spcPct val="0"/>
      </a:spcAft>
      <a:defRPr kern="1200">
        <a:solidFill>
          <a:schemeClr val="tx1"/>
        </a:solidFill>
        <a:latin typeface="Arial"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ADCE6"/>
    <a:srgbClr val="73FBDB"/>
    <a:srgbClr val="CC0099"/>
    <a:srgbClr val="009900"/>
    <a:srgbClr val="808000"/>
    <a:srgbClr val="660066"/>
    <a:srgbClr val="FF6600"/>
    <a:srgbClr val="008080"/>
    <a:srgbClr val="66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28" d="100"/>
          <a:sy n="128" d="100"/>
        </p:scale>
        <p:origin x="69" y="411"/>
      </p:cViewPr>
      <p:guideLst>
        <p:guide orient="horz" pos="1620"/>
        <p:guide pos="2880"/>
      </p:guideLst>
    </p:cSldViewPr>
  </p:slideViewPr>
  <p:notesTextViewPr>
    <p:cViewPr>
      <p:scale>
        <a:sx n="100" d="100"/>
        <a:sy n="100" d="100"/>
      </p:scale>
      <p:origin x="0" y="0"/>
    </p:cViewPr>
  </p:notesTextViewPr>
  <p:notesViewPr>
    <p:cSldViewPr>
      <p:cViewPr varScale="1">
        <p:scale>
          <a:sx n="53" d="100"/>
          <a:sy n="53" d="100"/>
        </p:scale>
        <p:origin x="-295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handoutMaster" Target="handoutMasters/handoutMaster1.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presProps" Target="presProps.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viewProps" Target="viewProps.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theme" Target="theme/theme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png"/><Relationship Id="rId1" Type="http://schemas.openxmlformats.org/officeDocument/2006/relationships/image" Target="../media/image1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 Id="rId5" Type="http://schemas.openxmlformats.org/officeDocument/2006/relationships/image" Target="../media/image27.png"/><Relationship Id="rId4" Type="http://schemas.openxmlformats.org/officeDocument/2006/relationships/image" Target="../media/image26.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6" Type="http://schemas.openxmlformats.org/officeDocument/2006/relationships/image" Target="../media/image36.png"/><Relationship Id="rId5" Type="http://schemas.openxmlformats.org/officeDocument/2006/relationships/image" Target="../media/image35.wmf"/><Relationship Id="rId4" Type="http://schemas.openxmlformats.org/officeDocument/2006/relationships/image" Target="../media/image34.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image" Target="../media/image37.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image" Target="../media/image40.wmf"/><Relationship Id="rId7" Type="http://schemas.openxmlformats.org/officeDocument/2006/relationships/image" Target="../media/image44.wmf"/><Relationship Id="rId2" Type="http://schemas.openxmlformats.org/officeDocument/2006/relationships/image" Target="../media/image39.wmf"/><Relationship Id="rId1" Type="http://schemas.openxmlformats.org/officeDocument/2006/relationships/image" Target="../media/image38.wmf"/><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 Id="rId9" Type="http://schemas.openxmlformats.org/officeDocument/2006/relationships/image" Target="../media/image46.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0.wmf"/><Relationship Id="rId1" Type="http://schemas.openxmlformats.org/officeDocument/2006/relationships/image" Target="../media/image47.wmf"/><Relationship Id="rId5" Type="http://schemas.openxmlformats.org/officeDocument/2006/relationships/image" Target="../media/image50.wmf"/><Relationship Id="rId4" Type="http://schemas.openxmlformats.org/officeDocument/2006/relationships/image" Target="../media/image49.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3.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36.png"/><Relationship Id="rId1" Type="http://schemas.openxmlformats.org/officeDocument/2006/relationships/image" Target="../media/image59.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image" Target="../media/image73.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75.png"/></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 Id="rId4" Type="http://schemas.openxmlformats.org/officeDocument/2006/relationships/image" Target="../media/image79.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 Id="rId5" Type="http://schemas.openxmlformats.org/officeDocument/2006/relationships/image" Target="../media/image84.wmf"/><Relationship Id="rId4" Type="http://schemas.openxmlformats.org/officeDocument/2006/relationships/image" Target="../media/image83.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image" Target="../media/image85.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 Id="rId4" Type="http://schemas.openxmlformats.org/officeDocument/2006/relationships/image" Target="../media/image90.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 Id="rId4" Type="http://schemas.openxmlformats.org/officeDocument/2006/relationships/image" Target="../media/image97.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99.wmf"/><Relationship Id="rId1" Type="http://schemas.openxmlformats.org/officeDocument/2006/relationships/image" Target="../media/image98.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00.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01.png"/></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image" Target="../media/image109.wmf"/><Relationship Id="rId1" Type="http://schemas.openxmlformats.org/officeDocument/2006/relationships/image" Target="../media/image108.wmf"/><Relationship Id="rId5" Type="http://schemas.openxmlformats.org/officeDocument/2006/relationships/image" Target="../media/image112.wmf"/><Relationship Id="rId4" Type="http://schemas.openxmlformats.org/officeDocument/2006/relationships/image" Target="../media/image111.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21.wmf"/><Relationship Id="rId1" Type="http://schemas.openxmlformats.org/officeDocument/2006/relationships/image" Target="../media/image120.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23.wmf"/><Relationship Id="rId1" Type="http://schemas.openxmlformats.org/officeDocument/2006/relationships/image" Target="../media/image122.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image" Target="../media/image124.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27.wmf"/><Relationship Id="rId1" Type="http://schemas.openxmlformats.org/officeDocument/2006/relationships/image" Target="../media/image126.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 Id="rId4" Type="http://schemas.openxmlformats.org/officeDocument/2006/relationships/image" Target="../media/image125.png"/></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132.wmf"/><Relationship Id="rId1" Type="http://schemas.openxmlformats.org/officeDocument/2006/relationships/image" Target="../media/image131.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image" Target="../media/image130.wmf"/><Relationship Id="rId1" Type="http://schemas.openxmlformats.org/officeDocument/2006/relationships/image" Target="../media/image134.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37.wmf"/><Relationship Id="rId1" Type="http://schemas.openxmlformats.org/officeDocument/2006/relationships/image" Target="../media/image136.png"/></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38.png"/></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140.wmf"/><Relationship Id="rId1" Type="http://schemas.openxmlformats.org/officeDocument/2006/relationships/image" Target="../media/image139.w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142.wmf"/><Relationship Id="rId1" Type="http://schemas.openxmlformats.org/officeDocument/2006/relationships/image" Target="../media/image141.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145.wmf"/><Relationship Id="rId2" Type="http://schemas.openxmlformats.org/officeDocument/2006/relationships/image" Target="../media/image144.wmf"/><Relationship Id="rId1" Type="http://schemas.openxmlformats.org/officeDocument/2006/relationships/image" Target="../media/image143.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 Id="rId4" Type="http://schemas.openxmlformats.org/officeDocument/2006/relationships/image" Target="../media/image150.wmf"/></Relationships>
</file>

<file path=ppt/drawings/_rels/vmlDrawing54.vml.rels><?xml version="1.0" encoding="UTF-8" standalone="yes"?>
<Relationships xmlns="http://schemas.openxmlformats.org/package/2006/relationships"><Relationship Id="rId2" Type="http://schemas.openxmlformats.org/officeDocument/2006/relationships/image" Target="../media/image152.wmf"/><Relationship Id="rId1" Type="http://schemas.openxmlformats.org/officeDocument/2006/relationships/image" Target="../media/image151.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155.wmf"/><Relationship Id="rId2" Type="http://schemas.openxmlformats.org/officeDocument/2006/relationships/image" Target="../media/image154.wmf"/><Relationship Id="rId1" Type="http://schemas.openxmlformats.org/officeDocument/2006/relationships/image" Target="../media/image153.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153.wmf"/><Relationship Id="rId2" Type="http://schemas.openxmlformats.org/officeDocument/2006/relationships/image" Target="../media/image152.wmf"/><Relationship Id="rId1" Type="http://schemas.openxmlformats.org/officeDocument/2006/relationships/image" Target="../media/image151.wmf"/><Relationship Id="rId4" Type="http://schemas.openxmlformats.org/officeDocument/2006/relationships/image" Target="../media/image154.w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157.wmf"/><Relationship Id="rId1" Type="http://schemas.openxmlformats.org/officeDocument/2006/relationships/image" Target="../media/image156.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58.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161.wmf"/><Relationship Id="rId2" Type="http://schemas.openxmlformats.org/officeDocument/2006/relationships/image" Target="../media/image160.wmf"/><Relationship Id="rId1" Type="http://schemas.openxmlformats.org/officeDocument/2006/relationships/image" Target="../media/image159.wmf"/></Relationships>
</file>

<file path=ppt/drawings/_rels/vmlDrawing60.vml.rels><?xml version="1.0" encoding="UTF-8" standalone="yes"?>
<Relationships xmlns="http://schemas.openxmlformats.org/package/2006/relationships"><Relationship Id="rId2" Type="http://schemas.openxmlformats.org/officeDocument/2006/relationships/image" Target="../media/image163.wmf"/><Relationship Id="rId1" Type="http://schemas.openxmlformats.org/officeDocument/2006/relationships/image" Target="../media/image162.wmf"/></Relationships>
</file>

<file path=ppt/drawings/_rels/vmlDrawing61.v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image" Target="../media/image164.w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168.wmf"/><Relationship Id="rId2" Type="http://schemas.openxmlformats.org/officeDocument/2006/relationships/image" Target="../media/image167.wmf"/><Relationship Id="rId1" Type="http://schemas.openxmlformats.org/officeDocument/2006/relationships/image" Target="../media/image166.wmf"/><Relationship Id="rId6" Type="http://schemas.openxmlformats.org/officeDocument/2006/relationships/image" Target="../media/image165.png"/><Relationship Id="rId5" Type="http://schemas.openxmlformats.org/officeDocument/2006/relationships/image" Target="../media/image170.wmf"/><Relationship Id="rId4" Type="http://schemas.openxmlformats.org/officeDocument/2006/relationships/image" Target="../media/image169.wmf"/></Relationships>
</file>

<file path=ppt/drawings/_rels/vmlDrawing63.vml.rels><?xml version="1.0" encoding="UTF-8" standalone="yes"?>
<Relationships xmlns="http://schemas.openxmlformats.org/package/2006/relationships"><Relationship Id="rId3" Type="http://schemas.openxmlformats.org/officeDocument/2006/relationships/image" Target="../media/image173.wmf"/><Relationship Id="rId2" Type="http://schemas.openxmlformats.org/officeDocument/2006/relationships/image" Target="../media/image172.wmf"/><Relationship Id="rId1" Type="http://schemas.openxmlformats.org/officeDocument/2006/relationships/image" Target="../media/image171.wmf"/><Relationship Id="rId4" Type="http://schemas.openxmlformats.org/officeDocument/2006/relationships/image" Target="../media/image174.w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75.wmf"/></Relationships>
</file>

<file path=ppt/drawings/_rels/vmlDrawing65.vml.rels><?xml version="1.0" encoding="UTF-8" standalone="yes"?>
<Relationships xmlns="http://schemas.openxmlformats.org/package/2006/relationships"><Relationship Id="rId2" Type="http://schemas.openxmlformats.org/officeDocument/2006/relationships/image" Target="../media/image177.wmf"/><Relationship Id="rId1" Type="http://schemas.openxmlformats.org/officeDocument/2006/relationships/image" Target="../media/image176.w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178.png"/></Relationships>
</file>

<file path=ppt/drawings/_rels/vmlDrawing67.vml.rels><?xml version="1.0" encoding="UTF-8" standalone="yes"?>
<Relationships xmlns="http://schemas.openxmlformats.org/package/2006/relationships"><Relationship Id="rId3" Type="http://schemas.openxmlformats.org/officeDocument/2006/relationships/image" Target="../media/image181.wmf"/><Relationship Id="rId2" Type="http://schemas.openxmlformats.org/officeDocument/2006/relationships/image" Target="../media/image180.wmf"/><Relationship Id="rId1" Type="http://schemas.openxmlformats.org/officeDocument/2006/relationships/image" Target="../media/image179.wmf"/><Relationship Id="rId5" Type="http://schemas.openxmlformats.org/officeDocument/2006/relationships/image" Target="../media/image183.wmf"/><Relationship Id="rId4" Type="http://schemas.openxmlformats.org/officeDocument/2006/relationships/image" Target="../media/image182.wmf"/></Relationships>
</file>

<file path=ppt/drawings/_rels/vmlDrawing68.vml.rels><?xml version="1.0" encoding="UTF-8" standalone="yes"?>
<Relationships xmlns="http://schemas.openxmlformats.org/package/2006/relationships"><Relationship Id="rId3" Type="http://schemas.openxmlformats.org/officeDocument/2006/relationships/image" Target="../media/image186.wmf"/><Relationship Id="rId2" Type="http://schemas.openxmlformats.org/officeDocument/2006/relationships/image" Target="../media/image185.wmf"/><Relationship Id="rId1" Type="http://schemas.openxmlformats.org/officeDocument/2006/relationships/image" Target="../media/image184.wmf"/><Relationship Id="rId4" Type="http://schemas.openxmlformats.org/officeDocument/2006/relationships/image" Target="../media/image187.wmf"/></Relationships>
</file>

<file path=ppt/drawings/_rels/vmlDrawing69.vml.rels><?xml version="1.0" encoding="UTF-8" standalone="yes"?>
<Relationships xmlns="http://schemas.openxmlformats.org/package/2006/relationships"><Relationship Id="rId3" Type="http://schemas.openxmlformats.org/officeDocument/2006/relationships/image" Target="../media/image191.wmf"/><Relationship Id="rId2" Type="http://schemas.openxmlformats.org/officeDocument/2006/relationships/image" Target="../media/image190.wmf"/><Relationship Id="rId1" Type="http://schemas.openxmlformats.org/officeDocument/2006/relationships/image" Target="../media/image170.wmf"/><Relationship Id="rId4" Type="http://schemas.openxmlformats.org/officeDocument/2006/relationships/image" Target="../media/image192.png"/></Relationships>
</file>

<file path=ppt/drawings/_rels/vmlDrawing70.vml.rels><?xml version="1.0" encoding="UTF-8" standalone="yes"?>
<Relationships xmlns="http://schemas.openxmlformats.org/package/2006/relationships"><Relationship Id="rId3" Type="http://schemas.openxmlformats.org/officeDocument/2006/relationships/image" Target="../media/image195.wmf"/><Relationship Id="rId2" Type="http://schemas.openxmlformats.org/officeDocument/2006/relationships/image" Target="../media/image194.wmf"/><Relationship Id="rId1" Type="http://schemas.openxmlformats.org/officeDocument/2006/relationships/image" Target="../media/image193.wmf"/><Relationship Id="rId4" Type="http://schemas.openxmlformats.org/officeDocument/2006/relationships/image" Target="../media/image196.wmf"/></Relationships>
</file>

<file path=ppt/drawings/_rels/vmlDrawing71.vml.rels><?xml version="1.0" encoding="UTF-8" standalone="yes"?>
<Relationships xmlns="http://schemas.openxmlformats.org/package/2006/relationships"><Relationship Id="rId3" Type="http://schemas.openxmlformats.org/officeDocument/2006/relationships/image" Target="../media/image199.wmf"/><Relationship Id="rId2" Type="http://schemas.openxmlformats.org/officeDocument/2006/relationships/image" Target="../media/image198.wmf"/><Relationship Id="rId1" Type="http://schemas.openxmlformats.org/officeDocument/2006/relationships/image" Target="../media/image197.wmf"/><Relationship Id="rId6" Type="http://schemas.openxmlformats.org/officeDocument/2006/relationships/image" Target="../media/image202.wmf"/><Relationship Id="rId5" Type="http://schemas.openxmlformats.org/officeDocument/2006/relationships/image" Target="../media/image201.wmf"/><Relationship Id="rId4" Type="http://schemas.openxmlformats.org/officeDocument/2006/relationships/image" Target="../media/image200.wmf"/></Relationships>
</file>

<file path=ppt/drawings/_rels/vmlDrawing72.vml.rels><?xml version="1.0" encoding="UTF-8" standalone="yes"?>
<Relationships xmlns="http://schemas.openxmlformats.org/package/2006/relationships"><Relationship Id="rId3" Type="http://schemas.openxmlformats.org/officeDocument/2006/relationships/image" Target="../media/image205.wmf"/><Relationship Id="rId2" Type="http://schemas.openxmlformats.org/officeDocument/2006/relationships/image" Target="../media/image204.png"/><Relationship Id="rId1" Type="http://schemas.openxmlformats.org/officeDocument/2006/relationships/image" Target="../media/image203.wmf"/></Relationships>
</file>

<file path=ppt/drawings/_rels/vmlDrawing73.vml.rels><?xml version="1.0" encoding="UTF-8" standalone="yes"?>
<Relationships xmlns="http://schemas.openxmlformats.org/package/2006/relationships"><Relationship Id="rId2" Type="http://schemas.openxmlformats.org/officeDocument/2006/relationships/image" Target="../media/image207.wmf"/><Relationship Id="rId1" Type="http://schemas.openxmlformats.org/officeDocument/2006/relationships/image" Target="../media/image206.wmf"/></Relationships>
</file>

<file path=ppt/drawings/_rels/vmlDrawing74.vml.rels><?xml version="1.0" encoding="UTF-8" standalone="yes"?>
<Relationships xmlns="http://schemas.openxmlformats.org/package/2006/relationships"><Relationship Id="rId3" Type="http://schemas.openxmlformats.org/officeDocument/2006/relationships/image" Target="../media/image210.wmf"/><Relationship Id="rId2" Type="http://schemas.openxmlformats.org/officeDocument/2006/relationships/image" Target="../media/image209.png"/><Relationship Id="rId1" Type="http://schemas.openxmlformats.org/officeDocument/2006/relationships/image" Target="../media/image208.wmf"/></Relationships>
</file>

<file path=ppt/drawings/_rels/vmlDrawing75.vml.rels><?xml version="1.0" encoding="UTF-8" standalone="yes"?>
<Relationships xmlns="http://schemas.openxmlformats.org/package/2006/relationships"><Relationship Id="rId3" Type="http://schemas.openxmlformats.org/officeDocument/2006/relationships/image" Target="../media/image213.wmf"/><Relationship Id="rId2" Type="http://schemas.openxmlformats.org/officeDocument/2006/relationships/image" Target="../media/image212.wmf"/><Relationship Id="rId1" Type="http://schemas.openxmlformats.org/officeDocument/2006/relationships/image" Target="../media/image211.wmf"/></Relationships>
</file>

<file path=ppt/drawings/_rels/vmlDrawing76.vml.rels><?xml version="1.0" encoding="UTF-8" standalone="yes"?>
<Relationships xmlns="http://schemas.openxmlformats.org/package/2006/relationships"><Relationship Id="rId3" Type="http://schemas.openxmlformats.org/officeDocument/2006/relationships/image" Target="../media/image216.wmf"/><Relationship Id="rId2" Type="http://schemas.openxmlformats.org/officeDocument/2006/relationships/image" Target="../media/image215.wmf"/><Relationship Id="rId1" Type="http://schemas.openxmlformats.org/officeDocument/2006/relationships/image" Target="../media/image214.wmf"/><Relationship Id="rId6" Type="http://schemas.openxmlformats.org/officeDocument/2006/relationships/image" Target="../media/image219.wmf"/><Relationship Id="rId5" Type="http://schemas.openxmlformats.org/officeDocument/2006/relationships/image" Target="../media/image218.wmf"/><Relationship Id="rId4" Type="http://schemas.openxmlformats.org/officeDocument/2006/relationships/image" Target="../media/image217.wmf"/></Relationships>
</file>

<file path=ppt/drawings/_rels/vmlDrawing77.vml.rels><?xml version="1.0" encoding="UTF-8" standalone="yes"?>
<Relationships xmlns="http://schemas.openxmlformats.org/package/2006/relationships"><Relationship Id="rId3" Type="http://schemas.openxmlformats.org/officeDocument/2006/relationships/image" Target="../media/image222.wmf"/><Relationship Id="rId7" Type="http://schemas.openxmlformats.org/officeDocument/2006/relationships/image" Target="../media/image226.wmf"/><Relationship Id="rId2" Type="http://schemas.openxmlformats.org/officeDocument/2006/relationships/image" Target="../media/image221.wmf"/><Relationship Id="rId1" Type="http://schemas.openxmlformats.org/officeDocument/2006/relationships/image" Target="../media/image220.wmf"/><Relationship Id="rId6" Type="http://schemas.openxmlformats.org/officeDocument/2006/relationships/image" Target="../media/image225.wmf"/><Relationship Id="rId5" Type="http://schemas.openxmlformats.org/officeDocument/2006/relationships/image" Target="../media/image224.wmf"/><Relationship Id="rId4" Type="http://schemas.openxmlformats.org/officeDocument/2006/relationships/image" Target="../media/image223.wmf"/></Relationships>
</file>

<file path=ppt/drawings/_rels/vmlDrawing78.v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image" Target="../media/image228.wmf"/><Relationship Id="rId1" Type="http://schemas.openxmlformats.org/officeDocument/2006/relationships/image" Target="../media/image227.wmf"/></Relationships>
</file>

<file path=ppt/drawings/_rels/vmlDrawing79.vml.rels><?xml version="1.0" encoding="UTF-8" standalone="yes"?>
<Relationships xmlns="http://schemas.openxmlformats.org/package/2006/relationships"><Relationship Id="rId2" Type="http://schemas.openxmlformats.org/officeDocument/2006/relationships/image" Target="../media/image212.wmf"/><Relationship Id="rId1" Type="http://schemas.openxmlformats.org/officeDocument/2006/relationships/image" Target="../media/image230.w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31.png"/></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232.w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234.png"/></Relationships>
</file>

<file path=ppt/drawings/_rels/vmlDrawing83.vml.rels><?xml version="1.0" encoding="UTF-8" standalone="yes"?>
<Relationships xmlns="http://schemas.openxmlformats.org/package/2006/relationships"><Relationship Id="rId3" Type="http://schemas.openxmlformats.org/officeDocument/2006/relationships/image" Target="../media/image237.wmf"/><Relationship Id="rId2" Type="http://schemas.openxmlformats.org/officeDocument/2006/relationships/image" Target="../media/image236.wmf"/><Relationship Id="rId1" Type="http://schemas.openxmlformats.org/officeDocument/2006/relationships/image" Target="../media/image235.wmf"/><Relationship Id="rId4" Type="http://schemas.openxmlformats.org/officeDocument/2006/relationships/image" Target="../media/image238.wmf"/></Relationships>
</file>

<file path=ppt/drawings/_rels/vmlDrawing84.vml.rels><?xml version="1.0" encoding="UTF-8" standalone="yes"?>
<Relationships xmlns="http://schemas.openxmlformats.org/package/2006/relationships"><Relationship Id="rId2" Type="http://schemas.openxmlformats.org/officeDocument/2006/relationships/image" Target="../media/image240.wmf"/><Relationship Id="rId1" Type="http://schemas.openxmlformats.org/officeDocument/2006/relationships/image" Target="../media/image239.wmf"/></Relationships>
</file>

<file path=ppt/drawings/_rels/vmlDrawing85.vml.rels><?xml version="1.0" encoding="UTF-8" standalone="yes"?>
<Relationships xmlns="http://schemas.openxmlformats.org/package/2006/relationships"><Relationship Id="rId3" Type="http://schemas.openxmlformats.org/officeDocument/2006/relationships/image" Target="../media/image243.wmf"/><Relationship Id="rId2" Type="http://schemas.openxmlformats.org/officeDocument/2006/relationships/image" Target="../media/image242.wmf"/><Relationship Id="rId1" Type="http://schemas.openxmlformats.org/officeDocument/2006/relationships/image" Target="../media/image241.wmf"/><Relationship Id="rId4" Type="http://schemas.openxmlformats.org/officeDocument/2006/relationships/image" Target="../media/image244.w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245.wmf"/></Relationships>
</file>

<file path=ppt/drawings/_rels/vmlDrawing87.vml.rels><?xml version="1.0" encoding="UTF-8" standalone="yes"?>
<Relationships xmlns="http://schemas.openxmlformats.org/package/2006/relationships"><Relationship Id="rId2" Type="http://schemas.openxmlformats.org/officeDocument/2006/relationships/image" Target="../media/image247.wmf"/><Relationship Id="rId1" Type="http://schemas.openxmlformats.org/officeDocument/2006/relationships/image" Target="../media/image246.wmf"/></Relationships>
</file>

<file path=ppt/drawings/_rels/vmlDrawing88.vml.rels><?xml version="1.0" encoding="UTF-8" standalone="yes"?>
<Relationships xmlns="http://schemas.openxmlformats.org/package/2006/relationships"><Relationship Id="rId3" Type="http://schemas.openxmlformats.org/officeDocument/2006/relationships/image" Target="../media/image250.wmf"/><Relationship Id="rId2" Type="http://schemas.openxmlformats.org/officeDocument/2006/relationships/image" Target="../media/image249.wmf"/><Relationship Id="rId1" Type="http://schemas.openxmlformats.org/officeDocument/2006/relationships/image" Target="../media/image248.wmf"/><Relationship Id="rId5" Type="http://schemas.openxmlformats.org/officeDocument/2006/relationships/image" Target="../media/image252.wmf"/><Relationship Id="rId4" Type="http://schemas.openxmlformats.org/officeDocument/2006/relationships/image" Target="../media/image251.w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53.wmf"/></Relationships>
</file>

<file path=ppt/drawings/_rels/vmlDrawing90.vml.rels><?xml version="1.0" encoding="UTF-8" standalone="yes"?>
<Relationships xmlns="http://schemas.openxmlformats.org/package/2006/relationships"><Relationship Id="rId3" Type="http://schemas.openxmlformats.org/officeDocument/2006/relationships/image" Target="../media/image256.wmf"/><Relationship Id="rId2" Type="http://schemas.openxmlformats.org/officeDocument/2006/relationships/image" Target="../media/image255.wmf"/><Relationship Id="rId1" Type="http://schemas.openxmlformats.org/officeDocument/2006/relationships/image" Target="../media/image254.wmf"/><Relationship Id="rId4" Type="http://schemas.openxmlformats.org/officeDocument/2006/relationships/image" Target="../media/image257.wmf"/></Relationships>
</file>

<file path=ppt/drawings/_rels/vmlDrawing91.vml.rels><?xml version="1.0" encoding="UTF-8" standalone="yes"?>
<Relationships xmlns="http://schemas.openxmlformats.org/package/2006/relationships"><Relationship Id="rId3" Type="http://schemas.openxmlformats.org/officeDocument/2006/relationships/image" Target="../media/image260.wmf"/><Relationship Id="rId2" Type="http://schemas.openxmlformats.org/officeDocument/2006/relationships/image" Target="../media/image259.wmf"/><Relationship Id="rId1" Type="http://schemas.openxmlformats.org/officeDocument/2006/relationships/image" Target="../media/image258.wmf"/><Relationship Id="rId5" Type="http://schemas.openxmlformats.org/officeDocument/2006/relationships/image" Target="../media/image262.png"/><Relationship Id="rId4" Type="http://schemas.openxmlformats.org/officeDocument/2006/relationships/image" Target="../media/image261.wmf"/></Relationships>
</file>

<file path=ppt/drawings/_rels/vmlDrawing92.vml.rels><?xml version="1.0" encoding="UTF-8" standalone="yes"?>
<Relationships xmlns="http://schemas.openxmlformats.org/package/2006/relationships"><Relationship Id="rId8" Type="http://schemas.openxmlformats.org/officeDocument/2006/relationships/image" Target="../media/image270.wmf"/><Relationship Id="rId3" Type="http://schemas.openxmlformats.org/officeDocument/2006/relationships/image" Target="../media/image265.wmf"/><Relationship Id="rId7" Type="http://schemas.openxmlformats.org/officeDocument/2006/relationships/image" Target="../media/image269.wmf"/><Relationship Id="rId12" Type="http://schemas.openxmlformats.org/officeDocument/2006/relationships/image" Target="../media/image274.wmf"/><Relationship Id="rId2" Type="http://schemas.openxmlformats.org/officeDocument/2006/relationships/image" Target="../media/image264.wmf"/><Relationship Id="rId1" Type="http://schemas.openxmlformats.org/officeDocument/2006/relationships/image" Target="../media/image263.wmf"/><Relationship Id="rId6" Type="http://schemas.openxmlformats.org/officeDocument/2006/relationships/image" Target="../media/image268.wmf"/><Relationship Id="rId11" Type="http://schemas.openxmlformats.org/officeDocument/2006/relationships/image" Target="../media/image273.wmf"/><Relationship Id="rId5" Type="http://schemas.openxmlformats.org/officeDocument/2006/relationships/image" Target="../media/image267.wmf"/><Relationship Id="rId10" Type="http://schemas.openxmlformats.org/officeDocument/2006/relationships/image" Target="../media/image272.wmf"/><Relationship Id="rId4" Type="http://schemas.openxmlformats.org/officeDocument/2006/relationships/image" Target="../media/image266.wmf"/><Relationship Id="rId9" Type="http://schemas.openxmlformats.org/officeDocument/2006/relationships/image" Target="../media/image271.wmf"/></Relationships>
</file>

<file path=ppt/drawings/_rels/vmlDrawing93.vml.rels><?xml version="1.0" encoding="UTF-8" standalone="yes"?>
<Relationships xmlns="http://schemas.openxmlformats.org/package/2006/relationships"><Relationship Id="rId3" Type="http://schemas.openxmlformats.org/officeDocument/2006/relationships/image" Target="../media/image277.wmf"/><Relationship Id="rId2" Type="http://schemas.openxmlformats.org/officeDocument/2006/relationships/image" Target="../media/image276.wmf"/><Relationship Id="rId1" Type="http://schemas.openxmlformats.org/officeDocument/2006/relationships/image" Target="../media/image275.wmf"/></Relationships>
</file>

<file path=ppt/drawings/_rels/vmlDrawing94.vml.rels><?xml version="1.0" encoding="UTF-8" standalone="yes"?>
<Relationships xmlns="http://schemas.openxmlformats.org/package/2006/relationships"><Relationship Id="rId3" Type="http://schemas.openxmlformats.org/officeDocument/2006/relationships/image" Target="../media/image280.wmf"/><Relationship Id="rId2" Type="http://schemas.openxmlformats.org/officeDocument/2006/relationships/image" Target="../media/image279.wmf"/><Relationship Id="rId1" Type="http://schemas.openxmlformats.org/officeDocument/2006/relationships/image" Target="../media/image278.wmf"/></Relationships>
</file>

<file path=ppt/drawings/_rels/vmlDrawing95.vml.rels><?xml version="1.0" encoding="UTF-8" standalone="yes"?>
<Relationships xmlns="http://schemas.openxmlformats.org/package/2006/relationships"><Relationship Id="rId2" Type="http://schemas.openxmlformats.org/officeDocument/2006/relationships/image" Target="../media/image282.wmf"/><Relationship Id="rId1" Type="http://schemas.openxmlformats.org/officeDocument/2006/relationships/image" Target="../media/image281.wmf"/></Relationships>
</file>

<file path=ppt/drawings/_rels/vmlDrawing96.vml.rels><?xml version="1.0" encoding="UTF-8" standalone="yes"?>
<Relationships xmlns="http://schemas.openxmlformats.org/package/2006/relationships"><Relationship Id="rId2" Type="http://schemas.openxmlformats.org/officeDocument/2006/relationships/image" Target="../media/image284.wmf"/><Relationship Id="rId1" Type="http://schemas.openxmlformats.org/officeDocument/2006/relationships/image" Target="../media/image283.wmf"/></Relationships>
</file>

<file path=ppt/drawings/_rels/vmlDrawing97.vml.rels><?xml version="1.0" encoding="UTF-8" standalone="yes"?>
<Relationships xmlns="http://schemas.openxmlformats.org/package/2006/relationships"><Relationship Id="rId3" Type="http://schemas.openxmlformats.org/officeDocument/2006/relationships/image" Target="../media/image287.wmf"/><Relationship Id="rId2" Type="http://schemas.openxmlformats.org/officeDocument/2006/relationships/image" Target="../media/image286.wmf"/><Relationship Id="rId1" Type="http://schemas.openxmlformats.org/officeDocument/2006/relationships/image" Target="../media/image285.wmf"/><Relationship Id="rId6" Type="http://schemas.openxmlformats.org/officeDocument/2006/relationships/image" Target="../media/image290.wmf"/><Relationship Id="rId5" Type="http://schemas.openxmlformats.org/officeDocument/2006/relationships/image" Target="../media/image289.wmf"/><Relationship Id="rId4" Type="http://schemas.openxmlformats.org/officeDocument/2006/relationships/image" Target="../media/image288.wmf"/></Relationships>
</file>

<file path=ppt/drawings/_rels/vmlDrawing98.vml.rels><?xml version="1.0" encoding="UTF-8" standalone="yes"?>
<Relationships xmlns="http://schemas.openxmlformats.org/package/2006/relationships"><Relationship Id="rId3" Type="http://schemas.openxmlformats.org/officeDocument/2006/relationships/image" Target="../media/image293.wmf"/><Relationship Id="rId2" Type="http://schemas.openxmlformats.org/officeDocument/2006/relationships/image" Target="../media/image292.wmf"/><Relationship Id="rId1" Type="http://schemas.openxmlformats.org/officeDocument/2006/relationships/image" Target="../media/image291.wmf"/><Relationship Id="rId6" Type="http://schemas.openxmlformats.org/officeDocument/2006/relationships/image" Target="../media/image296.wmf"/><Relationship Id="rId5" Type="http://schemas.openxmlformats.org/officeDocument/2006/relationships/image" Target="../media/image295.wmf"/><Relationship Id="rId4" Type="http://schemas.openxmlformats.org/officeDocument/2006/relationships/image" Target="../media/image294.wmf"/></Relationships>
</file>

<file path=ppt/drawings/_rels/vmlDrawing99.vml.rels><?xml version="1.0" encoding="UTF-8" standalone="yes"?>
<Relationships xmlns="http://schemas.openxmlformats.org/package/2006/relationships"><Relationship Id="rId3" Type="http://schemas.openxmlformats.org/officeDocument/2006/relationships/image" Target="../media/image299.wmf"/><Relationship Id="rId2" Type="http://schemas.openxmlformats.org/officeDocument/2006/relationships/image" Target="../media/image298.wmf"/><Relationship Id="rId1" Type="http://schemas.openxmlformats.org/officeDocument/2006/relationships/image" Target="../media/image297.wmf"/><Relationship Id="rId4" Type="http://schemas.openxmlformats.org/officeDocument/2006/relationships/image" Target="../media/image300.w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301.png"/></Relationships>
</file>

<file path=ppt/drawings/_rels/vmlDrawing101.vml.rels><?xml version="1.0" encoding="UTF-8" standalone="yes"?>
<Relationships xmlns="http://schemas.openxmlformats.org/package/2006/relationships"><Relationship Id="rId3" Type="http://schemas.openxmlformats.org/officeDocument/2006/relationships/image" Target="../media/image304.wmf"/><Relationship Id="rId2" Type="http://schemas.openxmlformats.org/officeDocument/2006/relationships/image" Target="../media/image303.wmf"/><Relationship Id="rId1" Type="http://schemas.openxmlformats.org/officeDocument/2006/relationships/image" Target="../media/image302.wmf"/><Relationship Id="rId4" Type="http://schemas.openxmlformats.org/officeDocument/2006/relationships/image" Target="../media/image305.wmf"/></Relationships>
</file>

<file path=ppt/drawings/_rels/vmlDrawing102.vml.rels><?xml version="1.0" encoding="UTF-8" standalone="yes"?>
<Relationships xmlns="http://schemas.openxmlformats.org/package/2006/relationships"><Relationship Id="rId2" Type="http://schemas.openxmlformats.org/officeDocument/2006/relationships/image" Target="../media/image307.wmf"/><Relationship Id="rId1" Type="http://schemas.openxmlformats.org/officeDocument/2006/relationships/image" Target="../media/image306.wmf"/></Relationships>
</file>

<file path=ppt/drawings/_rels/vmlDrawing103.vml.rels><?xml version="1.0" encoding="UTF-8" standalone="yes"?>
<Relationships xmlns="http://schemas.openxmlformats.org/package/2006/relationships"><Relationship Id="rId3" Type="http://schemas.openxmlformats.org/officeDocument/2006/relationships/image" Target="../media/image311.wmf"/><Relationship Id="rId2" Type="http://schemas.openxmlformats.org/officeDocument/2006/relationships/image" Target="../media/image310.wmf"/><Relationship Id="rId1" Type="http://schemas.openxmlformats.org/officeDocument/2006/relationships/image" Target="../media/image309.wmf"/><Relationship Id="rId5" Type="http://schemas.openxmlformats.org/officeDocument/2006/relationships/image" Target="../media/image313.wmf"/><Relationship Id="rId4" Type="http://schemas.openxmlformats.org/officeDocument/2006/relationships/image" Target="../media/image312.wmf"/></Relationships>
</file>

<file path=ppt/drawings/_rels/vmlDrawing104.vml.rels><?xml version="1.0" encoding="UTF-8" standalone="yes"?>
<Relationships xmlns="http://schemas.openxmlformats.org/package/2006/relationships"><Relationship Id="rId8" Type="http://schemas.openxmlformats.org/officeDocument/2006/relationships/image" Target="../media/image321.wmf"/><Relationship Id="rId13" Type="http://schemas.openxmlformats.org/officeDocument/2006/relationships/image" Target="../media/image326.wmf"/><Relationship Id="rId18" Type="http://schemas.openxmlformats.org/officeDocument/2006/relationships/image" Target="../media/image331.wmf"/><Relationship Id="rId3" Type="http://schemas.openxmlformats.org/officeDocument/2006/relationships/image" Target="../media/image316.wmf"/><Relationship Id="rId7" Type="http://schemas.openxmlformats.org/officeDocument/2006/relationships/image" Target="../media/image320.wmf"/><Relationship Id="rId12" Type="http://schemas.openxmlformats.org/officeDocument/2006/relationships/image" Target="../media/image325.wmf"/><Relationship Id="rId17" Type="http://schemas.openxmlformats.org/officeDocument/2006/relationships/image" Target="../media/image330.wmf"/><Relationship Id="rId2" Type="http://schemas.openxmlformats.org/officeDocument/2006/relationships/image" Target="../media/image315.wmf"/><Relationship Id="rId16" Type="http://schemas.openxmlformats.org/officeDocument/2006/relationships/image" Target="../media/image329.wmf"/><Relationship Id="rId1" Type="http://schemas.openxmlformats.org/officeDocument/2006/relationships/image" Target="../media/image314.wmf"/><Relationship Id="rId6" Type="http://schemas.openxmlformats.org/officeDocument/2006/relationships/image" Target="../media/image319.wmf"/><Relationship Id="rId11" Type="http://schemas.openxmlformats.org/officeDocument/2006/relationships/image" Target="../media/image324.wmf"/><Relationship Id="rId5" Type="http://schemas.openxmlformats.org/officeDocument/2006/relationships/image" Target="../media/image318.wmf"/><Relationship Id="rId15" Type="http://schemas.openxmlformats.org/officeDocument/2006/relationships/image" Target="../media/image328.wmf"/><Relationship Id="rId10" Type="http://schemas.openxmlformats.org/officeDocument/2006/relationships/image" Target="../media/image323.wmf"/><Relationship Id="rId4" Type="http://schemas.openxmlformats.org/officeDocument/2006/relationships/image" Target="../media/image317.wmf"/><Relationship Id="rId9" Type="http://schemas.openxmlformats.org/officeDocument/2006/relationships/image" Target="../media/image322.wmf"/><Relationship Id="rId14" Type="http://schemas.openxmlformats.org/officeDocument/2006/relationships/image" Target="../media/image327.wmf"/></Relationships>
</file>

<file path=ppt/drawings/_rels/vmlDrawing105.vml.rels><?xml version="1.0" encoding="UTF-8" standalone="yes"?>
<Relationships xmlns="http://schemas.openxmlformats.org/package/2006/relationships"><Relationship Id="rId8" Type="http://schemas.openxmlformats.org/officeDocument/2006/relationships/image" Target="../media/image339.wmf"/><Relationship Id="rId3" Type="http://schemas.openxmlformats.org/officeDocument/2006/relationships/image" Target="../media/image334.wmf"/><Relationship Id="rId7" Type="http://schemas.openxmlformats.org/officeDocument/2006/relationships/image" Target="../media/image338.wmf"/><Relationship Id="rId2" Type="http://schemas.openxmlformats.org/officeDocument/2006/relationships/image" Target="../media/image313.wmf"/><Relationship Id="rId1" Type="http://schemas.openxmlformats.org/officeDocument/2006/relationships/image" Target="../media/image333.wmf"/><Relationship Id="rId6" Type="http://schemas.openxmlformats.org/officeDocument/2006/relationships/image" Target="../media/image337.wmf"/><Relationship Id="rId5" Type="http://schemas.openxmlformats.org/officeDocument/2006/relationships/image" Target="../media/image336.wmf"/><Relationship Id="rId4" Type="http://schemas.openxmlformats.org/officeDocument/2006/relationships/image" Target="../media/image335.wmf"/><Relationship Id="rId9" Type="http://schemas.openxmlformats.org/officeDocument/2006/relationships/image" Target="../media/image340.wmf"/></Relationships>
</file>

<file path=ppt/drawings/_rels/vmlDrawing106.vml.rels><?xml version="1.0" encoding="UTF-8" standalone="yes"?>
<Relationships xmlns="http://schemas.openxmlformats.org/package/2006/relationships"><Relationship Id="rId3" Type="http://schemas.openxmlformats.org/officeDocument/2006/relationships/image" Target="../media/image342.wmf"/><Relationship Id="rId2" Type="http://schemas.openxmlformats.org/officeDocument/2006/relationships/image" Target="../media/image341.wmf"/><Relationship Id="rId1" Type="http://schemas.openxmlformats.org/officeDocument/2006/relationships/image" Target="../media/image335.wmf"/><Relationship Id="rId4" Type="http://schemas.openxmlformats.org/officeDocument/2006/relationships/image" Target="../media/image343.wmf"/></Relationships>
</file>

<file path=ppt/drawings/_rels/vmlDrawing107.vml.rels><?xml version="1.0" encoding="UTF-8" standalone="yes"?>
<Relationships xmlns="http://schemas.openxmlformats.org/package/2006/relationships"><Relationship Id="rId3" Type="http://schemas.openxmlformats.org/officeDocument/2006/relationships/image" Target="../media/image346.wmf"/><Relationship Id="rId2" Type="http://schemas.openxmlformats.org/officeDocument/2006/relationships/image" Target="../media/image345.wmf"/><Relationship Id="rId1" Type="http://schemas.openxmlformats.org/officeDocument/2006/relationships/image" Target="../media/image344.wmf"/><Relationship Id="rId6" Type="http://schemas.openxmlformats.org/officeDocument/2006/relationships/image" Target="../media/image349.wmf"/><Relationship Id="rId5" Type="http://schemas.openxmlformats.org/officeDocument/2006/relationships/image" Target="../media/image348.wmf"/><Relationship Id="rId4" Type="http://schemas.openxmlformats.org/officeDocument/2006/relationships/image" Target="../media/image347.wmf"/></Relationships>
</file>

<file path=ppt/drawings/_rels/vmlDrawing108.vml.rels><?xml version="1.0" encoding="UTF-8" standalone="yes"?>
<Relationships xmlns="http://schemas.openxmlformats.org/package/2006/relationships"><Relationship Id="rId3" Type="http://schemas.openxmlformats.org/officeDocument/2006/relationships/image" Target="../media/image353.wmf"/><Relationship Id="rId2" Type="http://schemas.openxmlformats.org/officeDocument/2006/relationships/image" Target="../media/image352.wmf"/><Relationship Id="rId1" Type="http://schemas.openxmlformats.org/officeDocument/2006/relationships/image" Target="../media/image351.wmf"/><Relationship Id="rId4" Type="http://schemas.openxmlformats.org/officeDocument/2006/relationships/image" Target="../media/image354.png"/></Relationships>
</file>

<file path=ppt/drawings/_rels/vmlDrawing109.vml.rels><?xml version="1.0" encoding="UTF-8" standalone="yes"?>
<Relationships xmlns="http://schemas.openxmlformats.org/package/2006/relationships"><Relationship Id="rId3" Type="http://schemas.openxmlformats.org/officeDocument/2006/relationships/image" Target="../media/image357.wmf"/><Relationship Id="rId2" Type="http://schemas.openxmlformats.org/officeDocument/2006/relationships/image" Target="../media/image356.wmf"/><Relationship Id="rId1" Type="http://schemas.openxmlformats.org/officeDocument/2006/relationships/image" Target="../media/image355.wmf"/><Relationship Id="rId5" Type="http://schemas.openxmlformats.org/officeDocument/2006/relationships/image" Target="../media/image359.wmf"/><Relationship Id="rId4" Type="http://schemas.openxmlformats.org/officeDocument/2006/relationships/image" Target="../media/image358.wmf"/></Relationships>
</file>

<file path=ppt/drawings/_rels/vmlDrawing110.vml.rels><?xml version="1.0" encoding="UTF-8" standalone="yes"?>
<Relationships xmlns="http://schemas.openxmlformats.org/package/2006/relationships"><Relationship Id="rId1" Type="http://schemas.openxmlformats.org/officeDocument/2006/relationships/image" Target="../media/image360.wmf"/></Relationships>
</file>

<file path=ppt/drawings/_rels/vmlDrawing111.vml.rels><?xml version="1.0" encoding="UTF-8" standalone="yes"?>
<Relationships xmlns="http://schemas.openxmlformats.org/package/2006/relationships"><Relationship Id="rId2" Type="http://schemas.openxmlformats.org/officeDocument/2006/relationships/image" Target="../media/image363.wmf"/><Relationship Id="rId1" Type="http://schemas.openxmlformats.org/officeDocument/2006/relationships/image" Target="../media/image362.wmf"/></Relationships>
</file>

<file path=ppt/drawings/_rels/vmlDrawing112.vml.rels><?xml version="1.0" encoding="UTF-8" standalone="yes"?>
<Relationships xmlns="http://schemas.openxmlformats.org/package/2006/relationships"><Relationship Id="rId2" Type="http://schemas.openxmlformats.org/officeDocument/2006/relationships/image" Target="../media/image365.wmf"/><Relationship Id="rId1" Type="http://schemas.openxmlformats.org/officeDocument/2006/relationships/image" Target="../media/image364.wmf"/></Relationships>
</file>

<file path=ppt/drawings/_rels/vmlDrawing113.vml.rels><?xml version="1.0" encoding="UTF-8" standalone="yes"?>
<Relationships xmlns="http://schemas.openxmlformats.org/package/2006/relationships"><Relationship Id="rId3" Type="http://schemas.openxmlformats.org/officeDocument/2006/relationships/image" Target="../media/image368.wmf"/><Relationship Id="rId2" Type="http://schemas.openxmlformats.org/officeDocument/2006/relationships/image" Target="../media/image367.wmf"/><Relationship Id="rId1" Type="http://schemas.openxmlformats.org/officeDocument/2006/relationships/image" Target="../media/image366.wmf"/><Relationship Id="rId4" Type="http://schemas.openxmlformats.org/officeDocument/2006/relationships/image" Target="../media/image369.wmf"/></Relationships>
</file>

<file path=ppt/drawings/_rels/vmlDrawing114.vml.rels><?xml version="1.0" encoding="UTF-8" standalone="yes"?>
<Relationships xmlns="http://schemas.openxmlformats.org/package/2006/relationships"><Relationship Id="rId2" Type="http://schemas.openxmlformats.org/officeDocument/2006/relationships/image" Target="../media/image372.wmf"/><Relationship Id="rId1" Type="http://schemas.openxmlformats.org/officeDocument/2006/relationships/image" Target="../media/image371.png"/></Relationships>
</file>

<file path=ppt/drawings/_rels/vmlDrawing115.vml.rels><?xml version="1.0" encoding="UTF-8" standalone="yes"?>
<Relationships xmlns="http://schemas.openxmlformats.org/package/2006/relationships"><Relationship Id="rId2" Type="http://schemas.openxmlformats.org/officeDocument/2006/relationships/image" Target="../media/image374.wmf"/><Relationship Id="rId1" Type="http://schemas.openxmlformats.org/officeDocument/2006/relationships/image" Target="../media/image373.wmf"/></Relationships>
</file>

<file path=ppt/drawings/_rels/vmlDrawing116.vml.rels><?xml version="1.0" encoding="UTF-8" standalone="yes"?>
<Relationships xmlns="http://schemas.openxmlformats.org/package/2006/relationships"><Relationship Id="rId2" Type="http://schemas.openxmlformats.org/officeDocument/2006/relationships/image" Target="../media/image375.wmf"/><Relationship Id="rId1" Type="http://schemas.openxmlformats.org/officeDocument/2006/relationships/image" Target="../media/image371.png"/></Relationships>
</file>

<file path=ppt/drawings/_rels/vmlDrawing117.vml.rels><?xml version="1.0" encoding="UTF-8" standalone="yes"?>
<Relationships xmlns="http://schemas.openxmlformats.org/package/2006/relationships"><Relationship Id="rId3" Type="http://schemas.openxmlformats.org/officeDocument/2006/relationships/image" Target="../media/image378.wmf"/><Relationship Id="rId2" Type="http://schemas.openxmlformats.org/officeDocument/2006/relationships/image" Target="../media/image377.wmf"/><Relationship Id="rId1" Type="http://schemas.openxmlformats.org/officeDocument/2006/relationships/image" Target="../media/image376.wmf"/><Relationship Id="rId4" Type="http://schemas.openxmlformats.org/officeDocument/2006/relationships/image" Target="../media/image379.wmf"/></Relationships>
</file>

<file path=ppt/drawings/_rels/vmlDrawing118.vml.rels><?xml version="1.0" encoding="UTF-8" standalone="yes"?>
<Relationships xmlns="http://schemas.openxmlformats.org/package/2006/relationships"><Relationship Id="rId3" Type="http://schemas.openxmlformats.org/officeDocument/2006/relationships/image" Target="../media/image382.wmf"/><Relationship Id="rId2" Type="http://schemas.openxmlformats.org/officeDocument/2006/relationships/image" Target="../media/image381.wmf"/><Relationship Id="rId1" Type="http://schemas.openxmlformats.org/officeDocument/2006/relationships/image" Target="../media/image380.wmf"/><Relationship Id="rId4" Type="http://schemas.openxmlformats.org/officeDocument/2006/relationships/image" Target="../media/image383.wmf"/></Relationships>
</file>

<file path=ppt/drawings/_rels/vmlDrawing119.vml.rels><?xml version="1.0" encoding="UTF-8" standalone="yes"?>
<Relationships xmlns="http://schemas.openxmlformats.org/package/2006/relationships"><Relationship Id="rId3" Type="http://schemas.openxmlformats.org/officeDocument/2006/relationships/image" Target="../media/image386.wmf"/><Relationship Id="rId2" Type="http://schemas.openxmlformats.org/officeDocument/2006/relationships/image" Target="../media/image385.wmf"/><Relationship Id="rId1" Type="http://schemas.openxmlformats.org/officeDocument/2006/relationships/image" Target="../media/image384.wmf"/><Relationship Id="rId6" Type="http://schemas.openxmlformats.org/officeDocument/2006/relationships/image" Target="../media/image389.wmf"/><Relationship Id="rId5" Type="http://schemas.openxmlformats.org/officeDocument/2006/relationships/image" Target="../media/image388.wmf"/><Relationship Id="rId4" Type="http://schemas.openxmlformats.org/officeDocument/2006/relationships/image" Target="../media/image387.wmf"/></Relationships>
</file>

<file path=ppt/drawings/_rels/vmlDrawing120.vml.rels><?xml version="1.0" encoding="UTF-8" standalone="yes"?>
<Relationships xmlns="http://schemas.openxmlformats.org/package/2006/relationships"><Relationship Id="rId3" Type="http://schemas.openxmlformats.org/officeDocument/2006/relationships/image" Target="../media/image392.wmf"/><Relationship Id="rId2" Type="http://schemas.openxmlformats.org/officeDocument/2006/relationships/image" Target="../media/image391.wmf"/><Relationship Id="rId1" Type="http://schemas.openxmlformats.org/officeDocument/2006/relationships/image" Target="../media/image390.wmf"/></Relationships>
</file>

<file path=ppt/drawings/_rels/vmlDrawing121.vml.rels><?xml version="1.0" encoding="UTF-8" standalone="yes"?>
<Relationships xmlns="http://schemas.openxmlformats.org/package/2006/relationships"><Relationship Id="rId3" Type="http://schemas.openxmlformats.org/officeDocument/2006/relationships/image" Target="../media/image395.wmf"/><Relationship Id="rId2" Type="http://schemas.openxmlformats.org/officeDocument/2006/relationships/image" Target="../media/image394.wmf"/><Relationship Id="rId1" Type="http://schemas.openxmlformats.org/officeDocument/2006/relationships/image" Target="../media/image393.wmf"/><Relationship Id="rId4" Type="http://schemas.openxmlformats.org/officeDocument/2006/relationships/image" Target="../media/image396.wmf"/></Relationships>
</file>

<file path=ppt/drawings/_rels/vmlDrawing122.vml.rels><?xml version="1.0" encoding="UTF-8" standalone="yes"?>
<Relationships xmlns="http://schemas.openxmlformats.org/package/2006/relationships"><Relationship Id="rId3" Type="http://schemas.openxmlformats.org/officeDocument/2006/relationships/image" Target="../media/image399.wmf"/><Relationship Id="rId2" Type="http://schemas.openxmlformats.org/officeDocument/2006/relationships/image" Target="../media/image398.wmf"/><Relationship Id="rId1" Type="http://schemas.openxmlformats.org/officeDocument/2006/relationships/image" Target="../media/image397.wmf"/><Relationship Id="rId4" Type="http://schemas.openxmlformats.org/officeDocument/2006/relationships/image" Target="../media/image400.wmf"/></Relationships>
</file>

<file path=ppt/drawings/_rels/vmlDrawing123.vml.rels><?xml version="1.0" encoding="UTF-8" standalone="yes"?>
<Relationships xmlns="http://schemas.openxmlformats.org/package/2006/relationships"><Relationship Id="rId8" Type="http://schemas.openxmlformats.org/officeDocument/2006/relationships/image" Target="../media/image408.wmf"/><Relationship Id="rId3" Type="http://schemas.openxmlformats.org/officeDocument/2006/relationships/image" Target="../media/image403.wmf"/><Relationship Id="rId7" Type="http://schemas.openxmlformats.org/officeDocument/2006/relationships/image" Target="../media/image407.wmf"/><Relationship Id="rId2" Type="http://schemas.openxmlformats.org/officeDocument/2006/relationships/image" Target="../media/image402.wmf"/><Relationship Id="rId1" Type="http://schemas.openxmlformats.org/officeDocument/2006/relationships/image" Target="../media/image401.wmf"/><Relationship Id="rId6" Type="http://schemas.openxmlformats.org/officeDocument/2006/relationships/image" Target="../media/image406.wmf"/><Relationship Id="rId5" Type="http://schemas.openxmlformats.org/officeDocument/2006/relationships/image" Target="../media/image405.wmf"/><Relationship Id="rId4" Type="http://schemas.openxmlformats.org/officeDocument/2006/relationships/image" Target="../media/image404.wmf"/><Relationship Id="rId9" Type="http://schemas.openxmlformats.org/officeDocument/2006/relationships/image" Target="../media/image409.wmf"/></Relationships>
</file>

<file path=ppt/drawings/_rels/vmlDrawing124.vml.rels><?xml version="1.0" encoding="UTF-8" standalone="yes"?>
<Relationships xmlns="http://schemas.openxmlformats.org/package/2006/relationships"><Relationship Id="rId8" Type="http://schemas.openxmlformats.org/officeDocument/2006/relationships/image" Target="../media/image408.wmf"/><Relationship Id="rId3" Type="http://schemas.openxmlformats.org/officeDocument/2006/relationships/image" Target="../media/image403.wmf"/><Relationship Id="rId7" Type="http://schemas.openxmlformats.org/officeDocument/2006/relationships/image" Target="../media/image407.wmf"/><Relationship Id="rId2" Type="http://schemas.openxmlformats.org/officeDocument/2006/relationships/image" Target="../media/image402.wmf"/><Relationship Id="rId1" Type="http://schemas.openxmlformats.org/officeDocument/2006/relationships/image" Target="../media/image401.wmf"/><Relationship Id="rId6" Type="http://schemas.openxmlformats.org/officeDocument/2006/relationships/image" Target="../media/image406.wmf"/><Relationship Id="rId5" Type="http://schemas.openxmlformats.org/officeDocument/2006/relationships/image" Target="../media/image405.wmf"/><Relationship Id="rId4" Type="http://schemas.openxmlformats.org/officeDocument/2006/relationships/image" Target="../media/image404.wmf"/></Relationships>
</file>

<file path=ppt/drawings/_rels/vmlDrawing125.vml.rels><?xml version="1.0" encoding="UTF-8" standalone="yes"?>
<Relationships xmlns="http://schemas.openxmlformats.org/package/2006/relationships"><Relationship Id="rId8" Type="http://schemas.openxmlformats.org/officeDocument/2006/relationships/image" Target="../media/image414.wmf"/><Relationship Id="rId3" Type="http://schemas.openxmlformats.org/officeDocument/2006/relationships/image" Target="../media/image412.wmf"/><Relationship Id="rId7" Type="http://schemas.openxmlformats.org/officeDocument/2006/relationships/image" Target="../media/image413.wmf"/><Relationship Id="rId2" Type="http://schemas.openxmlformats.org/officeDocument/2006/relationships/image" Target="../media/image411.wmf"/><Relationship Id="rId1" Type="http://schemas.openxmlformats.org/officeDocument/2006/relationships/image" Target="../media/image410.wmf"/><Relationship Id="rId6" Type="http://schemas.openxmlformats.org/officeDocument/2006/relationships/image" Target="../media/image398.wmf"/><Relationship Id="rId11" Type="http://schemas.openxmlformats.org/officeDocument/2006/relationships/image" Target="../media/image417.wmf"/><Relationship Id="rId5" Type="http://schemas.openxmlformats.org/officeDocument/2006/relationships/image" Target="../media/image397.wmf"/><Relationship Id="rId10" Type="http://schemas.openxmlformats.org/officeDocument/2006/relationships/image" Target="../media/image416.wmf"/><Relationship Id="rId4" Type="http://schemas.openxmlformats.org/officeDocument/2006/relationships/image" Target="../media/image396.wmf"/><Relationship Id="rId9" Type="http://schemas.openxmlformats.org/officeDocument/2006/relationships/image" Target="../media/image415.wmf"/></Relationships>
</file>

<file path=ppt/drawings/_rels/vmlDrawing126.vml.rels><?xml version="1.0" encoding="UTF-8" standalone="yes"?>
<Relationships xmlns="http://schemas.openxmlformats.org/package/2006/relationships"><Relationship Id="rId3" Type="http://schemas.openxmlformats.org/officeDocument/2006/relationships/image" Target="../media/image420.wmf"/><Relationship Id="rId2" Type="http://schemas.openxmlformats.org/officeDocument/2006/relationships/image" Target="../media/image419.wmf"/><Relationship Id="rId1" Type="http://schemas.openxmlformats.org/officeDocument/2006/relationships/image" Target="../media/image418.wmf"/></Relationships>
</file>

<file path=ppt/drawings/_rels/vmlDrawing127.vml.rels><?xml version="1.0" encoding="UTF-8" standalone="yes"?>
<Relationships xmlns="http://schemas.openxmlformats.org/package/2006/relationships"><Relationship Id="rId2" Type="http://schemas.openxmlformats.org/officeDocument/2006/relationships/image" Target="../media/image422.wmf"/><Relationship Id="rId1" Type="http://schemas.openxmlformats.org/officeDocument/2006/relationships/image" Target="../media/image421.wmf"/></Relationships>
</file>

<file path=ppt/drawings/_rels/vmlDrawing128.vml.rels><?xml version="1.0" encoding="UTF-8" standalone="yes"?>
<Relationships xmlns="http://schemas.openxmlformats.org/package/2006/relationships"><Relationship Id="rId3" Type="http://schemas.openxmlformats.org/officeDocument/2006/relationships/image" Target="../media/image425.wmf"/><Relationship Id="rId2" Type="http://schemas.openxmlformats.org/officeDocument/2006/relationships/image" Target="../media/image424.wmf"/><Relationship Id="rId1" Type="http://schemas.openxmlformats.org/officeDocument/2006/relationships/image" Target="../media/image423.wmf"/></Relationships>
</file>

<file path=ppt/drawings/_rels/vmlDrawing129.vml.rels><?xml version="1.0" encoding="UTF-8" standalone="yes"?>
<Relationships xmlns="http://schemas.openxmlformats.org/package/2006/relationships"><Relationship Id="rId3" Type="http://schemas.openxmlformats.org/officeDocument/2006/relationships/image" Target="../media/image428.wmf"/><Relationship Id="rId2" Type="http://schemas.openxmlformats.org/officeDocument/2006/relationships/image" Target="../media/image427.wmf"/><Relationship Id="rId1" Type="http://schemas.openxmlformats.org/officeDocument/2006/relationships/image" Target="../media/image426.wmf"/><Relationship Id="rId5" Type="http://schemas.openxmlformats.org/officeDocument/2006/relationships/image" Target="../media/image430.wmf"/><Relationship Id="rId4" Type="http://schemas.openxmlformats.org/officeDocument/2006/relationships/image" Target="../media/image429.wmf"/></Relationships>
</file>

<file path=ppt/drawings/_rels/vmlDrawing130.vml.rels><?xml version="1.0" encoding="UTF-8" standalone="yes"?>
<Relationships xmlns="http://schemas.openxmlformats.org/package/2006/relationships"><Relationship Id="rId8" Type="http://schemas.openxmlformats.org/officeDocument/2006/relationships/image" Target="../media/image435.wmf"/><Relationship Id="rId3" Type="http://schemas.openxmlformats.org/officeDocument/2006/relationships/image" Target="../media/image382.wmf"/><Relationship Id="rId7" Type="http://schemas.openxmlformats.org/officeDocument/2006/relationships/image" Target="../media/image434.wmf"/><Relationship Id="rId2" Type="http://schemas.openxmlformats.org/officeDocument/2006/relationships/image" Target="../media/image381.wmf"/><Relationship Id="rId1" Type="http://schemas.openxmlformats.org/officeDocument/2006/relationships/image" Target="../media/image431.wmf"/><Relationship Id="rId6" Type="http://schemas.openxmlformats.org/officeDocument/2006/relationships/image" Target="../media/image433.wmf"/><Relationship Id="rId5" Type="http://schemas.openxmlformats.org/officeDocument/2006/relationships/image" Target="../media/image432.wmf"/><Relationship Id="rId4" Type="http://schemas.openxmlformats.org/officeDocument/2006/relationships/image" Target="../media/image383.wmf"/></Relationships>
</file>

<file path=ppt/drawings/_rels/vmlDrawing131.vml.rels><?xml version="1.0" encoding="UTF-8" standalone="yes"?>
<Relationships xmlns="http://schemas.openxmlformats.org/package/2006/relationships"><Relationship Id="rId2" Type="http://schemas.openxmlformats.org/officeDocument/2006/relationships/image" Target="../media/image437.wmf"/><Relationship Id="rId1" Type="http://schemas.openxmlformats.org/officeDocument/2006/relationships/image" Target="../media/image436.wmf"/></Relationships>
</file>

<file path=ppt/drawings/_rels/vmlDrawing132.vml.rels><?xml version="1.0" encoding="UTF-8" standalone="yes"?>
<Relationships xmlns="http://schemas.openxmlformats.org/package/2006/relationships"><Relationship Id="rId3" Type="http://schemas.openxmlformats.org/officeDocument/2006/relationships/image" Target="../media/image440.wmf"/><Relationship Id="rId2" Type="http://schemas.openxmlformats.org/officeDocument/2006/relationships/image" Target="../media/image439.wmf"/><Relationship Id="rId1" Type="http://schemas.openxmlformats.org/officeDocument/2006/relationships/image" Target="../media/image438.wmf"/></Relationships>
</file>

<file path=ppt/drawings/_rels/vmlDrawing133.vml.rels><?xml version="1.0" encoding="UTF-8" standalone="yes"?>
<Relationships xmlns="http://schemas.openxmlformats.org/package/2006/relationships"><Relationship Id="rId3" Type="http://schemas.openxmlformats.org/officeDocument/2006/relationships/image" Target="../media/image443.wmf"/><Relationship Id="rId2" Type="http://schemas.openxmlformats.org/officeDocument/2006/relationships/image" Target="../media/image442.wmf"/><Relationship Id="rId1" Type="http://schemas.openxmlformats.org/officeDocument/2006/relationships/image" Target="../media/image441.wmf"/></Relationships>
</file>

<file path=ppt/drawings/_rels/vmlDrawing134.vml.rels><?xml version="1.0" encoding="UTF-8" standalone="yes"?>
<Relationships xmlns="http://schemas.openxmlformats.org/package/2006/relationships"><Relationship Id="rId3" Type="http://schemas.openxmlformats.org/officeDocument/2006/relationships/image" Target="../media/image446.wmf"/><Relationship Id="rId2" Type="http://schemas.openxmlformats.org/officeDocument/2006/relationships/image" Target="../media/image445.wmf"/><Relationship Id="rId1" Type="http://schemas.openxmlformats.org/officeDocument/2006/relationships/image" Target="../media/image444.wmf"/></Relationships>
</file>

<file path=ppt/drawings/_rels/vmlDrawing135.vml.rels><?xml version="1.0" encoding="UTF-8" standalone="yes"?>
<Relationships xmlns="http://schemas.openxmlformats.org/package/2006/relationships"><Relationship Id="rId3" Type="http://schemas.openxmlformats.org/officeDocument/2006/relationships/image" Target="../media/image449.wmf"/><Relationship Id="rId2" Type="http://schemas.openxmlformats.org/officeDocument/2006/relationships/image" Target="../media/image448.wmf"/><Relationship Id="rId1" Type="http://schemas.openxmlformats.org/officeDocument/2006/relationships/image" Target="../media/image447.wmf"/></Relationships>
</file>

<file path=ppt/drawings/_rels/vmlDrawing136.vml.rels><?xml version="1.0" encoding="UTF-8" standalone="yes"?>
<Relationships xmlns="http://schemas.openxmlformats.org/package/2006/relationships"><Relationship Id="rId2" Type="http://schemas.openxmlformats.org/officeDocument/2006/relationships/image" Target="../media/image451.wmf"/><Relationship Id="rId1" Type="http://schemas.openxmlformats.org/officeDocument/2006/relationships/image" Target="../media/image450.wmf"/></Relationships>
</file>

<file path=ppt/drawings/_rels/vmlDrawing137.vml.rels><?xml version="1.0" encoding="UTF-8" standalone="yes"?>
<Relationships xmlns="http://schemas.openxmlformats.org/package/2006/relationships"><Relationship Id="rId1" Type="http://schemas.openxmlformats.org/officeDocument/2006/relationships/image" Target="../media/image452.wmf"/></Relationships>
</file>

<file path=ppt/drawings/_rels/vmlDrawing138.vml.rels><?xml version="1.0" encoding="UTF-8" standalone="yes"?>
<Relationships xmlns="http://schemas.openxmlformats.org/package/2006/relationships"><Relationship Id="rId1" Type="http://schemas.openxmlformats.org/officeDocument/2006/relationships/image" Target="../media/image453.wmf"/></Relationships>
</file>

<file path=ppt/drawings/_rels/vmlDrawing139.vml.rels><?xml version="1.0" encoding="UTF-8" standalone="yes"?>
<Relationships xmlns="http://schemas.openxmlformats.org/package/2006/relationships"><Relationship Id="rId3" Type="http://schemas.openxmlformats.org/officeDocument/2006/relationships/image" Target="../media/image428.wmf"/><Relationship Id="rId2" Type="http://schemas.openxmlformats.org/officeDocument/2006/relationships/image" Target="../media/image427.wmf"/><Relationship Id="rId1" Type="http://schemas.openxmlformats.org/officeDocument/2006/relationships/image" Target="../media/image426.wmf"/><Relationship Id="rId5" Type="http://schemas.openxmlformats.org/officeDocument/2006/relationships/image" Target="../media/image430.wmf"/><Relationship Id="rId4" Type="http://schemas.openxmlformats.org/officeDocument/2006/relationships/image" Target="../media/image429.wmf"/></Relationships>
</file>

<file path=ppt/drawings/_rels/vmlDrawing140.vml.rels><?xml version="1.0" encoding="UTF-8" standalone="yes"?>
<Relationships xmlns="http://schemas.openxmlformats.org/package/2006/relationships"><Relationship Id="rId3" Type="http://schemas.openxmlformats.org/officeDocument/2006/relationships/image" Target="../media/image456.wmf"/><Relationship Id="rId2" Type="http://schemas.openxmlformats.org/officeDocument/2006/relationships/image" Target="../media/image455.wmf"/><Relationship Id="rId1" Type="http://schemas.openxmlformats.org/officeDocument/2006/relationships/image" Target="../media/image454.wmf"/></Relationships>
</file>

<file path=ppt/drawings/_rels/vmlDrawing141.vml.rels><?xml version="1.0" encoding="UTF-8" standalone="yes"?>
<Relationships xmlns="http://schemas.openxmlformats.org/package/2006/relationships"><Relationship Id="rId2" Type="http://schemas.openxmlformats.org/officeDocument/2006/relationships/image" Target="../media/image458.wmf"/><Relationship Id="rId1" Type="http://schemas.openxmlformats.org/officeDocument/2006/relationships/image" Target="../media/image457.wmf"/></Relationships>
</file>

<file path=ppt/drawings/_rels/vmlDrawing142.vml.rels><?xml version="1.0" encoding="UTF-8" standalone="yes"?>
<Relationships xmlns="http://schemas.openxmlformats.org/package/2006/relationships"><Relationship Id="rId3" Type="http://schemas.openxmlformats.org/officeDocument/2006/relationships/image" Target="../media/image461.wmf"/><Relationship Id="rId2" Type="http://schemas.openxmlformats.org/officeDocument/2006/relationships/image" Target="../media/image460.wmf"/><Relationship Id="rId1" Type="http://schemas.openxmlformats.org/officeDocument/2006/relationships/image" Target="../media/image459.wmf"/></Relationships>
</file>

<file path=ppt/drawings/_rels/vmlDrawing143.vml.rels><?xml version="1.0" encoding="UTF-8" standalone="yes"?>
<Relationships xmlns="http://schemas.openxmlformats.org/package/2006/relationships"><Relationship Id="rId3" Type="http://schemas.openxmlformats.org/officeDocument/2006/relationships/image" Target="../media/image464.wmf"/><Relationship Id="rId2" Type="http://schemas.openxmlformats.org/officeDocument/2006/relationships/image" Target="../media/image463.wmf"/><Relationship Id="rId1" Type="http://schemas.openxmlformats.org/officeDocument/2006/relationships/image" Target="../media/image462.wmf"/><Relationship Id="rId5" Type="http://schemas.openxmlformats.org/officeDocument/2006/relationships/image" Target="../media/image466.wmf"/><Relationship Id="rId4" Type="http://schemas.openxmlformats.org/officeDocument/2006/relationships/image" Target="../media/image465.wmf"/></Relationships>
</file>

<file path=ppt/drawings/_rels/vmlDrawing144.vml.rels><?xml version="1.0" encoding="UTF-8" standalone="yes"?>
<Relationships xmlns="http://schemas.openxmlformats.org/package/2006/relationships"><Relationship Id="rId3" Type="http://schemas.openxmlformats.org/officeDocument/2006/relationships/image" Target="../media/image469.wmf"/><Relationship Id="rId2" Type="http://schemas.openxmlformats.org/officeDocument/2006/relationships/image" Target="../media/image468.wmf"/><Relationship Id="rId1" Type="http://schemas.openxmlformats.org/officeDocument/2006/relationships/image" Target="../media/image467.wmf"/></Relationships>
</file>

<file path=ppt/drawings/_rels/vmlDrawing145.vml.rels><?xml version="1.0" encoding="UTF-8" standalone="yes"?>
<Relationships xmlns="http://schemas.openxmlformats.org/package/2006/relationships"><Relationship Id="rId3" Type="http://schemas.openxmlformats.org/officeDocument/2006/relationships/image" Target="../media/image472.wmf"/><Relationship Id="rId2" Type="http://schemas.openxmlformats.org/officeDocument/2006/relationships/image" Target="../media/image471.wmf"/><Relationship Id="rId1" Type="http://schemas.openxmlformats.org/officeDocument/2006/relationships/image" Target="../media/image470.wmf"/></Relationships>
</file>

<file path=ppt/drawings/_rels/vmlDrawing146.vml.rels><?xml version="1.0" encoding="UTF-8" standalone="yes"?>
<Relationships xmlns="http://schemas.openxmlformats.org/package/2006/relationships"><Relationship Id="rId3" Type="http://schemas.openxmlformats.org/officeDocument/2006/relationships/image" Target="../media/image475.wmf"/><Relationship Id="rId2" Type="http://schemas.openxmlformats.org/officeDocument/2006/relationships/image" Target="../media/image474.wmf"/><Relationship Id="rId1" Type="http://schemas.openxmlformats.org/officeDocument/2006/relationships/image" Target="../media/image473.wmf"/><Relationship Id="rId5" Type="http://schemas.openxmlformats.org/officeDocument/2006/relationships/image" Target="../media/image477.png"/><Relationship Id="rId4" Type="http://schemas.openxmlformats.org/officeDocument/2006/relationships/image" Target="../media/image476.wmf"/></Relationships>
</file>

<file path=ppt/drawings/_rels/vmlDrawing147.vml.rels><?xml version="1.0" encoding="UTF-8" standalone="yes"?>
<Relationships xmlns="http://schemas.openxmlformats.org/package/2006/relationships"><Relationship Id="rId3" Type="http://schemas.openxmlformats.org/officeDocument/2006/relationships/image" Target="../media/image480.wmf"/><Relationship Id="rId2" Type="http://schemas.openxmlformats.org/officeDocument/2006/relationships/image" Target="../media/image479.wmf"/><Relationship Id="rId1" Type="http://schemas.openxmlformats.org/officeDocument/2006/relationships/image" Target="../media/image478.wmf"/><Relationship Id="rId6" Type="http://schemas.openxmlformats.org/officeDocument/2006/relationships/image" Target="../media/image483.wmf"/><Relationship Id="rId5" Type="http://schemas.openxmlformats.org/officeDocument/2006/relationships/image" Target="../media/image482.wmf"/><Relationship Id="rId4" Type="http://schemas.openxmlformats.org/officeDocument/2006/relationships/image" Target="../media/image481.wmf"/></Relationships>
</file>

<file path=ppt/drawings/_rels/vmlDrawing148.vml.rels><?xml version="1.0" encoding="UTF-8" standalone="yes"?>
<Relationships xmlns="http://schemas.openxmlformats.org/package/2006/relationships"><Relationship Id="rId1" Type="http://schemas.openxmlformats.org/officeDocument/2006/relationships/image" Target="../media/image484.wmf"/></Relationships>
</file>

<file path=ppt/drawings/_rels/vmlDrawing149.vml.rels><?xml version="1.0" encoding="UTF-8" standalone="yes"?>
<Relationships xmlns="http://schemas.openxmlformats.org/package/2006/relationships"><Relationship Id="rId3" Type="http://schemas.openxmlformats.org/officeDocument/2006/relationships/image" Target="../media/image474.wmf"/><Relationship Id="rId2" Type="http://schemas.openxmlformats.org/officeDocument/2006/relationships/image" Target="../media/image473.wmf"/><Relationship Id="rId1" Type="http://schemas.openxmlformats.org/officeDocument/2006/relationships/image" Target="../media/image485.wmf"/><Relationship Id="rId6" Type="http://schemas.openxmlformats.org/officeDocument/2006/relationships/image" Target="../media/image488.wmf"/><Relationship Id="rId5" Type="http://schemas.openxmlformats.org/officeDocument/2006/relationships/image" Target="../media/image487.wmf"/><Relationship Id="rId4" Type="http://schemas.openxmlformats.org/officeDocument/2006/relationships/image" Target="../media/image486.wmf"/></Relationships>
</file>

<file path=ppt/drawings/_rels/vmlDrawing150.vml.rels><?xml version="1.0" encoding="UTF-8" standalone="yes"?>
<Relationships xmlns="http://schemas.openxmlformats.org/package/2006/relationships"><Relationship Id="rId2" Type="http://schemas.openxmlformats.org/officeDocument/2006/relationships/image" Target="../media/image490.wmf"/><Relationship Id="rId1" Type="http://schemas.openxmlformats.org/officeDocument/2006/relationships/image" Target="../media/image489.wmf"/></Relationships>
</file>

<file path=ppt/drawings/_rels/vmlDrawing151.vml.rels><?xml version="1.0" encoding="UTF-8" standalone="yes"?>
<Relationships xmlns="http://schemas.openxmlformats.org/package/2006/relationships"><Relationship Id="rId3" Type="http://schemas.openxmlformats.org/officeDocument/2006/relationships/image" Target="../media/image493.wmf"/><Relationship Id="rId2" Type="http://schemas.openxmlformats.org/officeDocument/2006/relationships/image" Target="../media/image492.wmf"/><Relationship Id="rId1" Type="http://schemas.openxmlformats.org/officeDocument/2006/relationships/image" Target="../media/image491.wmf"/><Relationship Id="rId6" Type="http://schemas.openxmlformats.org/officeDocument/2006/relationships/image" Target="../media/image496.wmf"/><Relationship Id="rId5" Type="http://schemas.openxmlformats.org/officeDocument/2006/relationships/image" Target="../media/image495.wmf"/><Relationship Id="rId4" Type="http://schemas.openxmlformats.org/officeDocument/2006/relationships/image" Target="../media/image494.wmf"/></Relationships>
</file>

<file path=ppt/drawings/_rels/vmlDrawing152.vml.rels><?xml version="1.0" encoding="UTF-8" standalone="yes"?>
<Relationships xmlns="http://schemas.openxmlformats.org/package/2006/relationships"><Relationship Id="rId3" Type="http://schemas.openxmlformats.org/officeDocument/2006/relationships/image" Target="../media/image499.wmf"/><Relationship Id="rId2" Type="http://schemas.openxmlformats.org/officeDocument/2006/relationships/image" Target="../media/image498.wmf"/><Relationship Id="rId1" Type="http://schemas.openxmlformats.org/officeDocument/2006/relationships/image" Target="../media/image497.wmf"/><Relationship Id="rId5" Type="http://schemas.openxmlformats.org/officeDocument/2006/relationships/image" Target="../media/image501.wmf"/><Relationship Id="rId4" Type="http://schemas.openxmlformats.org/officeDocument/2006/relationships/image" Target="../media/image500.wmf"/></Relationships>
</file>

<file path=ppt/drawings/_rels/vmlDrawing153.vml.rels><?xml version="1.0" encoding="UTF-8" standalone="yes"?>
<Relationships xmlns="http://schemas.openxmlformats.org/package/2006/relationships"><Relationship Id="rId8" Type="http://schemas.openxmlformats.org/officeDocument/2006/relationships/image" Target="../media/image509.wmf"/><Relationship Id="rId3" Type="http://schemas.openxmlformats.org/officeDocument/2006/relationships/image" Target="../media/image504.wmf"/><Relationship Id="rId7" Type="http://schemas.openxmlformats.org/officeDocument/2006/relationships/image" Target="../media/image508.wmf"/><Relationship Id="rId2" Type="http://schemas.openxmlformats.org/officeDocument/2006/relationships/image" Target="../media/image503.wmf"/><Relationship Id="rId1" Type="http://schemas.openxmlformats.org/officeDocument/2006/relationships/image" Target="../media/image502.wmf"/><Relationship Id="rId6" Type="http://schemas.openxmlformats.org/officeDocument/2006/relationships/image" Target="../media/image507.wmf"/><Relationship Id="rId5" Type="http://schemas.openxmlformats.org/officeDocument/2006/relationships/image" Target="../media/image506.wmf"/><Relationship Id="rId4" Type="http://schemas.openxmlformats.org/officeDocument/2006/relationships/image" Target="../media/image505.wmf"/></Relationships>
</file>

<file path=ppt/drawings/_rels/vmlDrawing154.vml.rels><?xml version="1.0" encoding="UTF-8" standalone="yes"?>
<Relationships xmlns="http://schemas.openxmlformats.org/package/2006/relationships"><Relationship Id="rId1" Type="http://schemas.openxmlformats.org/officeDocument/2006/relationships/image" Target="../media/image510.wmf"/></Relationships>
</file>

<file path=ppt/drawings/_rels/vmlDrawing155.vml.rels><?xml version="1.0" encoding="UTF-8" standalone="yes"?>
<Relationships xmlns="http://schemas.openxmlformats.org/package/2006/relationships"><Relationship Id="rId3" Type="http://schemas.openxmlformats.org/officeDocument/2006/relationships/image" Target="../media/image513.wmf"/><Relationship Id="rId2" Type="http://schemas.openxmlformats.org/officeDocument/2006/relationships/image" Target="../media/image512.wmf"/><Relationship Id="rId1" Type="http://schemas.openxmlformats.org/officeDocument/2006/relationships/image" Target="../media/image511.wmf"/><Relationship Id="rId6" Type="http://schemas.openxmlformats.org/officeDocument/2006/relationships/image" Target="../media/image516.wmf"/><Relationship Id="rId5" Type="http://schemas.openxmlformats.org/officeDocument/2006/relationships/image" Target="../media/image515.wmf"/><Relationship Id="rId4" Type="http://schemas.openxmlformats.org/officeDocument/2006/relationships/image" Target="../media/image514.wmf"/></Relationships>
</file>

<file path=ppt/drawings/_rels/vmlDrawing156.vml.rels><?xml version="1.0" encoding="UTF-8" standalone="yes"?>
<Relationships xmlns="http://schemas.openxmlformats.org/package/2006/relationships"><Relationship Id="rId3" Type="http://schemas.openxmlformats.org/officeDocument/2006/relationships/image" Target="../media/image519.wmf"/><Relationship Id="rId2" Type="http://schemas.openxmlformats.org/officeDocument/2006/relationships/image" Target="../media/image518.wmf"/><Relationship Id="rId1" Type="http://schemas.openxmlformats.org/officeDocument/2006/relationships/image" Target="../media/image517.wmf"/><Relationship Id="rId4" Type="http://schemas.openxmlformats.org/officeDocument/2006/relationships/image" Target="../media/image520.png"/></Relationships>
</file>

<file path=ppt/drawings/_rels/vmlDrawing157.vml.rels><?xml version="1.0" encoding="UTF-8" standalone="yes"?>
<Relationships xmlns="http://schemas.openxmlformats.org/package/2006/relationships"><Relationship Id="rId8" Type="http://schemas.openxmlformats.org/officeDocument/2006/relationships/image" Target="../media/image528.wmf"/><Relationship Id="rId3" Type="http://schemas.openxmlformats.org/officeDocument/2006/relationships/image" Target="../media/image523.wmf"/><Relationship Id="rId7" Type="http://schemas.openxmlformats.org/officeDocument/2006/relationships/image" Target="../media/image527.wmf"/><Relationship Id="rId2" Type="http://schemas.openxmlformats.org/officeDocument/2006/relationships/image" Target="../media/image522.wmf"/><Relationship Id="rId1" Type="http://schemas.openxmlformats.org/officeDocument/2006/relationships/image" Target="../media/image521.wmf"/><Relationship Id="rId6" Type="http://schemas.openxmlformats.org/officeDocument/2006/relationships/image" Target="../media/image526.wmf"/><Relationship Id="rId5" Type="http://schemas.openxmlformats.org/officeDocument/2006/relationships/image" Target="../media/image525.wmf"/><Relationship Id="rId4" Type="http://schemas.openxmlformats.org/officeDocument/2006/relationships/image" Target="../media/image524.wmf"/></Relationships>
</file>

<file path=ppt/drawings/_rels/vmlDrawing158.v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image" Target="../media/image529.wmf"/></Relationships>
</file>

<file path=ppt/drawings/_rels/vmlDrawing159.vml.rels><?xml version="1.0" encoding="UTF-8" standalone="yes"?>
<Relationships xmlns="http://schemas.openxmlformats.org/package/2006/relationships"><Relationship Id="rId8" Type="http://schemas.openxmlformats.org/officeDocument/2006/relationships/image" Target="../media/image537.wmf"/><Relationship Id="rId3" Type="http://schemas.openxmlformats.org/officeDocument/2006/relationships/image" Target="../media/image533.wmf"/><Relationship Id="rId7" Type="http://schemas.openxmlformats.org/officeDocument/2006/relationships/image" Target="../media/image525.wmf"/><Relationship Id="rId2" Type="http://schemas.openxmlformats.org/officeDocument/2006/relationships/image" Target="../media/image532.wmf"/><Relationship Id="rId1" Type="http://schemas.openxmlformats.org/officeDocument/2006/relationships/image" Target="../media/image531.wmf"/><Relationship Id="rId6" Type="http://schemas.openxmlformats.org/officeDocument/2006/relationships/image" Target="../media/image536.wmf"/><Relationship Id="rId5" Type="http://schemas.openxmlformats.org/officeDocument/2006/relationships/image" Target="../media/image535.wmf"/><Relationship Id="rId4" Type="http://schemas.openxmlformats.org/officeDocument/2006/relationships/image" Target="../media/image534.wmf"/></Relationships>
</file>

<file path=ppt/drawings/_rels/vmlDrawing160.vml.rels><?xml version="1.0" encoding="UTF-8" standalone="yes"?>
<Relationships xmlns="http://schemas.openxmlformats.org/package/2006/relationships"><Relationship Id="rId3" Type="http://schemas.openxmlformats.org/officeDocument/2006/relationships/image" Target="../media/image539.wmf"/><Relationship Id="rId2" Type="http://schemas.openxmlformats.org/officeDocument/2006/relationships/image" Target="../media/image530.png"/><Relationship Id="rId1" Type="http://schemas.openxmlformats.org/officeDocument/2006/relationships/image" Target="../media/image538.wmf"/><Relationship Id="rId4" Type="http://schemas.openxmlformats.org/officeDocument/2006/relationships/image" Target="../media/image540.wmf"/></Relationships>
</file>

<file path=ppt/drawings/_rels/vmlDrawing161.vml.rels><?xml version="1.0" encoding="UTF-8" standalone="yes"?>
<Relationships xmlns="http://schemas.openxmlformats.org/package/2006/relationships"><Relationship Id="rId3" Type="http://schemas.openxmlformats.org/officeDocument/2006/relationships/image" Target="../media/image543.png"/><Relationship Id="rId2" Type="http://schemas.openxmlformats.org/officeDocument/2006/relationships/image" Target="../media/image542.wmf"/><Relationship Id="rId1" Type="http://schemas.openxmlformats.org/officeDocument/2006/relationships/image" Target="../media/image541.wmf"/></Relationships>
</file>

<file path=ppt/drawings/_rels/vmlDrawing162.vml.rels><?xml version="1.0" encoding="UTF-8" standalone="yes"?>
<Relationships xmlns="http://schemas.openxmlformats.org/package/2006/relationships"><Relationship Id="rId1" Type="http://schemas.openxmlformats.org/officeDocument/2006/relationships/image" Target="../media/image544.wmf"/></Relationships>
</file>

<file path=ppt/drawings/_rels/vmlDrawing163.vml.rels><?xml version="1.0" encoding="UTF-8" standalone="yes"?>
<Relationships xmlns="http://schemas.openxmlformats.org/package/2006/relationships"><Relationship Id="rId3" Type="http://schemas.openxmlformats.org/officeDocument/2006/relationships/image" Target="../media/image546.wmf"/><Relationship Id="rId7" Type="http://schemas.openxmlformats.org/officeDocument/2006/relationships/image" Target="../media/image549.wmf"/><Relationship Id="rId2" Type="http://schemas.openxmlformats.org/officeDocument/2006/relationships/image" Target="../media/image545.wmf"/><Relationship Id="rId1" Type="http://schemas.openxmlformats.org/officeDocument/2006/relationships/image" Target="../media/image513.wmf"/><Relationship Id="rId6" Type="http://schemas.openxmlformats.org/officeDocument/2006/relationships/image" Target="../media/image548.wmf"/><Relationship Id="rId5" Type="http://schemas.openxmlformats.org/officeDocument/2006/relationships/image" Target="../media/image540.wmf"/><Relationship Id="rId4" Type="http://schemas.openxmlformats.org/officeDocument/2006/relationships/image" Target="../media/image547.wmf"/></Relationships>
</file>

<file path=ppt/drawings/_rels/vmlDrawing164.vml.rels><?xml version="1.0" encoding="UTF-8" standalone="yes"?>
<Relationships xmlns="http://schemas.openxmlformats.org/package/2006/relationships"><Relationship Id="rId3" Type="http://schemas.openxmlformats.org/officeDocument/2006/relationships/image" Target="../media/image552.wmf"/><Relationship Id="rId2" Type="http://schemas.openxmlformats.org/officeDocument/2006/relationships/image" Target="../media/image551.wmf"/><Relationship Id="rId1" Type="http://schemas.openxmlformats.org/officeDocument/2006/relationships/image" Target="../media/image550.wmf"/><Relationship Id="rId5" Type="http://schemas.openxmlformats.org/officeDocument/2006/relationships/image" Target="../media/image554.wmf"/><Relationship Id="rId4" Type="http://schemas.openxmlformats.org/officeDocument/2006/relationships/image" Target="../media/image553.wmf"/></Relationships>
</file>

<file path=ppt/drawings/_rels/vmlDrawing165.vml.rels><?xml version="1.0" encoding="UTF-8" standalone="yes"?>
<Relationships xmlns="http://schemas.openxmlformats.org/package/2006/relationships"><Relationship Id="rId3" Type="http://schemas.openxmlformats.org/officeDocument/2006/relationships/image" Target="../media/image557.wmf"/><Relationship Id="rId2" Type="http://schemas.openxmlformats.org/officeDocument/2006/relationships/image" Target="../media/image556.wmf"/><Relationship Id="rId1" Type="http://schemas.openxmlformats.org/officeDocument/2006/relationships/image" Target="../media/image555.wmf"/><Relationship Id="rId5" Type="http://schemas.openxmlformats.org/officeDocument/2006/relationships/image" Target="../media/image559.wmf"/><Relationship Id="rId4" Type="http://schemas.openxmlformats.org/officeDocument/2006/relationships/image" Target="../media/image558.wmf"/></Relationships>
</file>

<file path=ppt/drawings/_rels/vmlDrawing166.vml.rels><?xml version="1.0" encoding="UTF-8" standalone="yes"?>
<Relationships xmlns="http://schemas.openxmlformats.org/package/2006/relationships"><Relationship Id="rId3" Type="http://schemas.openxmlformats.org/officeDocument/2006/relationships/image" Target="../media/image562.wmf"/><Relationship Id="rId2" Type="http://schemas.openxmlformats.org/officeDocument/2006/relationships/image" Target="../media/image561.wmf"/><Relationship Id="rId1" Type="http://schemas.openxmlformats.org/officeDocument/2006/relationships/image" Target="../media/image560.wmf"/><Relationship Id="rId5" Type="http://schemas.openxmlformats.org/officeDocument/2006/relationships/image" Target="../media/image564.wmf"/><Relationship Id="rId4" Type="http://schemas.openxmlformats.org/officeDocument/2006/relationships/image" Target="../media/image563.wmf"/></Relationships>
</file>

<file path=ppt/drawings/_rels/vmlDrawing167.vml.rels><?xml version="1.0" encoding="UTF-8" standalone="yes"?>
<Relationships xmlns="http://schemas.openxmlformats.org/package/2006/relationships"><Relationship Id="rId1" Type="http://schemas.openxmlformats.org/officeDocument/2006/relationships/image" Target="../media/image565.wmf"/></Relationships>
</file>

<file path=ppt/drawings/_rels/vmlDrawing168.vml.rels><?xml version="1.0" encoding="UTF-8" standalone="yes"?>
<Relationships xmlns="http://schemas.openxmlformats.org/package/2006/relationships"><Relationship Id="rId3" Type="http://schemas.openxmlformats.org/officeDocument/2006/relationships/image" Target="../media/image568.wmf"/><Relationship Id="rId2" Type="http://schemas.openxmlformats.org/officeDocument/2006/relationships/image" Target="../media/image567.wmf"/><Relationship Id="rId1" Type="http://schemas.openxmlformats.org/officeDocument/2006/relationships/image" Target="../media/image566.wmf"/><Relationship Id="rId6" Type="http://schemas.openxmlformats.org/officeDocument/2006/relationships/image" Target="../media/image557.wmf"/><Relationship Id="rId5" Type="http://schemas.openxmlformats.org/officeDocument/2006/relationships/image" Target="../media/image570.png"/><Relationship Id="rId4" Type="http://schemas.openxmlformats.org/officeDocument/2006/relationships/image" Target="../media/image569.wmf"/></Relationships>
</file>

<file path=ppt/drawings/_rels/vmlDrawing169.vml.rels><?xml version="1.0" encoding="UTF-8" standalone="yes"?>
<Relationships xmlns="http://schemas.openxmlformats.org/package/2006/relationships"><Relationship Id="rId3" Type="http://schemas.openxmlformats.org/officeDocument/2006/relationships/image" Target="../media/image573.wmf"/><Relationship Id="rId7" Type="http://schemas.openxmlformats.org/officeDocument/2006/relationships/image" Target="../media/image577.wmf"/><Relationship Id="rId2" Type="http://schemas.openxmlformats.org/officeDocument/2006/relationships/image" Target="../media/image572.wmf"/><Relationship Id="rId1" Type="http://schemas.openxmlformats.org/officeDocument/2006/relationships/image" Target="../media/image571.wmf"/><Relationship Id="rId6" Type="http://schemas.openxmlformats.org/officeDocument/2006/relationships/image" Target="../media/image576.wmf"/><Relationship Id="rId5" Type="http://schemas.openxmlformats.org/officeDocument/2006/relationships/image" Target="../media/image575.wmf"/><Relationship Id="rId4" Type="http://schemas.openxmlformats.org/officeDocument/2006/relationships/image" Target="../media/image574.wmf"/></Relationships>
</file>

<file path=ppt/drawings/_rels/vmlDrawing170.vml.rels><?xml version="1.0" encoding="UTF-8" standalone="yes"?>
<Relationships xmlns="http://schemas.openxmlformats.org/package/2006/relationships"><Relationship Id="rId3" Type="http://schemas.openxmlformats.org/officeDocument/2006/relationships/image" Target="../media/image580.wmf"/><Relationship Id="rId2" Type="http://schemas.openxmlformats.org/officeDocument/2006/relationships/image" Target="../media/image579.wmf"/><Relationship Id="rId1" Type="http://schemas.openxmlformats.org/officeDocument/2006/relationships/image" Target="../media/image578.wmf"/></Relationships>
</file>

<file path=ppt/drawings/_rels/vmlDrawing171.vml.rels><?xml version="1.0" encoding="UTF-8" standalone="yes"?>
<Relationships xmlns="http://schemas.openxmlformats.org/package/2006/relationships"><Relationship Id="rId2" Type="http://schemas.openxmlformats.org/officeDocument/2006/relationships/image" Target="../media/image582.wmf"/><Relationship Id="rId1" Type="http://schemas.openxmlformats.org/officeDocument/2006/relationships/image" Target="../media/image581.wmf"/></Relationships>
</file>

<file path=ppt/drawings/_rels/vmlDrawing172.vml.rels><?xml version="1.0" encoding="UTF-8" standalone="yes"?>
<Relationships xmlns="http://schemas.openxmlformats.org/package/2006/relationships"><Relationship Id="rId2" Type="http://schemas.openxmlformats.org/officeDocument/2006/relationships/image" Target="../media/image584.wmf"/><Relationship Id="rId1" Type="http://schemas.openxmlformats.org/officeDocument/2006/relationships/image" Target="../media/image583.wmf"/></Relationships>
</file>

<file path=ppt/drawings/_rels/vmlDrawing173.vml.rels><?xml version="1.0" encoding="UTF-8" standalone="yes"?>
<Relationships xmlns="http://schemas.openxmlformats.org/package/2006/relationships"><Relationship Id="rId3" Type="http://schemas.openxmlformats.org/officeDocument/2006/relationships/image" Target="../media/image587.wmf"/><Relationship Id="rId2" Type="http://schemas.openxmlformats.org/officeDocument/2006/relationships/image" Target="../media/image586.wmf"/><Relationship Id="rId1" Type="http://schemas.openxmlformats.org/officeDocument/2006/relationships/image" Target="../media/image585.wmf"/><Relationship Id="rId6" Type="http://schemas.openxmlformats.org/officeDocument/2006/relationships/image" Target="../media/image583.wmf"/><Relationship Id="rId5" Type="http://schemas.openxmlformats.org/officeDocument/2006/relationships/image" Target="../media/image589.wmf"/><Relationship Id="rId4" Type="http://schemas.openxmlformats.org/officeDocument/2006/relationships/image" Target="../media/image588.wmf"/></Relationships>
</file>

<file path=ppt/drawings/_rels/vmlDrawing174.vml.rels><?xml version="1.0" encoding="UTF-8" standalone="yes"?>
<Relationships xmlns="http://schemas.openxmlformats.org/package/2006/relationships"><Relationship Id="rId3" Type="http://schemas.openxmlformats.org/officeDocument/2006/relationships/image" Target="../media/image592.png"/><Relationship Id="rId2" Type="http://schemas.openxmlformats.org/officeDocument/2006/relationships/image" Target="../media/image591.wmf"/><Relationship Id="rId1" Type="http://schemas.openxmlformats.org/officeDocument/2006/relationships/image" Target="../media/image590.wmf"/></Relationships>
</file>

<file path=ppt/drawings/_rels/vmlDrawing175.vml.rels><?xml version="1.0" encoding="UTF-8" standalone="yes"?>
<Relationships xmlns="http://schemas.openxmlformats.org/package/2006/relationships"><Relationship Id="rId3" Type="http://schemas.openxmlformats.org/officeDocument/2006/relationships/image" Target="../media/image596.wmf"/><Relationship Id="rId2" Type="http://schemas.openxmlformats.org/officeDocument/2006/relationships/image" Target="../media/image595.wmf"/><Relationship Id="rId1" Type="http://schemas.openxmlformats.org/officeDocument/2006/relationships/image" Target="../media/image594.wmf"/></Relationships>
</file>

<file path=ppt/drawings/_rels/vmlDrawing176.vml.rels><?xml version="1.0" encoding="UTF-8" standalone="yes"?>
<Relationships xmlns="http://schemas.openxmlformats.org/package/2006/relationships"><Relationship Id="rId2" Type="http://schemas.openxmlformats.org/officeDocument/2006/relationships/image" Target="../media/image598.wmf"/><Relationship Id="rId1" Type="http://schemas.openxmlformats.org/officeDocument/2006/relationships/image" Target="../media/image597.wmf"/></Relationships>
</file>

<file path=ppt/drawings/_rels/vmlDrawing177.vml.rels><?xml version="1.0" encoding="UTF-8" standalone="yes"?>
<Relationships xmlns="http://schemas.openxmlformats.org/package/2006/relationships"><Relationship Id="rId1" Type="http://schemas.openxmlformats.org/officeDocument/2006/relationships/image" Target="../media/image599.wmf"/></Relationships>
</file>

<file path=ppt/drawings/_rels/vmlDrawing178.vml.rels><?xml version="1.0" encoding="UTF-8" standalone="yes"?>
<Relationships xmlns="http://schemas.openxmlformats.org/package/2006/relationships"><Relationship Id="rId2" Type="http://schemas.openxmlformats.org/officeDocument/2006/relationships/image" Target="../media/image601.wmf"/><Relationship Id="rId1" Type="http://schemas.openxmlformats.org/officeDocument/2006/relationships/image" Target="../media/image600.wmf"/></Relationships>
</file>

<file path=ppt/drawings/_rels/vmlDrawing179.vml.rels><?xml version="1.0" encoding="UTF-8" standalone="yes"?>
<Relationships xmlns="http://schemas.openxmlformats.org/package/2006/relationships"><Relationship Id="rId1" Type="http://schemas.openxmlformats.org/officeDocument/2006/relationships/image" Target="../media/image603.png"/></Relationships>
</file>

<file path=ppt/drawings/_rels/vmlDrawing180.vml.rels><?xml version="1.0" encoding="UTF-8" standalone="yes"?>
<Relationships xmlns="http://schemas.openxmlformats.org/package/2006/relationships"><Relationship Id="rId1" Type="http://schemas.openxmlformats.org/officeDocument/2006/relationships/image" Target="../media/image604.wmf"/></Relationships>
</file>

<file path=ppt/drawings/_rels/vmlDrawing181.vml.rels><?xml version="1.0" encoding="UTF-8" standalone="yes"?>
<Relationships xmlns="http://schemas.openxmlformats.org/package/2006/relationships"><Relationship Id="rId1" Type="http://schemas.openxmlformats.org/officeDocument/2006/relationships/image" Target="../media/image605.png"/></Relationships>
</file>

<file path=ppt/drawings/_rels/vmlDrawing182.vml.rels><?xml version="1.0" encoding="UTF-8" standalone="yes"?>
<Relationships xmlns="http://schemas.openxmlformats.org/package/2006/relationships"><Relationship Id="rId3" Type="http://schemas.openxmlformats.org/officeDocument/2006/relationships/image" Target="../media/image608.wmf"/><Relationship Id="rId2" Type="http://schemas.openxmlformats.org/officeDocument/2006/relationships/image" Target="../media/image607.wmf"/><Relationship Id="rId1" Type="http://schemas.openxmlformats.org/officeDocument/2006/relationships/image" Target="../media/image606.wmf"/><Relationship Id="rId6" Type="http://schemas.openxmlformats.org/officeDocument/2006/relationships/image" Target="../media/image611.wmf"/><Relationship Id="rId5" Type="http://schemas.openxmlformats.org/officeDocument/2006/relationships/image" Target="../media/image610.wmf"/><Relationship Id="rId4" Type="http://schemas.openxmlformats.org/officeDocument/2006/relationships/image" Target="../media/image609.wmf"/></Relationships>
</file>

<file path=ppt/drawings/_rels/vmlDrawing183.vml.rels><?xml version="1.0" encoding="UTF-8" standalone="yes"?>
<Relationships xmlns="http://schemas.openxmlformats.org/package/2006/relationships"><Relationship Id="rId3" Type="http://schemas.openxmlformats.org/officeDocument/2006/relationships/image" Target="../media/image614.wmf"/><Relationship Id="rId2" Type="http://schemas.openxmlformats.org/officeDocument/2006/relationships/image" Target="../media/image613.wmf"/><Relationship Id="rId1" Type="http://schemas.openxmlformats.org/officeDocument/2006/relationships/image" Target="../media/image612.wmf"/><Relationship Id="rId6" Type="http://schemas.openxmlformats.org/officeDocument/2006/relationships/image" Target="../media/image617.wmf"/><Relationship Id="rId5" Type="http://schemas.openxmlformats.org/officeDocument/2006/relationships/image" Target="../media/image616.wmf"/><Relationship Id="rId4" Type="http://schemas.openxmlformats.org/officeDocument/2006/relationships/image" Target="../media/image615.wmf"/></Relationships>
</file>

<file path=ppt/drawings/_rels/vmlDrawing184.vml.rels><?xml version="1.0" encoding="UTF-8" standalone="yes"?>
<Relationships xmlns="http://schemas.openxmlformats.org/package/2006/relationships"><Relationship Id="rId2" Type="http://schemas.openxmlformats.org/officeDocument/2006/relationships/image" Target="../media/image619.wmf"/><Relationship Id="rId1" Type="http://schemas.openxmlformats.org/officeDocument/2006/relationships/image" Target="../media/image618.wmf"/></Relationships>
</file>

<file path=ppt/drawings/_rels/vmlDrawing185.vml.rels><?xml version="1.0" encoding="UTF-8" standalone="yes"?>
<Relationships xmlns="http://schemas.openxmlformats.org/package/2006/relationships"><Relationship Id="rId3" Type="http://schemas.openxmlformats.org/officeDocument/2006/relationships/image" Target="../media/image622.wmf"/><Relationship Id="rId2" Type="http://schemas.openxmlformats.org/officeDocument/2006/relationships/image" Target="../media/image621.wmf"/><Relationship Id="rId1" Type="http://schemas.openxmlformats.org/officeDocument/2006/relationships/image" Target="../media/image620.wmf"/><Relationship Id="rId6" Type="http://schemas.openxmlformats.org/officeDocument/2006/relationships/image" Target="../media/image625.wmf"/><Relationship Id="rId5" Type="http://schemas.openxmlformats.org/officeDocument/2006/relationships/image" Target="../media/image624.wmf"/><Relationship Id="rId4" Type="http://schemas.openxmlformats.org/officeDocument/2006/relationships/image" Target="../media/image623.wmf"/></Relationships>
</file>

<file path=ppt/drawings/_rels/vmlDrawing186.vml.rels><?xml version="1.0" encoding="UTF-8" standalone="yes"?>
<Relationships xmlns="http://schemas.openxmlformats.org/package/2006/relationships"><Relationship Id="rId1" Type="http://schemas.openxmlformats.org/officeDocument/2006/relationships/image" Target="../media/image626.png"/></Relationships>
</file>

<file path=ppt/drawings/_rels/vmlDrawing187.vml.rels><?xml version="1.0" encoding="UTF-8" standalone="yes"?>
<Relationships xmlns="http://schemas.openxmlformats.org/package/2006/relationships"><Relationship Id="rId1" Type="http://schemas.openxmlformats.org/officeDocument/2006/relationships/image" Target="../media/image627.wmf"/></Relationships>
</file>

<file path=ppt/drawings/_rels/vmlDrawing188.vml.rels><?xml version="1.0" encoding="UTF-8" standalone="yes"?>
<Relationships xmlns="http://schemas.openxmlformats.org/package/2006/relationships"><Relationship Id="rId2" Type="http://schemas.openxmlformats.org/officeDocument/2006/relationships/image" Target="../media/image629.wmf"/><Relationship Id="rId1" Type="http://schemas.openxmlformats.org/officeDocument/2006/relationships/image" Target="../media/image628.wmf"/></Relationships>
</file>

<file path=ppt/drawings/_rels/vmlDrawing189.vml.rels><?xml version="1.0" encoding="UTF-8" standalone="yes"?>
<Relationships xmlns="http://schemas.openxmlformats.org/package/2006/relationships"><Relationship Id="rId1" Type="http://schemas.openxmlformats.org/officeDocument/2006/relationships/image" Target="../media/image630.png"/></Relationships>
</file>

<file path=ppt/drawings/_rels/vmlDrawing190.vml.rels><?xml version="1.0" encoding="UTF-8" standalone="yes"?>
<Relationships xmlns="http://schemas.openxmlformats.org/package/2006/relationships"><Relationship Id="rId3" Type="http://schemas.openxmlformats.org/officeDocument/2006/relationships/image" Target="../media/image633.wmf"/><Relationship Id="rId2" Type="http://schemas.openxmlformats.org/officeDocument/2006/relationships/image" Target="../media/image632.wmf"/><Relationship Id="rId1" Type="http://schemas.openxmlformats.org/officeDocument/2006/relationships/image" Target="../media/image631.wmf"/><Relationship Id="rId5" Type="http://schemas.openxmlformats.org/officeDocument/2006/relationships/image" Target="../media/image635.wmf"/><Relationship Id="rId4" Type="http://schemas.openxmlformats.org/officeDocument/2006/relationships/image" Target="../media/image634.wmf"/></Relationships>
</file>

<file path=ppt/drawings/_rels/vmlDrawing191.vml.rels><?xml version="1.0" encoding="UTF-8" standalone="yes"?>
<Relationships xmlns="http://schemas.openxmlformats.org/package/2006/relationships"><Relationship Id="rId2" Type="http://schemas.openxmlformats.org/officeDocument/2006/relationships/image" Target="../media/image637.wmf"/><Relationship Id="rId1" Type="http://schemas.openxmlformats.org/officeDocument/2006/relationships/image" Target="../media/image636.wmf"/></Relationships>
</file>

<file path=ppt/drawings/_rels/vmlDrawing192.vml.rels><?xml version="1.0" encoding="UTF-8" standalone="yes"?>
<Relationships xmlns="http://schemas.openxmlformats.org/package/2006/relationships"><Relationship Id="rId3" Type="http://schemas.openxmlformats.org/officeDocument/2006/relationships/image" Target="../media/image640.wmf"/><Relationship Id="rId2" Type="http://schemas.openxmlformats.org/officeDocument/2006/relationships/image" Target="../media/image639.wmf"/><Relationship Id="rId1" Type="http://schemas.openxmlformats.org/officeDocument/2006/relationships/image" Target="../media/image638.wmf"/><Relationship Id="rId4" Type="http://schemas.openxmlformats.org/officeDocument/2006/relationships/image" Target="../media/image641.wmf"/></Relationships>
</file>

<file path=ppt/drawings/_rels/vmlDrawing193.vml.rels><?xml version="1.0" encoding="UTF-8" standalone="yes"?>
<Relationships xmlns="http://schemas.openxmlformats.org/package/2006/relationships"><Relationship Id="rId3" Type="http://schemas.openxmlformats.org/officeDocument/2006/relationships/image" Target="../media/image644.wmf"/><Relationship Id="rId2" Type="http://schemas.openxmlformats.org/officeDocument/2006/relationships/image" Target="../media/image643.wmf"/><Relationship Id="rId1" Type="http://schemas.openxmlformats.org/officeDocument/2006/relationships/image" Target="../media/image642.wmf"/></Relationships>
</file>

<file path=ppt/drawings/_rels/vmlDrawing194.vml.rels><?xml version="1.0" encoding="UTF-8" standalone="yes"?>
<Relationships xmlns="http://schemas.openxmlformats.org/package/2006/relationships"><Relationship Id="rId2" Type="http://schemas.openxmlformats.org/officeDocument/2006/relationships/image" Target="../media/image646.wmf"/><Relationship Id="rId1" Type="http://schemas.openxmlformats.org/officeDocument/2006/relationships/image" Target="../media/image645.wmf"/></Relationships>
</file>

<file path=ppt/drawings/_rels/vmlDrawing195.vml.rels><?xml version="1.0" encoding="UTF-8" standalone="yes"?>
<Relationships xmlns="http://schemas.openxmlformats.org/package/2006/relationships"><Relationship Id="rId2" Type="http://schemas.openxmlformats.org/officeDocument/2006/relationships/image" Target="../media/image648.wmf"/><Relationship Id="rId1" Type="http://schemas.openxmlformats.org/officeDocument/2006/relationships/image" Target="../media/image647.wmf"/></Relationships>
</file>

<file path=ppt/drawings/_rels/vmlDrawing196.vml.rels><?xml version="1.0" encoding="UTF-8" standalone="yes"?>
<Relationships xmlns="http://schemas.openxmlformats.org/package/2006/relationships"><Relationship Id="rId3" Type="http://schemas.openxmlformats.org/officeDocument/2006/relationships/image" Target="../media/image651.wmf"/><Relationship Id="rId2" Type="http://schemas.openxmlformats.org/officeDocument/2006/relationships/image" Target="../media/image650.wmf"/><Relationship Id="rId1" Type="http://schemas.openxmlformats.org/officeDocument/2006/relationships/image" Target="../media/image649.wmf"/></Relationships>
</file>

<file path=ppt/drawings/_rels/vmlDrawing197.vml.rels><?xml version="1.0" encoding="UTF-8" standalone="yes"?>
<Relationships xmlns="http://schemas.openxmlformats.org/package/2006/relationships"><Relationship Id="rId3" Type="http://schemas.openxmlformats.org/officeDocument/2006/relationships/image" Target="../media/image654.wmf"/><Relationship Id="rId2" Type="http://schemas.openxmlformats.org/officeDocument/2006/relationships/image" Target="../media/image653.wmf"/><Relationship Id="rId1" Type="http://schemas.openxmlformats.org/officeDocument/2006/relationships/image" Target="../media/image652.wmf"/><Relationship Id="rId4" Type="http://schemas.openxmlformats.org/officeDocument/2006/relationships/image" Target="../media/image655.wmf"/></Relationships>
</file>

<file path=ppt/drawings/_rels/vmlDrawing198.vml.rels><?xml version="1.0" encoding="UTF-8" standalone="yes"?>
<Relationships xmlns="http://schemas.openxmlformats.org/package/2006/relationships"><Relationship Id="rId3" Type="http://schemas.openxmlformats.org/officeDocument/2006/relationships/image" Target="../media/image658.wmf"/><Relationship Id="rId2" Type="http://schemas.openxmlformats.org/officeDocument/2006/relationships/image" Target="../media/image657.wmf"/><Relationship Id="rId1" Type="http://schemas.openxmlformats.org/officeDocument/2006/relationships/image" Target="../media/image656.png"/></Relationships>
</file>

<file path=ppt/drawings/_rels/vmlDrawing199.vml.rels><?xml version="1.0" encoding="UTF-8" standalone="yes"?>
<Relationships xmlns="http://schemas.openxmlformats.org/package/2006/relationships"><Relationship Id="rId1" Type="http://schemas.openxmlformats.org/officeDocument/2006/relationships/image" Target="../media/image659.wmf"/></Relationships>
</file>

<file path=ppt/drawings/_rels/vmlDrawing200.vml.rels><?xml version="1.0" encoding="UTF-8" standalone="yes"?>
<Relationships xmlns="http://schemas.openxmlformats.org/package/2006/relationships"><Relationship Id="rId3" Type="http://schemas.openxmlformats.org/officeDocument/2006/relationships/image" Target="../media/image662.wmf"/><Relationship Id="rId2" Type="http://schemas.openxmlformats.org/officeDocument/2006/relationships/image" Target="../media/image661.wmf"/><Relationship Id="rId1" Type="http://schemas.openxmlformats.org/officeDocument/2006/relationships/image" Target="../media/image660.wmf"/></Relationships>
</file>

<file path=ppt/drawings/_rels/vmlDrawing201.vml.rels><?xml version="1.0" encoding="UTF-8" standalone="yes"?>
<Relationships xmlns="http://schemas.openxmlformats.org/package/2006/relationships"><Relationship Id="rId1" Type="http://schemas.openxmlformats.org/officeDocument/2006/relationships/image" Target="../media/image663.wmf"/></Relationships>
</file>

<file path=ppt/drawings/_rels/vmlDrawing202.vml.rels><?xml version="1.0" encoding="UTF-8" standalone="yes"?>
<Relationships xmlns="http://schemas.openxmlformats.org/package/2006/relationships"><Relationship Id="rId3" Type="http://schemas.openxmlformats.org/officeDocument/2006/relationships/image" Target="../media/image666.wmf"/><Relationship Id="rId2" Type="http://schemas.openxmlformats.org/officeDocument/2006/relationships/image" Target="../media/image665.wmf"/><Relationship Id="rId1" Type="http://schemas.openxmlformats.org/officeDocument/2006/relationships/image" Target="../media/image652.wmf"/><Relationship Id="rId4" Type="http://schemas.openxmlformats.org/officeDocument/2006/relationships/image" Target="../media/image667.wmf"/></Relationships>
</file>

<file path=ppt/drawings/_rels/vmlDrawing203.vml.rels><?xml version="1.0" encoding="UTF-8" standalone="yes"?>
<Relationships xmlns="http://schemas.openxmlformats.org/package/2006/relationships"><Relationship Id="rId1" Type="http://schemas.openxmlformats.org/officeDocument/2006/relationships/image" Target="../media/image669.wmf"/></Relationships>
</file>

<file path=ppt/drawings/_rels/vmlDrawing204.vml.rels><?xml version="1.0" encoding="UTF-8" standalone="yes"?>
<Relationships xmlns="http://schemas.openxmlformats.org/package/2006/relationships"><Relationship Id="rId3" Type="http://schemas.openxmlformats.org/officeDocument/2006/relationships/image" Target="../media/image672.wmf"/><Relationship Id="rId2" Type="http://schemas.openxmlformats.org/officeDocument/2006/relationships/image" Target="../media/image671.wmf"/><Relationship Id="rId1" Type="http://schemas.openxmlformats.org/officeDocument/2006/relationships/image" Target="../media/image670.wmf"/></Relationships>
</file>

<file path=ppt/drawings/_rels/vmlDrawing205.vml.rels><?xml version="1.0" encoding="UTF-8" standalone="yes"?>
<Relationships xmlns="http://schemas.openxmlformats.org/package/2006/relationships"><Relationship Id="rId1" Type="http://schemas.openxmlformats.org/officeDocument/2006/relationships/image" Target="../media/image663.wmf"/></Relationships>
</file>

<file path=ppt/drawings/_rels/vmlDrawing206.vml.rels><?xml version="1.0" encoding="UTF-8" standalone="yes"?>
<Relationships xmlns="http://schemas.openxmlformats.org/package/2006/relationships"><Relationship Id="rId3" Type="http://schemas.openxmlformats.org/officeDocument/2006/relationships/image" Target="../media/image675.wmf"/><Relationship Id="rId2" Type="http://schemas.openxmlformats.org/officeDocument/2006/relationships/image" Target="../media/image674.wmf"/><Relationship Id="rId1" Type="http://schemas.openxmlformats.org/officeDocument/2006/relationships/image" Target="../media/image673.png"/><Relationship Id="rId4" Type="http://schemas.openxmlformats.org/officeDocument/2006/relationships/image" Target="../media/image676.wmf"/></Relationships>
</file>

<file path=ppt/drawings/_rels/vmlDrawing207.vml.rels><?xml version="1.0" encoding="UTF-8" standalone="yes"?>
<Relationships xmlns="http://schemas.openxmlformats.org/package/2006/relationships"><Relationship Id="rId3" Type="http://schemas.openxmlformats.org/officeDocument/2006/relationships/image" Target="../media/image679.wmf"/><Relationship Id="rId2" Type="http://schemas.openxmlformats.org/officeDocument/2006/relationships/image" Target="../media/image678.wmf"/><Relationship Id="rId1" Type="http://schemas.openxmlformats.org/officeDocument/2006/relationships/image" Target="../media/image677.wmf"/><Relationship Id="rId5" Type="http://schemas.openxmlformats.org/officeDocument/2006/relationships/image" Target="../media/image681.wmf"/><Relationship Id="rId4" Type="http://schemas.openxmlformats.org/officeDocument/2006/relationships/image" Target="../media/image680.wmf"/></Relationships>
</file>

<file path=ppt/drawings/_rels/vmlDrawing208.vml.rels><?xml version="1.0" encoding="UTF-8" standalone="yes"?>
<Relationships xmlns="http://schemas.openxmlformats.org/package/2006/relationships"><Relationship Id="rId3" Type="http://schemas.openxmlformats.org/officeDocument/2006/relationships/image" Target="../media/image685.wmf"/><Relationship Id="rId2" Type="http://schemas.openxmlformats.org/officeDocument/2006/relationships/image" Target="../media/image684.wmf"/><Relationship Id="rId1" Type="http://schemas.openxmlformats.org/officeDocument/2006/relationships/image" Target="../media/image683.wmf"/></Relationships>
</file>

<file path=ppt/drawings/_rels/vmlDrawing209.vml.rels><?xml version="1.0" encoding="UTF-8" standalone="yes"?>
<Relationships xmlns="http://schemas.openxmlformats.org/package/2006/relationships"><Relationship Id="rId3" Type="http://schemas.openxmlformats.org/officeDocument/2006/relationships/image" Target="../media/image688.wmf"/><Relationship Id="rId2" Type="http://schemas.openxmlformats.org/officeDocument/2006/relationships/image" Target="../media/image687.wmf"/><Relationship Id="rId1" Type="http://schemas.openxmlformats.org/officeDocument/2006/relationships/image" Target="../media/image686.wmf"/></Relationships>
</file>

<file path=ppt/drawings/_rels/vmlDrawing210.vml.rels><?xml version="1.0" encoding="UTF-8" standalone="yes"?>
<Relationships xmlns="http://schemas.openxmlformats.org/package/2006/relationships"><Relationship Id="rId3" Type="http://schemas.openxmlformats.org/officeDocument/2006/relationships/image" Target="../media/image691.wmf"/><Relationship Id="rId2" Type="http://schemas.openxmlformats.org/officeDocument/2006/relationships/image" Target="../media/image690.wmf"/><Relationship Id="rId1" Type="http://schemas.openxmlformats.org/officeDocument/2006/relationships/image" Target="../media/image689.wmf"/></Relationships>
</file>

<file path=ppt/drawings/_rels/vmlDrawing211.vml.rels><?xml version="1.0" encoding="UTF-8" standalone="yes"?>
<Relationships xmlns="http://schemas.openxmlformats.org/package/2006/relationships"><Relationship Id="rId2" Type="http://schemas.openxmlformats.org/officeDocument/2006/relationships/image" Target="../media/image693.wmf"/><Relationship Id="rId1" Type="http://schemas.openxmlformats.org/officeDocument/2006/relationships/image" Target="../media/image692.wmf"/></Relationships>
</file>

<file path=ppt/drawings/_rels/vmlDrawing212.vml.rels><?xml version="1.0" encoding="UTF-8" standalone="yes"?>
<Relationships xmlns="http://schemas.openxmlformats.org/package/2006/relationships"><Relationship Id="rId2" Type="http://schemas.openxmlformats.org/officeDocument/2006/relationships/image" Target="../media/image695.wmf"/><Relationship Id="rId1" Type="http://schemas.openxmlformats.org/officeDocument/2006/relationships/image" Target="../media/image694.wmf"/></Relationships>
</file>

<file path=ppt/drawings/_rels/vmlDrawing213.vml.rels><?xml version="1.0" encoding="UTF-8" standalone="yes"?>
<Relationships xmlns="http://schemas.openxmlformats.org/package/2006/relationships"><Relationship Id="rId8" Type="http://schemas.openxmlformats.org/officeDocument/2006/relationships/image" Target="../media/image703.wmf"/><Relationship Id="rId3" Type="http://schemas.openxmlformats.org/officeDocument/2006/relationships/image" Target="../media/image698.wmf"/><Relationship Id="rId7" Type="http://schemas.openxmlformats.org/officeDocument/2006/relationships/image" Target="../media/image702.wmf"/><Relationship Id="rId2" Type="http://schemas.openxmlformats.org/officeDocument/2006/relationships/image" Target="../media/image697.wmf"/><Relationship Id="rId1" Type="http://schemas.openxmlformats.org/officeDocument/2006/relationships/image" Target="../media/image696.wmf"/><Relationship Id="rId6" Type="http://schemas.openxmlformats.org/officeDocument/2006/relationships/image" Target="../media/image701.wmf"/><Relationship Id="rId5" Type="http://schemas.openxmlformats.org/officeDocument/2006/relationships/image" Target="../media/image700.wmf"/><Relationship Id="rId4" Type="http://schemas.openxmlformats.org/officeDocument/2006/relationships/image" Target="../media/image699.wmf"/></Relationships>
</file>

<file path=ppt/drawings/_rels/vmlDrawing214.vml.rels><?xml version="1.0" encoding="UTF-8" standalone="yes"?>
<Relationships xmlns="http://schemas.openxmlformats.org/package/2006/relationships"><Relationship Id="rId2" Type="http://schemas.openxmlformats.org/officeDocument/2006/relationships/image" Target="../media/image705.wmf"/><Relationship Id="rId1" Type="http://schemas.openxmlformats.org/officeDocument/2006/relationships/image" Target="../media/image704.wmf"/></Relationships>
</file>

<file path=ppt/drawings/_rels/vmlDrawing215.vml.rels><?xml version="1.0" encoding="UTF-8" standalone="yes"?>
<Relationships xmlns="http://schemas.openxmlformats.org/package/2006/relationships"><Relationship Id="rId3" Type="http://schemas.openxmlformats.org/officeDocument/2006/relationships/image" Target="../media/image708.wmf"/><Relationship Id="rId2" Type="http://schemas.openxmlformats.org/officeDocument/2006/relationships/image" Target="../media/image707.wmf"/><Relationship Id="rId1" Type="http://schemas.openxmlformats.org/officeDocument/2006/relationships/image" Target="../media/image70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5CA93B68-CE1F-461E-A79D-55214A46094A}" type="datetimeFigureOut">
              <a:rPr lang="zh-CN" altLang="en-US"/>
              <a:pPr>
                <a:defRPr/>
              </a:pPr>
              <a:t>2025/5/28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03DABC3E-117F-4D6E-8A2D-843F7F40753F}" type="slidenum">
              <a:rPr lang="zh-CN" altLang="en-US"/>
              <a:pPr>
                <a:defRPr/>
              </a:pPr>
              <a:t>‹#›</a:t>
            </a:fld>
            <a:endParaRPr lang="zh-CN" altLang="en-US"/>
          </a:p>
        </p:txBody>
      </p:sp>
    </p:spTree>
    <p:extLst>
      <p:ext uri="{BB962C8B-B14F-4D97-AF65-F5344CB8AC3E}">
        <p14:creationId xmlns:p14="http://schemas.microsoft.com/office/powerpoint/2010/main" val="29780708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8450871-1E2A-44FE-A87F-D35FAF9E957F}" type="datetimeFigureOut">
              <a:rPr lang="zh-CN" altLang="en-US"/>
              <a:pPr>
                <a:defRPr/>
              </a:pPr>
              <a:t>2025/5/28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16EE403E-8D7E-410F-8C17-16BA93A70856}" type="slidenum">
              <a:rPr lang="zh-CN" altLang="en-US"/>
              <a:pPr>
                <a:defRPr/>
              </a:pPr>
              <a:t>‹#›</a:t>
            </a:fld>
            <a:endParaRPr lang="zh-CN" altLang="en-US"/>
          </a:p>
        </p:txBody>
      </p:sp>
    </p:spTree>
    <p:extLst>
      <p:ext uri="{BB962C8B-B14F-4D97-AF65-F5344CB8AC3E}">
        <p14:creationId xmlns:p14="http://schemas.microsoft.com/office/powerpoint/2010/main" val="52824195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6EE403E-8D7E-410F-8C17-16BA93A70856}" type="slidenum">
              <a:rPr lang="zh-CN" altLang="en-US" smtClean="0"/>
              <a:pPr>
                <a:defRPr/>
              </a:pPr>
              <a:t>32</a:t>
            </a:fld>
            <a:endParaRPr lang="zh-CN" altLang="en-US"/>
          </a:p>
        </p:txBody>
      </p:sp>
    </p:spTree>
    <p:extLst>
      <p:ext uri="{BB962C8B-B14F-4D97-AF65-F5344CB8AC3E}">
        <p14:creationId xmlns:p14="http://schemas.microsoft.com/office/powerpoint/2010/main" val="1163094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75F7C9-D189-4CC0-86CC-56049A375EBB}" type="slidenum">
              <a:rPr lang="zh-CN" altLang="en-US" smtClean="0"/>
              <a:pPr/>
              <a:t>59</a:t>
            </a:fld>
            <a:endParaRPr lang="zh-CN" altLang="en-US"/>
          </a:p>
        </p:txBody>
      </p:sp>
    </p:spTree>
    <p:extLst>
      <p:ext uri="{BB962C8B-B14F-4D97-AF65-F5344CB8AC3E}">
        <p14:creationId xmlns:p14="http://schemas.microsoft.com/office/powerpoint/2010/main" val="3669003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75F7C9-D189-4CC0-86CC-56049A375EBB}" type="slidenum">
              <a:rPr lang="zh-CN" altLang="en-US" smtClean="0"/>
              <a:pPr/>
              <a:t>80</a:t>
            </a:fld>
            <a:endParaRPr lang="zh-CN" altLang="en-US"/>
          </a:p>
        </p:txBody>
      </p:sp>
    </p:spTree>
    <p:extLst>
      <p:ext uri="{BB962C8B-B14F-4D97-AF65-F5344CB8AC3E}">
        <p14:creationId xmlns:p14="http://schemas.microsoft.com/office/powerpoint/2010/main" val="33646715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75F7C9-D189-4CC0-86CC-56049A375EBB}" type="slidenum">
              <a:rPr lang="zh-CN" altLang="en-US" smtClean="0"/>
              <a:pPr/>
              <a:t>94</a:t>
            </a:fld>
            <a:endParaRPr lang="zh-CN" altLang="en-US"/>
          </a:p>
        </p:txBody>
      </p:sp>
    </p:spTree>
    <p:extLst>
      <p:ext uri="{BB962C8B-B14F-4D97-AF65-F5344CB8AC3E}">
        <p14:creationId xmlns:p14="http://schemas.microsoft.com/office/powerpoint/2010/main" val="2373939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75F7C9-D189-4CC0-86CC-56049A375EBB}" type="slidenum">
              <a:rPr lang="zh-CN" altLang="en-US" smtClean="0"/>
              <a:pPr/>
              <a:t>120</a:t>
            </a:fld>
            <a:endParaRPr lang="zh-CN" altLang="en-US"/>
          </a:p>
        </p:txBody>
      </p:sp>
    </p:spTree>
    <p:extLst>
      <p:ext uri="{BB962C8B-B14F-4D97-AF65-F5344CB8AC3E}">
        <p14:creationId xmlns:p14="http://schemas.microsoft.com/office/powerpoint/2010/main" val="2109861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75F7C9-D189-4CC0-86CC-56049A375EBB}" type="slidenum">
              <a:rPr lang="zh-CN" altLang="en-US" smtClean="0"/>
              <a:t>148</a:t>
            </a:fld>
            <a:endParaRPr lang="zh-CN" altLang="en-US"/>
          </a:p>
        </p:txBody>
      </p:sp>
    </p:spTree>
    <p:extLst>
      <p:ext uri="{BB962C8B-B14F-4D97-AF65-F5344CB8AC3E}">
        <p14:creationId xmlns:p14="http://schemas.microsoft.com/office/powerpoint/2010/main" val="1886650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0DA6CEE-B910-4598-AF23-8C11D8C777DE}" type="slidenum">
              <a:rPr lang="zh-CN" altLang="en-US" smtClean="0"/>
              <a:t>175</a:t>
            </a:fld>
            <a:endParaRPr lang="zh-CN" altLang="en-US"/>
          </a:p>
        </p:txBody>
      </p:sp>
    </p:spTree>
    <p:extLst>
      <p:ext uri="{BB962C8B-B14F-4D97-AF65-F5344CB8AC3E}">
        <p14:creationId xmlns:p14="http://schemas.microsoft.com/office/powerpoint/2010/main" val="13866777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0DA6CEE-B910-4598-AF23-8C11D8C777DE}" type="slidenum">
              <a:rPr lang="zh-CN" altLang="en-US" smtClean="0"/>
              <a:t>189</a:t>
            </a:fld>
            <a:endParaRPr lang="zh-CN" altLang="en-US"/>
          </a:p>
        </p:txBody>
      </p:sp>
    </p:spTree>
    <p:extLst>
      <p:ext uri="{BB962C8B-B14F-4D97-AF65-F5344CB8AC3E}">
        <p14:creationId xmlns:p14="http://schemas.microsoft.com/office/powerpoint/2010/main" val="11712452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5143500"/>
            <a:chOff x="0" y="0"/>
            <a:chExt cx="5760" cy="4320"/>
          </a:xfrm>
        </p:grpSpPr>
        <p:grpSp>
          <p:nvGrpSpPr>
            <p:cNvPr id="5" name="Group 3"/>
            <p:cNvGrpSpPr>
              <a:grpSpLocks/>
            </p:cNvGrpSpPr>
            <p:nvPr userDrawn="1"/>
          </p:nvGrpSpPr>
          <p:grpSpPr bwMode="auto">
            <a:xfrm>
              <a:off x="696" y="1979"/>
              <a:ext cx="3132" cy="324"/>
              <a:chOff x="696" y="894"/>
              <a:chExt cx="3132" cy="324"/>
            </a:xfrm>
          </p:grpSpPr>
          <p:sp>
            <p:nvSpPr>
              <p:cNvPr id="87" name="Rectangle 4"/>
              <p:cNvSpPr>
                <a:spLocks noChangeArrowheads="1"/>
              </p:cNvSpPr>
              <p:nvPr userDrawn="1"/>
            </p:nvSpPr>
            <p:spPr bwMode="ltGray">
              <a:xfrm>
                <a:off x="696" y="894"/>
                <a:ext cx="1104" cy="288"/>
              </a:xfrm>
              <a:prstGeom prst="rect">
                <a:avLst/>
              </a:prstGeom>
              <a:solidFill>
                <a:schemeClr val="folHlink"/>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88" name="Rectangle 5"/>
              <p:cNvSpPr>
                <a:spLocks noChangeArrowheads="1"/>
              </p:cNvSpPr>
              <p:nvPr userDrawn="1"/>
            </p:nvSpPr>
            <p:spPr bwMode="ltGray">
              <a:xfrm>
                <a:off x="696" y="1122"/>
                <a:ext cx="1440" cy="96"/>
              </a:xfrm>
              <a:prstGeom prst="rect">
                <a:avLst/>
              </a:prstGeom>
              <a:solidFill>
                <a:schemeClr val="folHlink"/>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89" name="Rectangle 6"/>
              <p:cNvSpPr>
                <a:spLocks noChangeArrowheads="1"/>
              </p:cNvSpPr>
              <p:nvPr userDrawn="1"/>
            </p:nvSpPr>
            <p:spPr bwMode="ltGray">
              <a:xfrm>
                <a:off x="1716" y="1068"/>
                <a:ext cx="2112" cy="108"/>
              </a:xfrm>
              <a:prstGeom prst="rect">
                <a:avLst/>
              </a:prstGeom>
              <a:solidFill>
                <a:schemeClr val="folHlink"/>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90" name="Rectangle 7"/>
              <p:cNvSpPr>
                <a:spLocks noChangeArrowheads="1"/>
              </p:cNvSpPr>
              <p:nvPr userDrawn="1"/>
            </p:nvSpPr>
            <p:spPr bwMode="ltGray">
              <a:xfrm>
                <a:off x="1713" y="954"/>
                <a:ext cx="1872" cy="144"/>
              </a:xfrm>
              <a:prstGeom prst="rect">
                <a:avLst/>
              </a:prstGeom>
              <a:solidFill>
                <a:schemeClr val="folHlink"/>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grpSp>
        <p:sp>
          <p:nvSpPr>
            <p:cNvPr id="6" name="Rectangle 8"/>
            <p:cNvSpPr>
              <a:spLocks noChangeArrowheads="1"/>
            </p:cNvSpPr>
            <p:nvPr userDrawn="1"/>
          </p:nvSpPr>
          <p:spPr bwMode="ltGray">
            <a:xfrm>
              <a:off x="2112" y="0"/>
              <a:ext cx="3648" cy="96"/>
            </a:xfrm>
            <a:prstGeom prst="rect">
              <a:avLst/>
            </a:prstGeom>
            <a:solidFill>
              <a:schemeClr val="folHlink"/>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grpSp>
          <p:nvGrpSpPr>
            <p:cNvPr id="7" name="Group 9"/>
            <p:cNvGrpSpPr>
              <a:grpSpLocks/>
            </p:cNvGrpSpPr>
            <p:nvPr userDrawn="1"/>
          </p:nvGrpSpPr>
          <p:grpSpPr bwMode="auto">
            <a:xfrm>
              <a:off x="0" y="0"/>
              <a:ext cx="5760" cy="4320"/>
              <a:chOff x="0" y="0"/>
              <a:chExt cx="5760" cy="4320"/>
            </a:xfrm>
          </p:grpSpPr>
          <p:grpSp>
            <p:nvGrpSpPr>
              <p:cNvPr id="34" name="Group 10"/>
              <p:cNvGrpSpPr>
                <a:grpSpLocks/>
              </p:cNvGrpSpPr>
              <p:nvPr/>
            </p:nvGrpSpPr>
            <p:grpSpPr bwMode="auto">
              <a:xfrm>
                <a:off x="0" y="192"/>
                <a:ext cx="5760" cy="4032"/>
                <a:chOff x="0" y="192"/>
                <a:chExt cx="5760" cy="4032"/>
              </a:xfrm>
            </p:grpSpPr>
            <p:sp>
              <p:nvSpPr>
                <p:cNvPr id="65" name="Line 11"/>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12"/>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13"/>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Line 14"/>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15"/>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16"/>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17"/>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Line 18"/>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 name="Line 19"/>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Line 20"/>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21"/>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22"/>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Line 23"/>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24"/>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Line 25"/>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Line 26"/>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Line 27"/>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Line 28"/>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Line 29"/>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Line 30"/>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Line 31"/>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Line 32"/>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5" name="Group 33"/>
              <p:cNvGrpSpPr>
                <a:grpSpLocks/>
              </p:cNvGrpSpPr>
              <p:nvPr/>
            </p:nvGrpSpPr>
            <p:grpSpPr bwMode="auto">
              <a:xfrm>
                <a:off x="192" y="0"/>
                <a:ext cx="5376" cy="4320"/>
                <a:chOff x="192" y="0"/>
                <a:chExt cx="5376" cy="4320"/>
              </a:xfrm>
            </p:grpSpPr>
            <p:sp>
              <p:nvSpPr>
                <p:cNvPr id="36" name="Line 34"/>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35"/>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36"/>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37"/>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38"/>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39"/>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40"/>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41"/>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42"/>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43"/>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44"/>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45"/>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46"/>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47"/>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48"/>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49"/>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50"/>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51"/>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52"/>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53"/>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Line 54"/>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55"/>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56"/>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57"/>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58"/>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59"/>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60"/>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61"/>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62"/>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8" name="Group 63"/>
            <p:cNvGrpSpPr>
              <a:grpSpLocks/>
            </p:cNvGrpSpPr>
            <p:nvPr userDrawn="1"/>
          </p:nvGrpSpPr>
          <p:grpSpPr bwMode="auto">
            <a:xfrm>
              <a:off x="4512" y="3984"/>
              <a:ext cx="912" cy="288"/>
              <a:chOff x="4512" y="3984"/>
              <a:chExt cx="912" cy="288"/>
            </a:xfrm>
          </p:grpSpPr>
          <p:sp>
            <p:nvSpPr>
              <p:cNvPr id="29" name="Rectangle 64" descr="60%"/>
              <p:cNvSpPr>
                <a:spLocks noChangeArrowheads="1"/>
              </p:cNvSpPr>
              <p:nvPr userDrawn="1"/>
            </p:nvSpPr>
            <p:spPr bwMode="ltGray">
              <a:xfrm>
                <a:off x="4560" y="4032"/>
                <a:ext cx="816" cy="192"/>
              </a:xfrm>
              <a:prstGeom prst="rect">
                <a:avLst/>
              </a:prstGeom>
              <a:blipFill dpi="0" rotWithShape="0">
                <a:blip r:embed="rId2"/>
                <a:srcRect/>
                <a:tile tx="0" ty="0" sx="100000" sy="100000" flip="none" algn="tl"/>
              </a:blip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30" name="Line 65"/>
              <p:cNvSpPr>
                <a:spLocks noChangeShapeType="1"/>
              </p:cNvSpPr>
              <p:nvPr userDrawn="1"/>
            </p:nvSpPr>
            <p:spPr bwMode="ltGray">
              <a:xfrm>
                <a:off x="4512" y="4032"/>
                <a:ext cx="91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66"/>
              <p:cNvSpPr>
                <a:spLocks noChangeShapeType="1"/>
              </p:cNvSpPr>
              <p:nvPr userDrawn="1"/>
            </p:nvSpPr>
            <p:spPr bwMode="ltGray">
              <a:xfrm>
                <a:off x="4512" y="4224"/>
                <a:ext cx="91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67"/>
              <p:cNvSpPr>
                <a:spLocks noChangeShapeType="1"/>
              </p:cNvSpPr>
              <p:nvPr userDrawn="1"/>
            </p:nvSpPr>
            <p:spPr bwMode="ltGray">
              <a:xfrm>
                <a:off x="4560" y="3984"/>
                <a:ext cx="0" cy="2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68"/>
              <p:cNvSpPr>
                <a:spLocks noChangeShapeType="1"/>
              </p:cNvSpPr>
              <p:nvPr userDrawn="1"/>
            </p:nvSpPr>
            <p:spPr bwMode="ltGray">
              <a:xfrm>
                <a:off x="5376" y="3984"/>
                <a:ext cx="0" cy="2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 name="Line 69"/>
            <p:cNvSpPr>
              <a:spLocks noChangeShapeType="1"/>
            </p:cNvSpPr>
            <p:nvPr userDrawn="1"/>
          </p:nvSpPr>
          <p:spPr bwMode="ltGray">
            <a:xfrm>
              <a:off x="5568" y="0"/>
              <a:ext cx="0" cy="14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 name="Group 70"/>
            <p:cNvGrpSpPr>
              <a:grpSpLocks/>
            </p:cNvGrpSpPr>
            <p:nvPr userDrawn="1"/>
          </p:nvGrpSpPr>
          <p:grpSpPr bwMode="auto">
            <a:xfrm>
              <a:off x="261" y="1962"/>
              <a:ext cx="3567" cy="1494"/>
              <a:chOff x="261" y="877"/>
              <a:chExt cx="3567" cy="1494"/>
            </a:xfrm>
          </p:grpSpPr>
          <p:sp>
            <p:nvSpPr>
              <p:cNvPr id="11" name="Line 71"/>
              <p:cNvSpPr>
                <a:spLocks noChangeShapeType="1"/>
              </p:cNvSpPr>
              <p:nvPr/>
            </p:nvSpPr>
            <p:spPr bwMode="ltGray">
              <a:xfrm flipH="1">
                <a:off x="261" y="951"/>
                <a:ext cx="1533" cy="3"/>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72"/>
              <p:cNvSpPr>
                <a:spLocks noChangeShapeType="1"/>
              </p:cNvSpPr>
              <p:nvPr/>
            </p:nvSpPr>
            <p:spPr bwMode="ltGray">
              <a:xfrm>
                <a:off x="383" y="879"/>
                <a:ext cx="0" cy="149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Arc 73"/>
              <p:cNvSpPr>
                <a:spLocks/>
              </p:cNvSpPr>
              <p:nvPr/>
            </p:nvSpPr>
            <p:spPr bwMode="ltGray">
              <a:xfrm rot="16200000" flipH="1">
                <a:off x="302" y="876"/>
                <a:ext cx="156" cy="157"/>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 name="Arc 74"/>
              <p:cNvSpPr>
                <a:spLocks/>
              </p:cNvSpPr>
              <p:nvPr userDrawn="1"/>
            </p:nvSpPr>
            <p:spPr bwMode="ltGray">
              <a:xfrm>
                <a:off x="692" y="895"/>
                <a:ext cx="267" cy="209"/>
              </a:xfrm>
              <a:custGeom>
                <a:avLst/>
                <a:gdLst>
                  <a:gd name="T0" fmla="*/ 0 w 38387"/>
                  <a:gd name="T1" fmla="*/ 0 h 30163"/>
                  <a:gd name="T2" fmla="*/ 0 w 38387"/>
                  <a:gd name="T3" fmla="*/ 0 h 30163"/>
                  <a:gd name="T4" fmla="*/ 0 w 38387"/>
                  <a:gd name="T5" fmla="*/ 0 h 30163"/>
                  <a:gd name="T6" fmla="*/ 0 60000 65536"/>
                  <a:gd name="T7" fmla="*/ 0 60000 65536"/>
                  <a:gd name="T8" fmla="*/ 0 60000 65536"/>
                </a:gdLst>
                <a:ahLst/>
                <a:cxnLst>
                  <a:cxn ang="T6">
                    <a:pos x="T0" y="T1"/>
                  </a:cxn>
                  <a:cxn ang="T7">
                    <a:pos x="T2" y="T3"/>
                  </a:cxn>
                  <a:cxn ang="T8">
                    <a:pos x="T4" y="T5"/>
                  </a:cxn>
                </a:cxnLst>
                <a:rect l="0" t="0" r="r" b="b"/>
                <a:pathLst>
                  <a:path w="38387" h="30163" fill="none" extrusionOk="0">
                    <a:moveTo>
                      <a:pt x="36617" y="-1"/>
                    </a:moveTo>
                    <a:cubicBezTo>
                      <a:pt x="37784" y="2703"/>
                      <a:pt x="38387" y="5617"/>
                      <a:pt x="38387" y="8563"/>
                    </a:cubicBezTo>
                    <a:cubicBezTo>
                      <a:pt x="38387" y="20492"/>
                      <a:pt x="28716" y="30163"/>
                      <a:pt x="16787" y="30163"/>
                    </a:cubicBezTo>
                    <a:cubicBezTo>
                      <a:pt x="10269" y="30163"/>
                      <a:pt x="4101" y="27220"/>
                      <a:pt x="0" y="22155"/>
                    </a:cubicBezTo>
                  </a:path>
                  <a:path w="38387" h="30163" stroke="0" extrusionOk="0">
                    <a:moveTo>
                      <a:pt x="36617" y="-1"/>
                    </a:moveTo>
                    <a:cubicBezTo>
                      <a:pt x="37784" y="2703"/>
                      <a:pt x="38387" y="5617"/>
                      <a:pt x="38387" y="8563"/>
                    </a:cubicBezTo>
                    <a:cubicBezTo>
                      <a:pt x="38387" y="20492"/>
                      <a:pt x="28716" y="30163"/>
                      <a:pt x="16787" y="30163"/>
                    </a:cubicBezTo>
                    <a:cubicBezTo>
                      <a:pt x="10269" y="30163"/>
                      <a:pt x="4101" y="27220"/>
                      <a:pt x="0" y="22155"/>
                    </a:cubicBezTo>
                    <a:lnTo>
                      <a:pt x="16787" y="8563"/>
                    </a:lnTo>
                    <a:lnTo>
                      <a:pt x="36617" y="-1"/>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 name="Arc 75"/>
              <p:cNvSpPr>
                <a:spLocks/>
              </p:cNvSpPr>
              <p:nvPr userDrawn="1"/>
            </p:nvSpPr>
            <p:spPr bwMode="ltGray">
              <a:xfrm flipV="1">
                <a:off x="834" y="893"/>
                <a:ext cx="288" cy="322"/>
              </a:xfrm>
              <a:custGeom>
                <a:avLst/>
                <a:gdLst>
                  <a:gd name="T0" fmla="*/ 0 w 21600"/>
                  <a:gd name="T1" fmla="*/ 0 h 24179"/>
                  <a:gd name="T2" fmla="*/ 0 w 21600"/>
                  <a:gd name="T3" fmla="*/ 0 h 24179"/>
                  <a:gd name="T4" fmla="*/ 0 w 21600"/>
                  <a:gd name="T5" fmla="*/ 0 h 24179"/>
                  <a:gd name="T6" fmla="*/ 0 60000 65536"/>
                  <a:gd name="T7" fmla="*/ 0 60000 65536"/>
                  <a:gd name="T8" fmla="*/ 0 60000 65536"/>
                </a:gdLst>
                <a:ahLst/>
                <a:cxnLst>
                  <a:cxn ang="T6">
                    <a:pos x="T0" y="T1"/>
                  </a:cxn>
                  <a:cxn ang="T7">
                    <a:pos x="T2" y="T3"/>
                  </a:cxn>
                  <a:cxn ang="T8">
                    <a:pos x="T4" y="T5"/>
                  </a:cxn>
                </a:cxnLst>
                <a:rect l="0" t="0" r="r" b="b"/>
                <a:pathLst>
                  <a:path w="21600" h="24179" fill="none" extrusionOk="0">
                    <a:moveTo>
                      <a:pt x="10995" y="24178"/>
                    </a:moveTo>
                    <a:cubicBezTo>
                      <a:pt x="4202" y="20350"/>
                      <a:pt x="0" y="13158"/>
                      <a:pt x="0" y="5361"/>
                    </a:cubicBezTo>
                    <a:cubicBezTo>
                      <a:pt x="-1" y="3552"/>
                      <a:pt x="227" y="1751"/>
                      <a:pt x="675" y="-1"/>
                    </a:cubicBezTo>
                  </a:path>
                  <a:path w="21600" h="24179" stroke="0" extrusionOk="0">
                    <a:moveTo>
                      <a:pt x="10995" y="24178"/>
                    </a:moveTo>
                    <a:cubicBezTo>
                      <a:pt x="4202" y="20350"/>
                      <a:pt x="0" y="13158"/>
                      <a:pt x="0" y="5361"/>
                    </a:cubicBezTo>
                    <a:cubicBezTo>
                      <a:pt x="-1" y="3552"/>
                      <a:pt x="227" y="1751"/>
                      <a:pt x="675" y="-1"/>
                    </a:cubicBezTo>
                    <a:lnTo>
                      <a:pt x="21600" y="5361"/>
                    </a:lnTo>
                    <a:lnTo>
                      <a:pt x="10995" y="24178"/>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 name="Arc 76"/>
              <p:cNvSpPr>
                <a:spLocks/>
              </p:cNvSpPr>
              <p:nvPr userDrawn="1"/>
            </p:nvSpPr>
            <p:spPr bwMode="ltGray">
              <a:xfrm flipV="1">
                <a:off x="1124" y="888"/>
                <a:ext cx="288" cy="329"/>
              </a:xfrm>
              <a:custGeom>
                <a:avLst/>
                <a:gdLst>
                  <a:gd name="T0" fmla="*/ 0 w 21600"/>
                  <a:gd name="T1" fmla="*/ 0 h 24653"/>
                  <a:gd name="T2" fmla="*/ 0 w 21600"/>
                  <a:gd name="T3" fmla="*/ 0 h 24653"/>
                  <a:gd name="T4" fmla="*/ 0 w 21600"/>
                  <a:gd name="T5" fmla="*/ 0 h 24653"/>
                  <a:gd name="T6" fmla="*/ 0 60000 65536"/>
                  <a:gd name="T7" fmla="*/ 0 60000 65536"/>
                  <a:gd name="T8" fmla="*/ 0 60000 65536"/>
                </a:gdLst>
                <a:ahLst/>
                <a:cxnLst>
                  <a:cxn ang="T6">
                    <a:pos x="T0" y="T1"/>
                  </a:cxn>
                  <a:cxn ang="T7">
                    <a:pos x="T2" y="T3"/>
                  </a:cxn>
                  <a:cxn ang="T8">
                    <a:pos x="T4" y="T5"/>
                  </a:cxn>
                </a:cxnLst>
                <a:rect l="0" t="0" r="r" b="b"/>
                <a:pathLst>
                  <a:path w="21600" h="24653" fill="none" extrusionOk="0">
                    <a:moveTo>
                      <a:pt x="21029" y="-1"/>
                    </a:moveTo>
                    <a:cubicBezTo>
                      <a:pt x="21408" y="1616"/>
                      <a:pt x="21600" y="3272"/>
                      <a:pt x="21600" y="4933"/>
                    </a:cubicBezTo>
                    <a:cubicBezTo>
                      <a:pt x="21600" y="13452"/>
                      <a:pt x="16591" y="21176"/>
                      <a:pt x="8813" y="24653"/>
                    </a:cubicBezTo>
                  </a:path>
                  <a:path w="21600" h="24653" stroke="0" extrusionOk="0">
                    <a:moveTo>
                      <a:pt x="21029" y="-1"/>
                    </a:moveTo>
                    <a:cubicBezTo>
                      <a:pt x="21408" y="1616"/>
                      <a:pt x="21600" y="3272"/>
                      <a:pt x="21600" y="4933"/>
                    </a:cubicBezTo>
                    <a:cubicBezTo>
                      <a:pt x="21600" y="13452"/>
                      <a:pt x="16591" y="21176"/>
                      <a:pt x="8813" y="24653"/>
                    </a:cubicBezTo>
                    <a:lnTo>
                      <a:pt x="0" y="4933"/>
                    </a:lnTo>
                    <a:lnTo>
                      <a:pt x="21029" y="-1"/>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 name="Line 77"/>
              <p:cNvSpPr>
                <a:spLocks noChangeShapeType="1"/>
              </p:cNvSpPr>
              <p:nvPr userDrawn="1"/>
            </p:nvSpPr>
            <p:spPr bwMode="ltGray">
              <a:xfrm flipV="1">
                <a:off x="720" y="891"/>
                <a:ext cx="417" cy="3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78"/>
              <p:cNvSpPr>
                <a:spLocks noChangeShapeType="1"/>
              </p:cNvSpPr>
              <p:nvPr userDrawn="1"/>
            </p:nvSpPr>
            <p:spPr bwMode="ltGray">
              <a:xfrm>
                <a:off x="771" y="891"/>
                <a:ext cx="300" cy="32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Arc 79"/>
              <p:cNvSpPr>
                <a:spLocks/>
              </p:cNvSpPr>
              <p:nvPr userDrawn="1"/>
            </p:nvSpPr>
            <p:spPr bwMode="ltGray">
              <a:xfrm flipV="1">
                <a:off x="2708" y="954"/>
                <a:ext cx="727" cy="619"/>
              </a:xfrm>
              <a:custGeom>
                <a:avLst/>
                <a:gdLst>
                  <a:gd name="T0" fmla="*/ 0 w 18917"/>
                  <a:gd name="T1" fmla="*/ 0 h 16117"/>
                  <a:gd name="T2" fmla="*/ 0 w 18917"/>
                  <a:gd name="T3" fmla="*/ 0 h 16117"/>
                  <a:gd name="T4" fmla="*/ 0 w 18917"/>
                  <a:gd name="T5" fmla="*/ 0 h 16117"/>
                  <a:gd name="T6" fmla="*/ 0 60000 65536"/>
                  <a:gd name="T7" fmla="*/ 0 60000 65536"/>
                  <a:gd name="T8" fmla="*/ 0 60000 65536"/>
                </a:gdLst>
                <a:ahLst/>
                <a:cxnLst>
                  <a:cxn ang="T6">
                    <a:pos x="T0" y="T1"/>
                  </a:cxn>
                  <a:cxn ang="T7">
                    <a:pos x="T2" y="T3"/>
                  </a:cxn>
                  <a:cxn ang="T8">
                    <a:pos x="T4" y="T5"/>
                  </a:cxn>
                </a:cxnLst>
                <a:rect l="0" t="0" r="r" b="b"/>
                <a:pathLst>
                  <a:path w="18917" h="16117" fill="none" extrusionOk="0">
                    <a:moveTo>
                      <a:pt x="4536" y="16116"/>
                    </a:moveTo>
                    <a:cubicBezTo>
                      <a:pt x="2713" y="14490"/>
                      <a:pt x="1179" y="12565"/>
                      <a:pt x="-1" y="10426"/>
                    </a:cubicBezTo>
                  </a:path>
                  <a:path w="18917" h="16117" stroke="0" extrusionOk="0">
                    <a:moveTo>
                      <a:pt x="4536" y="16116"/>
                    </a:moveTo>
                    <a:cubicBezTo>
                      <a:pt x="2713" y="14490"/>
                      <a:pt x="1179" y="12565"/>
                      <a:pt x="-1" y="10426"/>
                    </a:cubicBezTo>
                    <a:lnTo>
                      <a:pt x="18917" y="0"/>
                    </a:lnTo>
                    <a:lnTo>
                      <a:pt x="4536" y="16116"/>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 name="Arc 80"/>
              <p:cNvSpPr>
                <a:spLocks/>
              </p:cNvSpPr>
              <p:nvPr userDrawn="1"/>
            </p:nvSpPr>
            <p:spPr bwMode="ltGray">
              <a:xfrm>
                <a:off x="3076" y="922"/>
                <a:ext cx="425" cy="215"/>
              </a:xfrm>
              <a:custGeom>
                <a:avLst/>
                <a:gdLst>
                  <a:gd name="T0" fmla="*/ 0 w 42771"/>
                  <a:gd name="T1" fmla="*/ 0 h 21600"/>
                  <a:gd name="T2" fmla="*/ 0 w 42771"/>
                  <a:gd name="T3" fmla="*/ 0 h 21600"/>
                  <a:gd name="T4" fmla="*/ 0 w 42771"/>
                  <a:gd name="T5" fmla="*/ 0 h 21600"/>
                  <a:gd name="T6" fmla="*/ 0 60000 65536"/>
                  <a:gd name="T7" fmla="*/ 0 60000 65536"/>
                  <a:gd name="T8" fmla="*/ 0 60000 65536"/>
                </a:gdLst>
                <a:ahLst/>
                <a:cxnLst>
                  <a:cxn ang="T6">
                    <a:pos x="T0" y="T1"/>
                  </a:cxn>
                  <a:cxn ang="T7">
                    <a:pos x="T2" y="T3"/>
                  </a:cxn>
                  <a:cxn ang="T8">
                    <a:pos x="T4" y="T5"/>
                  </a:cxn>
                </a:cxnLst>
                <a:rect l="0" t="0" r="r" b="b"/>
                <a:pathLst>
                  <a:path w="42771" h="21600" fill="none" extrusionOk="0">
                    <a:moveTo>
                      <a:pt x="42771" y="3334"/>
                    </a:moveTo>
                    <a:cubicBezTo>
                      <a:pt x="41128" y="13848"/>
                      <a:pt x="32072" y="21599"/>
                      <a:pt x="21430" y="21600"/>
                    </a:cubicBezTo>
                    <a:cubicBezTo>
                      <a:pt x="10545" y="21600"/>
                      <a:pt x="1361" y="13501"/>
                      <a:pt x="-1" y="2703"/>
                    </a:cubicBezTo>
                  </a:path>
                  <a:path w="42771" h="21600" stroke="0" extrusionOk="0">
                    <a:moveTo>
                      <a:pt x="42771" y="3334"/>
                    </a:moveTo>
                    <a:cubicBezTo>
                      <a:pt x="41128" y="13848"/>
                      <a:pt x="32072" y="21599"/>
                      <a:pt x="21430" y="21600"/>
                    </a:cubicBezTo>
                    <a:cubicBezTo>
                      <a:pt x="10545" y="21600"/>
                      <a:pt x="1361" y="13501"/>
                      <a:pt x="-1" y="2703"/>
                    </a:cubicBezTo>
                    <a:lnTo>
                      <a:pt x="21430" y="0"/>
                    </a:lnTo>
                    <a:lnTo>
                      <a:pt x="42771" y="3334"/>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 name="Arc 81"/>
              <p:cNvSpPr>
                <a:spLocks/>
              </p:cNvSpPr>
              <p:nvPr userDrawn="1"/>
            </p:nvSpPr>
            <p:spPr bwMode="ltGray">
              <a:xfrm flipH="1" flipV="1">
                <a:off x="3441" y="1037"/>
                <a:ext cx="288" cy="144"/>
              </a:xfrm>
              <a:custGeom>
                <a:avLst/>
                <a:gdLst>
                  <a:gd name="T0" fmla="*/ 0 w 43129"/>
                  <a:gd name="T1" fmla="*/ 0 h 21600"/>
                  <a:gd name="T2" fmla="*/ 0 w 43129"/>
                  <a:gd name="T3" fmla="*/ 0 h 21600"/>
                  <a:gd name="T4" fmla="*/ 0 w 43129"/>
                  <a:gd name="T5" fmla="*/ 0 h 21600"/>
                  <a:gd name="T6" fmla="*/ 0 60000 65536"/>
                  <a:gd name="T7" fmla="*/ 0 60000 65536"/>
                  <a:gd name="T8" fmla="*/ 0 60000 65536"/>
                </a:gdLst>
                <a:ahLst/>
                <a:cxnLst>
                  <a:cxn ang="T6">
                    <a:pos x="T0" y="T1"/>
                  </a:cxn>
                  <a:cxn ang="T7">
                    <a:pos x="T2" y="T3"/>
                  </a:cxn>
                  <a:cxn ang="T8">
                    <a:pos x="T4" y="T5"/>
                  </a:cxn>
                </a:cxnLst>
                <a:rect l="0" t="0" r="r" b="b"/>
                <a:pathLst>
                  <a:path w="43129" h="21600" fill="none" extrusionOk="0">
                    <a:moveTo>
                      <a:pt x="43128" y="1347"/>
                    </a:moveTo>
                    <a:cubicBezTo>
                      <a:pt x="42417" y="12731"/>
                      <a:pt x="32976" y="21599"/>
                      <a:pt x="21571" y="21600"/>
                    </a:cubicBezTo>
                    <a:cubicBezTo>
                      <a:pt x="10074" y="21600"/>
                      <a:pt x="593" y="12595"/>
                      <a:pt x="-1" y="1115"/>
                    </a:cubicBezTo>
                  </a:path>
                  <a:path w="43129" h="21600" stroke="0" extrusionOk="0">
                    <a:moveTo>
                      <a:pt x="43128" y="1347"/>
                    </a:moveTo>
                    <a:cubicBezTo>
                      <a:pt x="42417" y="12731"/>
                      <a:pt x="32976" y="21599"/>
                      <a:pt x="21571" y="21600"/>
                    </a:cubicBezTo>
                    <a:cubicBezTo>
                      <a:pt x="10074" y="21600"/>
                      <a:pt x="593" y="12595"/>
                      <a:pt x="-1" y="1115"/>
                    </a:cubicBezTo>
                    <a:lnTo>
                      <a:pt x="21571" y="0"/>
                    </a:lnTo>
                    <a:lnTo>
                      <a:pt x="43128" y="1347"/>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 name="Arc 82"/>
              <p:cNvSpPr>
                <a:spLocks/>
              </p:cNvSpPr>
              <p:nvPr userDrawn="1"/>
            </p:nvSpPr>
            <p:spPr bwMode="ltGray">
              <a:xfrm flipH="1" flipV="1">
                <a:off x="2745" y="1045"/>
                <a:ext cx="201" cy="130"/>
              </a:xfrm>
              <a:custGeom>
                <a:avLst/>
                <a:gdLst>
                  <a:gd name="T0" fmla="*/ 0 w 43200"/>
                  <a:gd name="T1" fmla="*/ 0 h 28005"/>
                  <a:gd name="T2" fmla="*/ 0 w 43200"/>
                  <a:gd name="T3" fmla="*/ 0 h 28005"/>
                  <a:gd name="T4" fmla="*/ 0 w 43200"/>
                  <a:gd name="T5" fmla="*/ 0 h 28005"/>
                  <a:gd name="T6" fmla="*/ 0 60000 65536"/>
                  <a:gd name="T7" fmla="*/ 0 60000 65536"/>
                  <a:gd name="T8" fmla="*/ 0 60000 65536"/>
                </a:gdLst>
                <a:ahLst/>
                <a:cxnLst>
                  <a:cxn ang="T6">
                    <a:pos x="T0" y="T1"/>
                  </a:cxn>
                  <a:cxn ang="T7">
                    <a:pos x="T2" y="T3"/>
                  </a:cxn>
                  <a:cxn ang="T8">
                    <a:pos x="T4" y="T5"/>
                  </a:cxn>
                </a:cxnLst>
                <a:rect l="0" t="0" r="r" b="b"/>
                <a:pathLst>
                  <a:path w="43200" h="28005" fill="none" extrusionOk="0">
                    <a:moveTo>
                      <a:pt x="42228" y="0"/>
                    </a:moveTo>
                    <a:cubicBezTo>
                      <a:pt x="42872" y="2074"/>
                      <a:pt x="43200" y="4233"/>
                      <a:pt x="43200" y="6405"/>
                    </a:cubicBezTo>
                    <a:cubicBezTo>
                      <a:pt x="43200" y="18334"/>
                      <a:pt x="33529" y="28005"/>
                      <a:pt x="21600" y="28005"/>
                    </a:cubicBezTo>
                    <a:cubicBezTo>
                      <a:pt x="9670" y="28005"/>
                      <a:pt x="0" y="18334"/>
                      <a:pt x="0" y="6405"/>
                    </a:cubicBezTo>
                    <a:cubicBezTo>
                      <a:pt x="-1" y="4481"/>
                      <a:pt x="257" y="2565"/>
                      <a:pt x="764" y="710"/>
                    </a:cubicBezTo>
                  </a:path>
                  <a:path w="43200" h="28005" stroke="0" extrusionOk="0">
                    <a:moveTo>
                      <a:pt x="42228" y="0"/>
                    </a:moveTo>
                    <a:cubicBezTo>
                      <a:pt x="42872" y="2074"/>
                      <a:pt x="43200" y="4233"/>
                      <a:pt x="43200" y="6405"/>
                    </a:cubicBezTo>
                    <a:cubicBezTo>
                      <a:pt x="43200" y="18334"/>
                      <a:pt x="33529" y="28005"/>
                      <a:pt x="21600" y="28005"/>
                    </a:cubicBezTo>
                    <a:cubicBezTo>
                      <a:pt x="9670" y="28005"/>
                      <a:pt x="0" y="18334"/>
                      <a:pt x="0" y="6405"/>
                    </a:cubicBezTo>
                    <a:cubicBezTo>
                      <a:pt x="-1" y="4481"/>
                      <a:pt x="257" y="2565"/>
                      <a:pt x="764" y="710"/>
                    </a:cubicBezTo>
                    <a:lnTo>
                      <a:pt x="21600" y="6405"/>
                    </a:lnTo>
                    <a:lnTo>
                      <a:pt x="42228" y="0"/>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 name="Line 83"/>
              <p:cNvSpPr>
                <a:spLocks noChangeShapeType="1"/>
              </p:cNvSpPr>
              <p:nvPr userDrawn="1"/>
            </p:nvSpPr>
            <p:spPr bwMode="ltGray">
              <a:xfrm>
                <a:off x="2784" y="960"/>
                <a:ext cx="219" cy="21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84"/>
              <p:cNvSpPr>
                <a:spLocks noChangeShapeType="1"/>
              </p:cNvSpPr>
              <p:nvPr userDrawn="1"/>
            </p:nvSpPr>
            <p:spPr bwMode="ltGray">
              <a:xfrm>
                <a:off x="3282" y="951"/>
                <a:ext cx="300" cy="2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85"/>
              <p:cNvSpPr>
                <a:spLocks noChangeShapeType="1"/>
              </p:cNvSpPr>
              <p:nvPr userDrawn="1"/>
            </p:nvSpPr>
            <p:spPr bwMode="ltGray">
              <a:xfrm flipH="1">
                <a:off x="2976" y="951"/>
                <a:ext cx="300" cy="2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86"/>
              <p:cNvSpPr>
                <a:spLocks noChangeShapeType="1"/>
              </p:cNvSpPr>
              <p:nvPr userDrawn="1"/>
            </p:nvSpPr>
            <p:spPr bwMode="ltGray">
              <a:xfrm>
                <a:off x="3279" y="951"/>
                <a:ext cx="0" cy="225"/>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87"/>
              <p:cNvSpPr>
                <a:spLocks noChangeShapeType="1"/>
              </p:cNvSpPr>
              <p:nvPr userDrawn="1"/>
            </p:nvSpPr>
            <p:spPr bwMode="ltGray">
              <a:xfrm>
                <a:off x="3579" y="951"/>
                <a:ext cx="0" cy="29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88"/>
              <p:cNvSpPr>
                <a:spLocks noChangeShapeType="1"/>
              </p:cNvSpPr>
              <p:nvPr userDrawn="1"/>
            </p:nvSpPr>
            <p:spPr bwMode="ltGray">
              <a:xfrm>
                <a:off x="288" y="1176"/>
                <a:ext cx="354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91" name="Text Box 94">
            <a:hlinkClick r:id="" action="ppaction://hlinkshowjump?jump=endshow"/>
          </p:cNvPr>
          <p:cNvSpPr txBox="1">
            <a:spLocks noChangeArrowheads="1"/>
          </p:cNvSpPr>
          <p:nvPr/>
        </p:nvSpPr>
        <p:spPr bwMode="auto">
          <a:xfrm>
            <a:off x="3851275" y="4624388"/>
            <a:ext cx="2362200" cy="461962"/>
          </a:xfrm>
          <a:prstGeom prst="rect">
            <a:avLst/>
          </a:prstGeom>
          <a:noFill/>
          <a:ln>
            <a:noFill/>
          </a:ln>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kumimoji="1" lang="zh-CN" altLang="zh-CN" sz="2400" smtClean="0">
              <a:solidFill>
                <a:schemeClr val="tx2"/>
              </a:solidFill>
            </a:endParaRPr>
          </a:p>
        </p:txBody>
      </p:sp>
      <p:sp>
        <p:nvSpPr>
          <p:cNvPr id="9305" name="Rectangle 89"/>
          <p:cNvSpPr>
            <a:spLocks noGrp="1" noChangeArrowheads="1"/>
          </p:cNvSpPr>
          <p:nvPr>
            <p:ph type="ctrTitle"/>
          </p:nvPr>
        </p:nvSpPr>
        <p:spPr>
          <a:xfrm>
            <a:off x="990600" y="1314450"/>
            <a:ext cx="7772400" cy="857250"/>
          </a:xfrm>
        </p:spPr>
        <p:txBody>
          <a:bodyPr/>
          <a:lstStyle>
            <a:lvl1pPr>
              <a:defRPr/>
            </a:lvl1pPr>
          </a:lstStyle>
          <a:p>
            <a:r>
              <a:rPr lang="zh-CN" altLang="en-US"/>
              <a:t>单击此处编辑母版标题样式</a:t>
            </a:r>
          </a:p>
        </p:txBody>
      </p:sp>
      <p:sp>
        <p:nvSpPr>
          <p:cNvPr id="9306" name="Rectangle 90" descr="Rectangle: Click to edit Master text styles&#10;Second level&#10;Third level&#10;Fourth level&#10;Fifth level"/>
          <p:cNvSpPr>
            <a:spLocks noGrp="1" noChangeArrowheads="1"/>
          </p:cNvSpPr>
          <p:nvPr>
            <p:ph type="subTitle" idx="1"/>
          </p:nvPr>
        </p:nvSpPr>
        <p:spPr>
          <a:xfrm>
            <a:off x="990600" y="2914650"/>
            <a:ext cx="6400800" cy="1314450"/>
          </a:xfrm>
        </p:spPr>
        <p:txBody>
          <a:bodyPr anchor="ctr"/>
          <a:lstStyle>
            <a:lvl1pPr>
              <a:defRPr/>
            </a:lvl1pPr>
          </a:lstStyle>
          <a:p>
            <a:r>
              <a:rPr lang="zh-CN" altLang="en-US"/>
              <a:t>单击此处编辑母版副标题样式</a:t>
            </a:r>
          </a:p>
        </p:txBody>
      </p:sp>
      <p:sp>
        <p:nvSpPr>
          <p:cNvPr id="92" name="Rectangle 91"/>
          <p:cNvSpPr>
            <a:spLocks noGrp="1" noChangeArrowheads="1"/>
          </p:cNvSpPr>
          <p:nvPr>
            <p:ph type="dt" sz="half" idx="10"/>
          </p:nvPr>
        </p:nvSpPr>
        <p:spPr>
          <a:xfrm>
            <a:off x="7239000" y="4686300"/>
            <a:ext cx="1339850" cy="342900"/>
          </a:xfrm>
        </p:spPr>
        <p:txBody>
          <a:bodyPr/>
          <a:lstStyle>
            <a:lvl1pPr algn="ctr">
              <a:defRPr/>
            </a:lvl1pPr>
          </a:lstStyle>
          <a:p>
            <a:pPr>
              <a:defRPr/>
            </a:pPr>
            <a:endParaRPr lang="en-US" altLang="zh-CN"/>
          </a:p>
        </p:txBody>
      </p:sp>
      <p:sp>
        <p:nvSpPr>
          <p:cNvPr id="93" name="Rectangle 92"/>
          <p:cNvSpPr>
            <a:spLocks noGrp="1" noChangeArrowheads="1"/>
          </p:cNvSpPr>
          <p:nvPr>
            <p:ph type="ftr" sz="quarter" idx="11"/>
          </p:nvPr>
        </p:nvSpPr>
        <p:spPr>
          <a:xfrm>
            <a:off x="3124200" y="4686300"/>
            <a:ext cx="2895600" cy="342900"/>
          </a:xfrm>
        </p:spPr>
        <p:txBody>
          <a:bodyPr/>
          <a:lstStyle>
            <a:lvl1pPr>
              <a:defRPr/>
            </a:lvl1pPr>
          </a:lstStyle>
          <a:p>
            <a:pPr>
              <a:defRPr/>
            </a:pPr>
            <a:endParaRPr lang="en-US" altLang="zh-CN"/>
          </a:p>
        </p:txBody>
      </p:sp>
      <p:sp>
        <p:nvSpPr>
          <p:cNvPr id="94" name="Rectangle 93"/>
          <p:cNvSpPr>
            <a:spLocks noGrp="1" noChangeArrowheads="1"/>
          </p:cNvSpPr>
          <p:nvPr>
            <p:ph type="sldNum" sz="quarter" idx="12"/>
          </p:nvPr>
        </p:nvSpPr>
        <p:spPr>
          <a:xfrm>
            <a:off x="685800" y="4686300"/>
            <a:ext cx="1905000" cy="342900"/>
          </a:xfrm>
        </p:spPr>
        <p:txBody>
          <a:bodyPr/>
          <a:lstStyle>
            <a:lvl1pPr>
              <a:defRPr/>
            </a:lvl1pPr>
          </a:lstStyle>
          <a:p>
            <a:pPr>
              <a:defRPr/>
            </a:pPr>
            <a:r>
              <a:rPr lang="en-US" altLang="zh-CN"/>
              <a:t>Page </a:t>
            </a:r>
            <a:fld id="{F739949F-E78C-4096-B912-63AFE932F9BD}" type="slidenum">
              <a:rPr lang="en-US" altLang="zh-CN"/>
              <a:pPr>
                <a:defRPr/>
              </a:pPr>
              <a:t>‹#›</a:t>
            </a:fld>
            <a:endParaRPr lang="en-US" altLang="zh-CN"/>
          </a:p>
        </p:txBody>
      </p:sp>
    </p:spTree>
    <p:extLst>
      <p:ext uri="{BB962C8B-B14F-4D97-AF65-F5344CB8AC3E}">
        <p14:creationId xmlns:p14="http://schemas.microsoft.com/office/powerpoint/2010/main" val="2528761990"/>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Rectangle 83"/>
          <p:cNvSpPr>
            <a:spLocks noGrp="1" noChangeArrowheads="1"/>
          </p:cNvSpPr>
          <p:nvPr>
            <p:ph type="dt" sz="half" idx="10"/>
          </p:nvPr>
        </p:nvSpPr>
        <p:spPr/>
        <p:txBody>
          <a:bodyPr/>
          <a:lstStyle>
            <a:lvl1pPr>
              <a:defRPr/>
            </a:lvl1pPr>
          </a:lstStyle>
          <a:p>
            <a:pPr>
              <a:defRPr/>
            </a:pPr>
            <a:endParaRPr lang="en-US" altLang="zh-CN"/>
          </a:p>
        </p:txBody>
      </p:sp>
      <p:sp>
        <p:nvSpPr>
          <p:cNvPr id="5" name="Rectangle 84"/>
          <p:cNvSpPr>
            <a:spLocks noGrp="1" noChangeArrowheads="1"/>
          </p:cNvSpPr>
          <p:nvPr>
            <p:ph type="ftr" sz="quarter" idx="11"/>
          </p:nvPr>
        </p:nvSpPr>
        <p:spPr/>
        <p:txBody>
          <a:bodyPr/>
          <a:lstStyle>
            <a:lvl1pPr>
              <a:defRPr/>
            </a:lvl1pPr>
          </a:lstStyle>
          <a:p>
            <a:pPr>
              <a:defRPr/>
            </a:pPr>
            <a:endParaRPr lang="en-US" altLang="zh-CN"/>
          </a:p>
        </p:txBody>
      </p:sp>
      <p:sp>
        <p:nvSpPr>
          <p:cNvPr id="6" name="Rectangle 85"/>
          <p:cNvSpPr>
            <a:spLocks noGrp="1" noChangeArrowheads="1"/>
          </p:cNvSpPr>
          <p:nvPr>
            <p:ph type="sldNum" sz="quarter" idx="12"/>
          </p:nvPr>
        </p:nvSpPr>
        <p:spPr/>
        <p:txBody>
          <a:bodyPr/>
          <a:lstStyle>
            <a:lvl1pPr>
              <a:defRPr/>
            </a:lvl1pPr>
          </a:lstStyle>
          <a:p>
            <a:pPr>
              <a:defRPr/>
            </a:pPr>
            <a:r>
              <a:rPr lang="en-US" altLang="zh-CN"/>
              <a:t>Page </a:t>
            </a:r>
            <a:fld id="{3DB333C7-1DB8-4AEC-8BBE-806A2123BB0E}" type="slidenum">
              <a:rPr lang="en-US" altLang="zh-CN"/>
              <a:pPr>
                <a:defRPr/>
              </a:pPr>
              <a:t>‹#›</a:t>
            </a:fld>
            <a:endParaRPr lang="en-US" altLang="zh-CN"/>
          </a:p>
        </p:txBody>
      </p:sp>
    </p:spTree>
    <p:extLst>
      <p:ext uri="{BB962C8B-B14F-4D97-AF65-F5344CB8AC3E}">
        <p14:creationId xmlns:p14="http://schemas.microsoft.com/office/powerpoint/2010/main" val="661056276"/>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83"/>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84"/>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5"/>
          <p:cNvSpPr>
            <a:spLocks noGrp="1" noChangeArrowheads="1"/>
          </p:cNvSpPr>
          <p:nvPr>
            <p:ph type="sldNum" sz="quarter" idx="12"/>
          </p:nvPr>
        </p:nvSpPr>
        <p:spPr>
          <a:ln/>
        </p:spPr>
        <p:txBody>
          <a:bodyPr/>
          <a:lstStyle>
            <a:lvl1pPr>
              <a:defRPr/>
            </a:lvl1pPr>
          </a:lstStyle>
          <a:p>
            <a:pPr>
              <a:defRPr/>
            </a:pPr>
            <a:r>
              <a:rPr lang="en-US" altLang="zh-CN"/>
              <a:t>Page </a:t>
            </a:r>
            <a:fld id="{8EA34F4F-D380-4C94-ACC8-BCDF86E2886C}" type="slidenum">
              <a:rPr lang="en-US" altLang="zh-CN"/>
              <a:pPr>
                <a:defRPr/>
              </a:pPr>
              <a:t>‹#›</a:t>
            </a:fld>
            <a:endParaRPr lang="en-US" altLang="zh-CN"/>
          </a:p>
        </p:txBody>
      </p:sp>
    </p:spTree>
    <p:extLst>
      <p:ext uri="{BB962C8B-B14F-4D97-AF65-F5344CB8AC3E}">
        <p14:creationId xmlns:p14="http://schemas.microsoft.com/office/powerpoint/2010/main" val="264256041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428750"/>
            <a:ext cx="3810000" cy="3086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00600" y="1428750"/>
            <a:ext cx="3810000" cy="3086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83"/>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84"/>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5"/>
          <p:cNvSpPr>
            <a:spLocks noGrp="1" noChangeArrowheads="1"/>
          </p:cNvSpPr>
          <p:nvPr>
            <p:ph type="sldNum" sz="quarter" idx="12"/>
          </p:nvPr>
        </p:nvSpPr>
        <p:spPr>
          <a:ln/>
        </p:spPr>
        <p:txBody>
          <a:bodyPr/>
          <a:lstStyle>
            <a:lvl1pPr>
              <a:defRPr/>
            </a:lvl1pPr>
          </a:lstStyle>
          <a:p>
            <a:pPr>
              <a:defRPr/>
            </a:pPr>
            <a:r>
              <a:rPr lang="en-US" altLang="zh-CN"/>
              <a:t>Page </a:t>
            </a:r>
            <a:fld id="{A8A56DC7-7242-4C94-BC5D-CCE425593D6A}" type="slidenum">
              <a:rPr lang="en-US" altLang="zh-CN"/>
              <a:pPr>
                <a:defRPr/>
              </a:pPr>
              <a:t>‹#›</a:t>
            </a:fld>
            <a:endParaRPr lang="en-US" altLang="zh-CN"/>
          </a:p>
        </p:txBody>
      </p:sp>
    </p:spTree>
    <p:extLst>
      <p:ext uri="{BB962C8B-B14F-4D97-AF65-F5344CB8AC3E}">
        <p14:creationId xmlns:p14="http://schemas.microsoft.com/office/powerpoint/2010/main" val="1368057810"/>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83"/>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84"/>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85"/>
          <p:cNvSpPr>
            <a:spLocks noGrp="1" noChangeArrowheads="1"/>
          </p:cNvSpPr>
          <p:nvPr>
            <p:ph type="sldNum" sz="quarter" idx="12"/>
          </p:nvPr>
        </p:nvSpPr>
        <p:spPr>
          <a:ln/>
        </p:spPr>
        <p:txBody>
          <a:bodyPr/>
          <a:lstStyle>
            <a:lvl1pPr>
              <a:defRPr/>
            </a:lvl1pPr>
          </a:lstStyle>
          <a:p>
            <a:pPr>
              <a:defRPr/>
            </a:pPr>
            <a:r>
              <a:rPr lang="en-US" altLang="zh-CN"/>
              <a:t>Page </a:t>
            </a:r>
            <a:fld id="{AE6ABE4A-8F84-453A-B6FE-FFE183195F68}" type="slidenum">
              <a:rPr lang="en-US" altLang="zh-CN"/>
              <a:pPr>
                <a:defRPr/>
              </a:pPr>
              <a:t>‹#›</a:t>
            </a:fld>
            <a:endParaRPr lang="en-US" altLang="zh-CN"/>
          </a:p>
        </p:txBody>
      </p:sp>
    </p:spTree>
    <p:extLst>
      <p:ext uri="{BB962C8B-B14F-4D97-AF65-F5344CB8AC3E}">
        <p14:creationId xmlns:p14="http://schemas.microsoft.com/office/powerpoint/2010/main" val="162219000"/>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83"/>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84"/>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85"/>
          <p:cNvSpPr>
            <a:spLocks noGrp="1" noChangeArrowheads="1"/>
          </p:cNvSpPr>
          <p:nvPr>
            <p:ph type="sldNum" sz="quarter" idx="12"/>
          </p:nvPr>
        </p:nvSpPr>
        <p:spPr>
          <a:ln/>
        </p:spPr>
        <p:txBody>
          <a:bodyPr/>
          <a:lstStyle>
            <a:lvl1pPr>
              <a:defRPr/>
            </a:lvl1pPr>
          </a:lstStyle>
          <a:p>
            <a:pPr>
              <a:defRPr/>
            </a:pPr>
            <a:r>
              <a:rPr lang="en-US" altLang="zh-CN"/>
              <a:t>Page </a:t>
            </a:r>
            <a:fld id="{D2CDB613-4551-4665-BED2-44F9C9561A35}" type="slidenum">
              <a:rPr lang="en-US" altLang="zh-CN"/>
              <a:pPr>
                <a:defRPr/>
              </a:pPr>
              <a:t>‹#›</a:t>
            </a:fld>
            <a:endParaRPr lang="en-US" altLang="zh-CN"/>
          </a:p>
        </p:txBody>
      </p:sp>
    </p:spTree>
    <p:extLst>
      <p:ext uri="{BB962C8B-B14F-4D97-AF65-F5344CB8AC3E}">
        <p14:creationId xmlns:p14="http://schemas.microsoft.com/office/powerpoint/2010/main" val="223106203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3"/>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84"/>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85"/>
          <p:cNvSpPr>
            <a:spLocks noGrp="1" noChangeArrowheads="1"/>
          </p:cNvSpPr>
          <p:nvPr>
            <p:ph type="sldNum" sz="quarter" idx="12"/>
          </p:nvPr>
        </p:nvSpPr>
        <p:spPr>
          <a:ln/>
        </p:spPr>
        <p:txBody>
          <a:bodyPr/>
          <a:lstStyle>
            <a:lvl1pPr>
              <a:defRPr/>
            </a:lvl1pPr>
          </a:lstStyle>
          <a:p>
            <a:pPr>
              <a:defRPr/>
            </a:pPr>
            <a:r>
              <a:rPr lang="en-US" altLang="zh-CN"/>
              <a:t>Page </a:t>
            </a:r>
            <a:fld id="{6034A24C-24E0-41EE-B992-901B088C39B6}" type="slidenum">
              <a:rPr lang="en-US" altLang="zh-CN"/>
              <a:pPr>
                <a:defRPr/>
              </a:pPr>
              <a:t>‹#›</a:t>
            </a:fld>
            <a:endParaRPr lang="en-US" altLang="zh-CN"/>
          </a:p>
        </p:txBody>
      </p:sp>
    </p:spTree>
    <p:extLst>
      <p:ext uri="{BB962C8B-B14F-4D97-AF65-F5344CB8AC3E}">
        <p14:creationId xmlns:p14="http://schemas.microsoft.com/office/powerpoint/2010/main" val="800527426"/>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83"/>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84"/>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5"/>
          <p:cNvSpPr>
            <a:spLocks noGrp="1" noChangeArrowheads="1"/>
          </p:cNvSpPr>
          <p:nvPr>
            <p:ph type="sldNum" sz="quarter" idx="12"/>
          </p:nvPr>
        </p:nvSpPr>
        <p:spPr>
          <a:ln/>
        </p:spPr>
        <p:txBody>
          <a:bodyPr/>
          <a:lstStyle>
            <a:lvl1pPr>
              <a:defRPr/>
            </a:lvl1pPr>
          </a:lstStyle>
          <a:p>
            <a:pPr>
              <a:defRPr/>
            </a:pPr>
            <a:r>
              <a:rPr lang="en-US" altLang="zh-CN"/>
              <a:t>Page </a:t>
            </a:r>
            <a:fld id="{29C7E050-0FF1-4081-BCDB-8BEB8C805E73}" type="slidenum">
              <a:rPr lang="en-US" altLang="zh-CN"/>
              <a:pPr>
                <a:defRPr/>
              </a:pPr>
              <a:t>‹#›</a:t>
            </a:fld>
            <a:endParaRPr lang="en-US" altLang="zh-CN"/>
          </a:p>
        </p:txBody>
      </p:sp>
    </p:spTree>
    <p:extLst>
      <p:ext uri="{BB962C8B-B14F-4D97-AF65-F5344CB8AC3E}">
        <p14:creationId xmlns:p14="http://schemas.microsoft.com/office/powerpoint/2010/main" val="363206272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83"/>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84"/>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5"/>
          <p:cNvSpPr>
            <a:spLocks noGrp="1" noChangeArrowheads="1"/>
          </p:cNvSpPr>
          <p:nvPr>
            <p:ph type="sldNum" sz="quarter" idx="12"/>
          </p:nvPr>
        </p:nvSpPr>
        <p:spPr>
          <a:ln/>
        </p:spPr>
        <p:txBody>
          <a:bodyPr/>
          <a:lstStyle>
            <a:lvl1pPr>
              <a:defRPr/>
            </a:lvl1pPr>
          </a:lstStyle>
          <a:p>
            <a:pPr>
              <a:defRPr/>
            </a:pPr>
            <a:r>
              <a:rPr lang="en-US" altLang="zh-CN"/>
              <a:t>Page </a:t>
            </a:r>
            <a:fld id="{E1B9042C-722F-4F1E-967A-B952AD9C2A5B}" type="slidenum">
              <a:rPr lang="en-US" altLang="zh-CN"/>
              <a:pPr>
                <a:defRPr/>
              </a:pPr>
              <a:t>‹#›</a:t>
            </a:fld>
            <a:endParaRPr lang="en-US" altLang="zh-CN"/>
          </a:p>
        </p:txBody>
      </p:sp>
    </p:spTree>
    <p:extLst>
      <p:ext uri="{BB962C8B-B14F-4D97-AF65-F5344CB8AC3E}">
        <p14:creationId xmlns:p14="http://schemas.microsoft.com/office/powerpoint/2010/main" val="1638813422"/>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83"/>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84"/>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5"/>
          <p:cNvSpPr>
            <a:spLocks noGrp="1" noChangeArrowheads="1"/>
          </p:cNvSpPr>
          <p:nvPr>
            <p:ph type="sldNum" sz="quarter" idx="12"/>
          </p:nvPr>
        </p:nvSpPr>
        <p:spPr>
          <a:ln/>
        </p:spPr>
        <p:txBody>
          <a:bodyPr/>
          <a:lstStyle>
            <a:lvl1pPr>
              <a:defRPr/>
            </a:lvl1pPr>
          </a:lstStyle>
          <a:p>
            <a:pPr>
              <a:defRPr/>
            </a:pPr>
            <a:r>
              <a:rPr lang="en-US" altLang="zh-CN"/>
              <a:t>Page </a:t>
            </a:r>
            <a:fld id="{6BBC4146-8B42-4F37-B260-17E36F53FFE3}" type="slidenum">
              <a:rPr lang="en-US" altLang="zh-CN"/>
              <a:pPr>
                <a:defRPr/>
              </a:pPr>
              <a:t>‹#›</a:t>
            </a:fld>
            <a:endParaRPr lang="en-US" altLang="zh-CN"/>
          </a:p>
        </p:txBody>
      </p:sp>
    </p:spTree>
    <p:extLst>
      <p:ext uri="{BB962C8B-B14F-4D97-AF65-F5344CB8AC3E}">
        <p14:creationId xmlns:p14="http://schemas.microsoft.com/office/powerpoint/2010/main" val="1995914119"/>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28600"/>
            <a:ext cx="2000250" cy="42862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28600"/>
            <a:ext cx="5848350" cy="42862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83"/>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84"/>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5"/>
          <p:cNvSpPr>
            <a:spLocks noGrp="1" noChangeArrowheads="1"/>
          </p:cNvSpPr>
          <p:nvPr>
            <p:ph type="sldNum" sz="quarter" idx="12"/>
          </p:nvPr>
        </p:nvSpPr>
        <p:spPr>
          <a:ln/>
        </p:spPr>
        <p:txBody>
          <a:bodyPr/>
          <a:lstStyle>
            <a:lvl1pPr>
              <a:defRPr/>
            </a:lvl1pPr>
          </a:lstStyle>
          <a:p>
            <a:pPr>
              <a:defRPr/>
            </a:pPr>
            <a:r>
              <a:rPr lang="en-US" altLang="zh-CN"/>
              <a:t>Page </a:t>
            </a:r>
            <a:fld id="{8C587BEE-3A43-4549-A24C-511BFD29CE71}" type="slidenum">
              <a:rPr lang="en-US" altLang="zh-CN"/>
              <a:pPr>
                <a:defRPr/>
              </a:pPr>
              <a:t>‹#›</a:t>
            </a:fld>
            <a:endParaRPr lang="en-US" altLang="zh-CN"/>
          </a:p>
        </p:txBody>
      </p:sp>
    </p:spTree>
    <p:extLst>
      <p:ext uri="{BB962C8B-B14F-4D97-AF65-F5344CB8AC3E}">
        <p14:creationId xmlns:p14="http://schemas.microsoft.com/office/powerpoint/2010/main" val="2444837082"/>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28600"/>
            <a:ext cx="7772400" cy="8572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38200" y="1428750"/>
            <a:ext cx="3810000" cy="3086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00600" y="1428750"/>
            <a:ext cx="3810000" cy="3086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83"/>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84"/>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5"/>
          <p:cNvSpPr>
            <a:spLocks noGrp="1" noChangeArrowheads="1"/>
          </p:cNvSpPr>
          <p:nvPr>
            <p:ph type="sldNum" sz="quarter" idx="12"/>
          </p:nvPr>
        </p:nvSpPr>
        <p:spPr>
          <a:ln/>
        </p:spPr>
        <p:txBody>
          <a:bodyPr/>
          <a:lstStyle>
            <a:lvl1pPr>
              <a:defRPr/>
            </a:lvl1pPr>
          </a:lstStyle>
          <a:p>
            <a:pPr>
              <a:defRPr/>
            </a:pPr>
            <a:r>
              <a:rPr lang="en-US" altLang="zh-CN"/>
              <a:t>Page </a:t>
            </a:r>
            <a:fld id="{0C69EF61-216A-4379-AFA9-0FE0853F6C80}" type="slidenum">
              <a:rPr lang="en-US" altLang="zh-CN"/>
              <a:pPr>
                <a:defRPr/>
              </a:pPr>
              <a:t>‹#›</a:t>
            </a:fld>
            <a:endParaRPr lang="en-US" altLang="zh-CN"/>
          </a:p>
        </p:txBody>
      </p:sp>
    </p:spTree>
    <p:extLst>
      <p:ext uri="{BB962C8B-B14F-4D97-AF65-F5344CB8AC3E}">
        <p14:creationId xmlns:p14="http://schemas.microsoft.com/office/powerpoint/2010/main" val="87843543"/>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 Target="../slides/slide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9144000" cy="5143500"/>
            <a:chOff x="0" y="0"/>
            <a:chExt cx="5760" cy="4320"/>
          </a:xfrm>
        </p:grpSpPr>
        <p:grpSp>
          <p:nvGrpSpPr>
            <p:cNvPr id="1037" name="Group 3"/>
            <p:cNvGrpSpPr>
              <a:grpSpLocks/>
            </p:cNvGrpSpPr>
            <p:nvPr/>
          </p:nvGrpSpPr>
          <p:grpSpPr bwMode="auto">
            <a:xfrm>
              <a:off x="0" y="0"/>
              <a:ext cx="5760" cy="4320"/>
              <a:chOff x="0" y="0"/>
              <a:chExt cx="5760" cy="4320"/>
            </a:xfrm>
          </p:grpSpPr>
          <p:grpSp>
            <p:nvGrpSpPr>
              <p:cNvPr id="1062" name="Group 4"/>
              <p:cNvGrpSpPr>
                <a:grpSpLocks/>
              </p:cNvGrpSpPr>
              <p:nvPr/>
            </p:nvGrpSpPr>
            <p:grpSpPr bwMode="auto">
              <a:xfrm>
                <a:off x="0" y="192"/>
                <a:ext cx="5760" cy="4032"/>
                <a:chOff x="0" y="192"/>
                <a:chExt cx="5760" cy="4032"/>
              </a:xfrm>
            </p:grpSpPr>
            <p:sp>
              <p:nvSpPr>
                <p:cNvPr id="1093" name="Line 5"/>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4" name="Line 6"/>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 name="Line 7"/>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6" name="Line 8"/>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7" name="Line 9"/>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8" name="Line 10"/>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9" name="Line 11"/>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0" name="Line 12"/>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1" name="Line 13"/>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2" name="Line 14"/>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3" name="Line 15"/>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4" name="Line 16"/>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5" name="Line 17"/>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6" name="Line 18"/>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7" name="Line 19"/>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8" name="Line 20"/>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9" name="Line 21"/>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0" name="Line 22"/>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1" name="Line 23"/>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2" name="Line 24"/>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3" name="Line 25"/>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4" name="Line 26"/>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63" name="Group 27"/>
              <p:cNvGrpSpPr>
                <a:grpSpLocks/>
              </p:cNvGrpSpPr>
              <p:nvPr/>
            </p:nvGrpSpPr>
            <p:grpSpPr bwMode="auto">
              <a:xfrm>
                <a:off x="192" y="0"/>
                <a:ext cx="5376" cy="4320"/>
                <a:chOff x="192" y="0"/>
                <a:chExt cx="5376" cy="4320"/>
              </a:xfrm>
            </p:grpSpPr>
            <p:sp>
              <p:nvSpPr>
                <p:cNvPr id="1064"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6"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7"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8"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9"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0"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1"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2"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3"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4"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6"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7"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8"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9"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0"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1"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2"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3"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4"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6"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7"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8"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9"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0"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1"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2"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1038" name="Rectangle 57" descr="60%"/>
            <p:cNvSpPr>
              <a:spLocks noChangeArrowheads="1"/>
            </p:cNvSpPr>
            <p:nvPr/>
          </p:nvSpPr>
          <p:spPr bwMode="ltGray">
            <a:xfrm>
              <a:off x="2112" y="0"/>
              <a:ext cx="3648" cy="96"/>
            </a:xfrm>
            <a:prstGeom prst="rect">
              <a:avLst/>
            </a:prstGeom>
            <a:blipFill dpi="0" rotWithShape="0">
              <a:blip r:embed="rId14"/>
              <a:srcRect/>
              <a:tile tx="0" ty="0" sx="100000" sy="100000" flip="none" algn="tl"/>
            </a:blip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grpSp>
          <p:nvGrpSpPr>
            <p:cNvPr id="1039" name="Group 58"/>
            <p:cNvGrpSpPr>
              <a:grpSpLocks/>
            </p:cNvGrpSpPr>
            <p:nvPr/>
          </p:nvGrpSpPr>
          <p:grpSpPr bwMode="auto">
            <a:xfrm>
              <a:off x="2064" y="3984"/>
              <a:ext cx="1920" cy="288"/>
              <a:chOff x="2064" y="3984"/>
              <a:chExt cx="1920" cy="288"/>
            </a:xfrm>
          </p:grpSpPr>
          <p:sp>
            <p:nvSpPr>
              <p:cNvPr id="1057" name="Rectangle 59" descr="60%"/>
              <p:cNvSpPr>
                <a:spLocks noChangeArrowheads="1"/>
              </p:cNvSpPr>
              <p:nvPr userDrawn="1"/>
            </p:nvSpPr>
            <p:spPr bwMode="ltGray">
              <a:xfrm>
                <a:off x="2112" y="4032"/>
                <a:ext cx="1824" cy="192"/>
              </a:xfrm>
              <a:prstGeom prst="rect">
                <a:avLst/>
              </a:prstGeom>
              <a:blipFill dpi="0" rotWithShape="0">
                <a:blip r:embed="rId14"/>
                <a:srcRect/>
                <a:tile tx="0" ty="0" sx="100000" sy="100000" flip="none" algn="tl"/>
              </a:blip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058" name="Line 60"/>
              <p:cNvSpPr>
                <a:spLocks noChangeShapeType="1"/>
              </p:cNvSpPr>
              <p:nvPr userDrawn="1"/>
            </p:nvSpPr>
            <p:spPr bwMode="ltGray">
              <a:xfrm>
                <a:off x="2064" y="4032"/>
                <a:ext cx="192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9" name="Line 61"/>
              <p:cNvSpPr>
                <a:spLocks noChangeShapeType="1"/>
              </p:cNvSpPr>
              <p:nvPr userDrawn="1"/>
            </p:nvSpPr>
            <p:spPr bwMode="ltGray">
              <a:xfrm>
                <a:off x="2064" y="4224"/>
                <a:ext cx="192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0" name="Line 62"/>
              <p:cNvSpPr>
                <a:spLocks noChangeShapeType="1"/>
              </p:cNvSpPr>
              <p:nvPr userDrawn="1"/>
            </p:nvSpPr>
            <p:spPr bwMode="ltGray">
              <a:xfrm>
                <a:off x="2112" y="3984"/>
                <a:ext cx="0" cy="2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1" name="Line 63"/>
              <p:cNvSpPr>
                <a:spLocks noChangeShapeType="1"/>
              </p:cNvSpPr>
              <p:nvPr userDrawn="1"/>
            </p:nvSpPr>
            <p:spPr bwMode="ltGray">
              <a:xfrm>
                <a:off x="3936" y="3984"/>
                <a:ext cx="0" cy="2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40" name="Group 64"/>
            <p:cNvGrpSpPr>
              <a:grpSpLocks/>
            </p:cNvGrpSpPr>
            <p:nvPr/>
          </p:nvGrpSpPr>
          <p:grpSpPr bwMode="auto">
            <a:xfrm>
              <a:off x="4512" y="3984"/>
              <a:ext cx="912" cy="288"/>
              <a:chOff x="4512" y="3984"/>
              <a:chExt cx="912" cy="288"/>
            </a:xfrm>
          </p:grpSpPr>
          <p:sp>
            <p:nvSpPr>
              <p:cNvPr id="1052" name="Rectangle 65" descr="60%"/>
              <p:cNvSpPr>
                <a:spLocks noChangeArrowheads="1"/>
              </p:cNvSpPr>
              <p:nvPr userDrawn="1"/>
            </p:nvSpPr>
            <p:spPr bwMode="ltGray">
              <a:xfrm>
                <a:off x="4560" y="4032"/>
                <a:ext cx="816" cy="192"/>
              </a:xfrm>
              <a:prstGeom prst="rect">
                <a:avLst/>
              </a:prstGeom>
              <a:blipFill dpi="0" rotWithShape="0">
                <a:blip r:embed="rId14"/>
                <a:srcRect/>
                <a:tile tx="0" ty="0" sx="100000" sy="100000" flip="none" algn="tl"/>
              </a:blip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053" name="Line 66"/>
              <p:cNvSpPr>
                <a:spLocks noChangeShapeType="1"/>
              </p:cNvSpPr>
              <p:nvPr userDrawn="1"/>
            </p:nvSpPr>
            <p:spPr bwMode="ltGray">
              <a:xfrm>
                <a:off x="4512" y="4032"/>
                <a:ext cx="91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 name="Line 67"/>
              <p:cNvSpPr>
                <a:spLocks noChangeShapeType="1"/>
              </p:cNvSpPr>
              <p:nvPr userDrawn="1"/>
            </p:nvSpPr>
            <p:spPr bwMode="ltGray">
              <a:xfrm>
                <a:off x="4512" y="4224"/>
                <a:ext cx="91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 name="Line 68"/>
              <p:cNvSpPr>
                <a:spLocks noChangeShapeType="1"/>
              </p:cNvSpPr>
              <p:nvPr userDrawn="1"/>
            </p:nvSpPr>
            <p:spPr bwMode="ltGray">
              <a:xfrm>
                <a:off x="4560" y="3984"/>
                <a:ext cx="0" cy="2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6" name="Line 69"/>
              <p:cNvSpPr>
                <a:spLocks noChangeShapeType="1"/>
              </p:cNvSpPr>
              <p:nvPr userDrawn="1"/>
            </p:nvSpPr>
            <p:spPr bwMode="ltGray">
              <a:xfrm>
                <a:off x="5376" y="3984"/>
                <a:ext cx="0" cy="2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41" name="Group 70"/>
            <p:cNvGrpSpPr>
              <a:grpSpLocks/>
            </p:cNvGrpSpPr>
            <p:nvPr/>
          </p:nvGrpSpPr>
          <p:grpSpPr bwMode="auto">
            <a:xfrm>
              <a:off x="624" y="3984"/>
              <a:ext cx="912" cy="288"/>
              <a:chOff x="624" y="3984"/>
              <a:chExt cx="912" cy="288"/>
            </a:xfrm>
          </p:grpSpPr>
          <p:sp>
            <p:nvSpPr>
              <p:cNvPr id="1047" name="Rectangle 71" descr="60%"/>
              <p:cNvSpPr>
                <a:spLocks noChangeArrowheads="1"/>
              </p:cNvSpPr>
              <p:nvPr userDrawn="1"/>
            </p:nvSpPr>
            <p:spPr bwMode="ltGray">
              <a:xfrm>
                <a:off x="672" y="4032"/>
                <a:ext cx="816" cy="192"/>
              </a:xfrm>
              <a:prstGeom prst="rect">
                <a:avLst/>
              </a:prstGeom>
              <a:blipFill dpi="0" rotWithShape="0">
                <a:blip r:embed="rId14"/>
                <a:srcRect/>
                <a:tile tx="0" ty="0" sx="100000" sy="100000" flip="none" algn="tl"/>
              </a:blip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048" name="Line 72"/>
              <p:cNvSpPr>
                <a:spLocks noChangeShapeType="1"/>
              </p:cNvSpPr>
              <p:nvPr userDrawn="1"/>
            </p:nvSpPr>
            <p:spPr bwMode="ltGray">
              <a:xfrm>
                <a:off x="624" y="4032"/>
                <a:ext cx="91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9" name="Line 73"/>
              <p:cNvSpPr>
                <a:spLocks noChangeShapeType="1"/>
              </p:cNvSpPr>
              <p:nvPr userDrawn="1"/>
            </p:nvSpPr>
            <p:spPr bwMode="ltGray">
              <a:xfrm>
                <a:off x="624" y="4224"/>
                <a:ext cx="91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0" name="Line 74"/>
              <p:cNvSpPr>
                <a:spLocks noChangeShapeType="1"/>
              </p:cNvSpPr>
              <p:nvPr userDrawn="1"/>
            </p:nvSpPr>
            <p:spPr bwMode="ltGray">
              <a:xfrm>
                <a:off x="672" y="3984"/>
                <a:ext cx="0" cy="2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1" name="Line 75"/>
              <p:cNvSpPr>
                <a:spLocks noChangeShapeType="1"/>
              </p:cNvSpPr>
              <p:nvPr userDrawn="1"/>
            </p:nvSpPr>
            <p:spPr bwMode="ltGray">
              <a:xfrm>
                <a:off x="1488" y="3984"/>
                <a:ext cx="0" cy="2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42" name="Line 76"/>
            <p:cNvSpPr>
              <a:spLocks noChangeShapeType="1"/>
            </p:cNvSpPr>
            <p:nvPr/>
          </p:nvSpPr>
          <p:spPr bwMode="ltGray">
            <a:xfrm>
              <a:off x="5568" y="0"/>
              <a:ext cx="0" cy="14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43" name="Group 77"/>
            <p:cNvGrpSpPr>
              <a:grpSpLocks/>
            </p:cNvGrpSpPr>
            <p:nvPr/>
          </p:nvGrpSpPr>
          <p:grpSpPr bwMode="auto">
            <a:xfrm>
              <a:off x="261" y="892"/>
              <a:ext cx="1124" cy="1464"/>
              <a:chOff x="96" y="916"/>
              <a:chExt cx="2208" cy="2876"/>
            </a:xfrm>
          </p:grpSpPr>
          <p:sp>
            <p:nvSpPr>
              <p:cNvPr id="1044" name="Line 78"/>
              <p:cNvSpPr>
                <a:spLocks noChangeShapeType="1"/>
              </p:cNvSpPr>
              <p:nvPr/>
            </p:nvSpPr>
            <p:spPr bwMode="ltGray">
              <a:xfrm flipH="1">
                <a:off x="96" y="1038"/>
                <a:ext cx="220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5" name="Line 79"/>
              <p:cNvSpPr>
                <a:spLocks noChangeShapeType="1"/>
              </p:cNvSpPr>
              <p:nvPr/>
            </p:nvSpPr>
            <p:spPr bwMode="ltGray">
              <a:xfrm>
                <a:off x="336" y="920"/>
                <a:ext cx="0" cy="287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6" name="Arc 80"/>
              <p:cNvSpPr>
                <a:spLocks/>
              </p:cNvSpPr>
              <p:nvPr/>
            </p:nvSpPr>
            <p:spPr bwMode="ltGray">
              <a:xfrm flipH="1">
                <a:off x="218" y="916"/>
                <a:ext cx="238" cy="240"/>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8273" name="Rectangle 81"/>
          <p:cNvSpPr>
            <a:spLocks noGrp="1" noChangeArrowheads="1"/>
          </p:cNvSpPr>
          <p:nvPr>
            <p:ph type="title"/>
          </p:nvPr>
        </p:nvSpPr>
        <p:spPr bwMode="auto">
          <a:xfrm>
            <a:off x="609600" y="228600"/>
            <a:ext cx="7772400" cy="857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8274" name="Rectangle 82" descr="Rectangle: Click to edit Master text styles&#10;Second level&#10;Third level&#10;Fourth level&#10;Fifth level"/>
          <p:cNvSpPr>
            <a:spLocks noGrp="1" noChangeArrowheads="1"/>
          </p:cNvSpPr>
          <p:nvPr>
            <p:ph type="body" idx="1"/>
          </p:nvPr>
        </p:nvSpPr>
        <p:spPr bwMode="auto">
          <a:xfrm>
            <a:off x="838200" y="1428750"/>
            <a:ext cx="77724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 </a:t>
            </a:r>
          </a:p>
        </p:txBody>
      </p:sp>
      <p:sp>
        <p:nvSpPr>
          <p:cNvPr id="8275" name="Rectangle 83"/>
          <p:cNvSpPr>
            <a:spLocks noGrp="1" noChangeArrowheads="1"/>
          </p:cNvSpPr>
          <p:nvPr>
            <p:ph type="dt" sz="half" idx="2"/>
          </p:nvPr>
        </p:nvSpPr>
        <p:spPr bwMode="auto">
          <a:xfrm>
            <a:off x="6629400" y="4686300"/>
            <a:ext cx="19050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400">
                <a:latin typeface="Comic Sans MS" pitchFamily="66" charset="0"/>
              </a:defRPr>
            </a:lvl1pPr>
          </a:lstStyle>
          <a:p>
            <a:pPr>
              <a:defRPr/>
            </a:pPr>
            <a:endParaRPr lang="en-US" altLang="zh-CN"/>
          </a:p>
        </p:txBody>
      </p:sp>
      <p:sp>
        <p:nvSpPr>
          <p:cNvPr id="8276" name="Rectangle 84"/>
          <p:cNvSpPr>
            <a:spLocks noGrp="1" noChangeArrowheads="1"/>
          </p:cNvSpPr>
          <p:nvPr>
            <p:ph type="ftr" sz="quarter" idx="3"/>
          </p:nvPr>
        </p:nvSpPr>
        <p:spPr bwMode="auto">
          <a:xfrm>
            <a:off x="3352800" y="4686300"/>
            <a:ext cx="28956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0" hangingPunct="0">
              <a:defRPr sz="1400">
                <a:latin typeface="Comic Sans MS" pitchFamily="66" charset="0"/>
              </a:defRPr>
            </a:lvl1pPr>
          </a:lstStyle>
          <a:p>
            <a:pPr>
              <a:defRPr/>
            </a:pPr>
            <a:endParaRPr lang="en-US" altLang="zh-CN"/>
          </a:p>
        </p:txBody>
      </p:sp>
      <p:sp>
        <p:nvSpPr>
          <p:cNvPr id="8277" name="Rectangle 85"/>
          <p:cNvSpPr>
            <a:spLocks noGrp="1" noChangeArrowheads="1"/>
          </p:cNvSpPr>
          <p:nvPr>
            <p:ph type="sldNum" sz="quarter" idx="4"/>
          </p:nvPr>
        </p:nvSpPr>
        <p:spPr bwMode="auto">
          <a:xfrm>
            <a:off x="1066800" y="4686300"/>
            <a:ext cx="19050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atin typeface="Comic Sans MS" pitchFamily="66" charset="0"/>
              </a:defRPr>
            </a:lvl1pPr>
          </a:lstStyle>
          <a:p>
            <a:pPr>
              <a:defRPr/>
            </a:pPr>
            <a:r>
              <a:rPr lang="en-US" altLang="zh-CN"/>
              <a:t>Page </a:t>
            </a:r>
            <a:fld id="{D95017EE-1F66-4F29-AF53-6AF2B88D7D2A}" type="slidenum">
              <a:rPr lang="en-US" altLang="zh-CN"/>
              <a:pPr>
                <a:defRPr/>
              </a:pPr>
              <a:t>‹#›</a:t>
            </a:fld>
            <a:endParaRPr lang="en-US" altLang="zh-CN"/>
          </a:p>
        </p:txBody>
      </p:sp>
      <p:sp>
        <p:nvSpPr>
          <p:cNvPr id="1032" name="AutoShape 86">
            <a:hlinkClick r:id="rId15" action="ppaction://hlinksldjump" highlightClick="1"/>
          </p:cNvPr>
          <p:cNvSpPr>
            <a:spLocks noChangeArrowheads="1"/>
          </p:cNvSpPr>
          <p:nvPr/>
        </p:nvSpPr>
        <p:spPr bwMode="auto">
          <a:xfrm>
            <a:off x="8458200" y="4873625"/>
            <a:ext cx="360363" cy="269875"/>
          </a:xfrm>
          <a:prstGeom prst="actionButtonHome">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033" name="AutoShape 87">
            <a:hlinkClick r:id="" action="ppaction://hlinkshowjump?jump=nextslide" highlightClick="1"/>
          </p:cNvPr>
          <p:cNvSpPr>
            <a:spLocks noChangeArrowheads="1"/>
          </p:cNvSpPr>
          <p:nvPr/>
        </p:nvSpPr>
        <p:spPr bwMode="auto">
          <a:xfrm>
            <a:off x="8783638" y="4873625"/>
            <a:ext cx="360362" cy="269875"/>
          </a:xfrm>
          <a:prstGeom prst="actionButtonForwardNex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034" name="AutoShape 88">
            <a:hlinkClick r:id="" action="ppaction://hlinkshowjump?jump=previousslide" highlightClick="1"/>
          </p:cNvPr>
          <p:cNvSpPr>
            <a:spLocks noChangeArrowheads="1"/>
          </p:cNvSpPr>
          <p:nvPr/>
        </p:nvSpPr>
        <p:spPr bwMode="auto">
          <a:xfrm>
            <a:off x="8097838" y="4873625"/>
            <a:ext cx="360362" cy="269875"/>
          </a:xfrm>
          <a:prstGeom prst="actionButtonBackPrevious">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pic>
        <p:nvPicPr>
          <p:cNvPr id="1035" name="Picture 89" descr="封面标16开-黑"/>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0" y="4887913"/>
            <a:ext cx="1638300" cy="25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6" name="WordArt 90">
            <a:hlinkClick r:id="" action="ppaction://hlinkshowjump?jump=endshow"/>
          </p:cNvPr>
          <p:cNvSpPr>
            <a:spLocks noChangeArrowheads="1" noChangeShapeType="1" noTextEdit="1"/>
          </p:cNvSpPr>
          <p:nvPr/>
        </p:nvSpPr>
        <p:spPr bwMode="auto">
          <a:xfrm>
            <a:off x="3581400" y="4914900"/>
            <a:ext cx="2209800" cy="228600"/>
          </a:xfrm>
          <a:prstGeom prst="rect">
            <a:avLst/>
          </a:prstGeom>
        </p:spPr>
        <p:txBody>
          <a:bodyPr wrap="none" fromWordArt="1">
            <a:prstTxWarp prst="textPlain">
              <a:avLst>
                <a:gd name="adj" fmla="val 50000"/>
              </a:avLst>
            </a:prstTxWarp>
          </a:bodyPr>
          <a:lstStyle/>
          <a:p>
            <a:pPr algn="ctr"/>
            <a:r>
              <a:rPr lang="zh-CN" altLang="en-US" sz="2400" b="1" i="1" kern="10">
                <a:ln w="9525">
                  <a:solidFill>
                    <a:srgbClr val="003300"/>
                  </a:solidFill>
                  <a:round/>
                  <a:headEnd/>
                  <a:tailEnd/>
                </a:ln>
                <a:solidFill>
                  <a:srgbClr val="FFFFFF"/>
                </a:solidFill>
                <a:effectLst>
                  <a:outerShdw dist="35921" dir="2700000" algn="ctr" rotWithShape="0">
                    <a:srgbClr val="808080"/>
                  </a:outerShdw>
                </a:effectLst>
                <a:latin typeface="宋体"/>
                <a:ea typeface="宋体"/>
              </a:rPr>
              <a:t>点击此处结束放映</a:t>
            </a:r>
          </a:p>
        </p:txBody>
      </p:sp>
    </p:spTree>
  </p:cSld>
  <p:clrMap bg1="lt1" tx1="dk1" bg2="lt2" tx2="dk2" accent1="accent1" accent2="accent2" accent3="accent3" accent4="accent4" accent5="accent5" accent6="accent6" hlink="hlink" folHlink="folHlink"/>
  <p:sldLayoutIdLst>
    <p:sldLayoutId id="2147483852" r:id="rId1"/>
    <p:sldLayoutId id="2147483853"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 id="2147483851" r:id="rId12"/>
  </p:sldLayoutIdLst>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txStyles>
    <p:titleStyle>
      <a:lvl1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2pPr>
      <a:lvl3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3pPr>
      <a:lvl4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4pPr>
      <a:lvl5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5pPr>
      <a:lvl6pPr marL="4572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6pPr>
      <a:lvl7pPr marL="9144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7pPr>
      <a:lvl8pPr marL="13716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8pPr>
      <a:lvl9pPr marL="18288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9pPr>
    </p:titleStyle>
    <p:bodyStyle>
      <a:lvl1pPr marL="342900" indent="-342900" algn="l" rtl="0" eaLnBrk="0" fontAlgn="base" hangingPunct="0">
        <a:spcBef>
          <a:spcPct val="20000"/>
        </a:spcBef>
        <a:spcAft>
          <a:spcPct val="0"/>
        </a:spcAft>
        <a:buClr>
          <a:srgbClr val="A50021"/>
        </a:buClr>
        <a:buSzPct val="75000"/>
        <a:buFont typeface="Wingdings" pitchFamily="2" charset="2"/>
        <a:buChar char="•"/>
        <a:defRPr sz="3200" b="1">
          <a:solidFill>
            <a:srgbClr val="000000"/>
          </a:solidFill>
          <a:latin typeface="+mn-lt"/>
          <a:ea typeface="+mn-ea"/>
          <a:cs typeface="+mn-cs"/>
        </a:defRPr>
      </a:lvl1pPr>
      <a:lvl2pPr marL="190500" indent="266700" algn="l" rtl="0" eaLnBrk="0" fontAlgn="base" hangingPunct="0">
        <a:spcBef>
          <a:spcPct val="20000"/>
        </a:spcBef>
        <a:spcAft>
          <a:spcPct val="0"/>
        </a:spcAft>
        <a:buClr>
          <a:schemeClr val="accent2"/>
        </a:buClr>
        <a:buSzPct val="75000"/>
        <a:buFont typeface="Wingdings" pitchFamily="2" charset="2"/>
        <a:buChar char="–"/>
        <a:defRPr kumimoji="1" sz="4000" b="1">
          <a:solidFill>
            <a:schemeClr val="bg2"/>
          </a:solidFill>
          <a:latin typeface="+mn-lt"/>
          <a:ea typeface="隶书" pitchFamily="49" charset="-122"/>
          <a:cs typeface="+mn-cs"/>
        </a:defRPr>
      </a:lvl2pPr>
      <a:lvl3pPr marL="381000" indent="533400" algn="l" rtl="0" eaLnBrk="0" fontAlgn="base" hangingPunct="0">
        <a:spcBef>
          <a:spcPct val="20000"/>
        </a:spcBef>
        <a:spcAft>
          <a:spcPct val="0"/>
        </a:spcAft>
        <a:buClr>
          <a:srgbClr val="666699"/>
        </a:buClr>
        <a:buSzPct val="70000"/>
        <a:buFont typeface="Wingdings" pitchFamily="2" charset="2"/>
        <a:buChar char="•"/>
        <a:defRPr kumimoji="1" sz="3600" b="1">
          <a:solidFill>
            <a:srgbClr val="FF0066"/>
          </a:solidFill>
          <a:latin typeface="+mn-lt"/>
          <a:ea typeface="华文行楷" pitchFamily="2" charset="-122"/>
          <a:cs typeface="+mn-cs"/>
        </a:defRPr>
      </a:lvl3pPr>
      <a:lvl4pPr marL="571500" indent="800100" algn="l" rtl="0" eaLnBrk="0" fontAlgn="base" hangingPunct="0">
        <a:spcBef>
          <a:spcPct val="20000"/>
        </a:spcBef>
        <a:spcAft>
          <a:spcPct val="0"/>
        </a:spcAft>
        <a:buSzPct val="60000"/>
        <a:buFont typeface="Wingdings" pitchFamily="2" charset="2"/>
        <a:buChar char="–"/>
        <a:defRPr sz="3400" b="1">
          <a:solidFill>
            <a:srgbClr val="9900CC"/>
          </a:solidFill>
          <a:latin typeface="+mn-lt"/>
          <a:ea typeface="黑体" pitchFamily="2" charset="-122"/>
          <a:cs typeface="+mn-cs"/>
        </a:defRPr>
      </a:lvl4pPr>
      <a:lvl5pPr marL="762000" indent="1066800" algn="l" rtl="0" eaLnBrk="0" fontAlgn="base" hangingPunct="0">
        <a:spcBef>
          <a:spcPct val="20000"/>
        </a:spcBef>
        <a:spcAft>
          <a:spcPct val="0"/>
        </a:spcAft>
        <a:buClr>
          <a:schemeClr val="hlink"/>
        </a:buClr>
        <a:buSzPct val="55000"/>
        <a:buFont typeface="Wingdings" pitchFamily="2" charset="2"/>
        <a:buChar char="»"/>
        <a:defRPr sz="3200" b="1">
          <a:solidFill>
            <a:srgbClr val="008080"/>
          </a:solidFill>
          <a:effectLst>
            <a:outerShdw blurRad="38100" dist="38100" dir="2700000" algn="tl">
              <a:srgbClr val="C0C0C0"/>
            </a:outerShdw>
          </a:effectLst>
          <a:latin typeface="+mn-lt"/>
          <a:ea typeface="+mn-ea"/>
          <a:cs typeface="+mn-cs"/>
        </a:defRPr>
      </a:lvl5pPr>
      <a:lvl6pPr marL="12192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6pPr>
      <a:lvl7pPr marL="16764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7pPr>
      <a:lvl8pPr marL="21336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8pPr>
      <a:lvl9pPr marL="25908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9.xml"/><Relationship Id="rId5" Type="http://schemas.openxmlformats.org/officeDocument/2006/relationships/slide" Target="slide23.xml"/><Relationship Id="rId4" Type="http://schemas.openxmlformats.org/officeDocument/2006/relationships/slide" Target="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1.wmf"/><Relationship Id="rId4" Type="http://schemas.openxmlformats.org/officeDocument/2006/relationships/oleObject" Target="../embeddings/oleObject5.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1.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3.wmf"/><Relationship Id="rId5" Type="http://schemas.openxmlformats.org/officeDocument/2006/relationships/oleObject" Target="../embeddings/oleObject7.bin"/><Relationship Id="rId4" Type="http://schemas.openxmlformats.org/officeDocument/2006/relationships/image" Target="../media/image12.wmf"/></Relationships>
</file>

<file path=ppt/slides/_rels/slide16.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5.wmf"/><Relationship Id="rId5" Type="http://schemas.openxmlformats.org/officeDocument/2006/relationships/oleObject" Target="../embeddings/oleObject9.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1.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8.wmf"/></Relationships>
</file>

<file path=ppt/slides/_rels/slide18.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20.png"/><Relationship Id="rId5" Type="http://schemas.openxmlformats.org/officeDocument/2006/relationships/oleObject" Target="../embeddings/oleObject14.bin"/><Relationship Id="rId4" Type="http://schemas.openxmlformats.org/officeDocument/2006/relationships/image" Target="../media/image19.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2.wmf"/></Relationships>
</file>

<file path=ppt/slides/_rels/slide20.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image" Target="../media/image27.png"/><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24.wmf"/><Relationship Id="rId11" Type="http://schemas.openxmlformats.org/officeDocument/2006/relationships/oleObject" Target="../embeddings/oleObject21.bin"/><Relationship Id="rId5" Type="http://schemas.openxmlformats.org/officeDocument/2006/relationships/oleObject" Target="../embeddings/oleObject18.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20.bin"/><Relationship Id="rId14" Type="http://schemas.openxmlformats.org/officeDocument/2006/relationships/oleObject" Target="../embeddings/oleObject23.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29.wmf"/><Relationship Id="rId5" Type="http://schemas.openxmlformats.org/officeDocument/2006/relationships/oleObject" Target="../embeddings/oleObject25.bin"/><Relationship Id="rId4" Type="http://schemas.openxmlformats.org/officeDocument/2006/relationships/image" Target="../media/image28.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30.wmf"/></Relationships>
</file>

<file path=ppt/slides/_rels/slide23.xml.rels><?xml version="1.0" encoding="UTF-8" standalone="yes"?>
<Relationships xmlns="http://schemas.openxmlformats.org/package/2006/relationships"><Relationship Id="rId8" Type="http://schemas.openxmlformats.org/officeDocument/2006/relationships/image" Target="../media/image33.wmf"/><Relationship Id="rId13" Type="http://schemas.openxmlformats.org/officeDocument/2006/relationships/oleObject" Target="../embeddings/oleObject32.bin"/><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35.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32.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30.bin"/><Relationship Id="rId1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36.png"/><Relationship Id="rId5" Type="http://schemas.openxmlformats.org/officeDocument/2006/relationships/oleObject" Target="../embeddings/oleObject34.bin"/><Relationship Id="rId4" Type="http://schemas.openxmlformats.org/officeDocument/2006/relationships/image" Target="../media/image37.wmf"/></Relationships>
</file>

<file path=ppt/slides/_rels/slide25.xml.rels><?xml version="1.0" encoding="UTF-8" standalone="yes"?>
<Relationships xmlns="http://schemas.openxmlformats.org/package/2006/relationships"><Relationship Id="rId8" Type="http://schemas.openxmlformats.org/officeDocument/2006/relationships/image" Target="../media/image40.wmf"/><Relationship Id="rId13" Type="http://schemas.openxmlformats.org/officeDocument/2006/relationships/oleObject" Target="../embeddings/oleObject40.bin"/><Relationship Id="rId18" Type="http://schemas.openxmlformats.org/officeDocument/2006/relationships/image" Target="../media/image45.wmf"/><Relationship Id="rId3" Type="http://schemas.openxmlformats.org/officeDocument/2006/relationships/oleObject" Target="../embeddings/oleObject35.bin"/><Relationship Id="rId7" Type="http://schemas.openxmlformats.org/officeDocument/2006/relationships/oleObject" Target="../embeddings/oleObject37.bin"/><Relationship Id="rId12" Type="http://schemas.openxmlformats.org/officeDocument/2006/relationships/image" Target="../media/image42.wmf"/><Relationship Id="rId17" Type="http://schemas.openxmlformats.org/officeDocument/2006/relationships/oleObject" Target="../embeddings/oleObject42.bin"/><Relationship Id="rId2" Type="http://schemas.openxmlformats.org/officeDocument/2006/relationships/slideLayout" Target="../slideLayouts/slideLayout2.xml"/><Relationship Id="rId16" Type="http://schemas.openxmlformats.org/officeDocument/2006/relationships/image" Target="../media/image44.wmf"/><Relationship Id="rId20" Type="http://schemas.openxmlformats.org/officeDocument/2006/relationships/image" Target="../media/image46.wmf"/><Relationship Id="rId1" Type="http://schemas.openxmlformats.org/officeDocument/2006/relationships/vmlDrawing" Target="../drawings/vmlDrawing17.vml"/><Relationship Id="rId6" Type="http://schemas.openxmlformats.org/officeDocument/2006/relationships/image" Target="../media/image39.wmf"/><Relationship Id="rId11" Type="http://schemas.openxmlformats.org/officeDocument/2006/relationships/oleObject" Target="../embeddings/oleObject39.bin"/><Relationship Id="rId5" Type="http://schemas.openxmlformats.org/officeDocument/2006/relationships/oleObject" Target="../embeddings/oleObject36.bin"/><Relationship Id="rId15" Type="http://schemas.openxmlformats.org/officeDocument/2006/relationships/oleObject" Target="../embeddings/oleObject41.bin"/><Relationship Id="rId10" Type="http://schemas.openxmlformats.org/officeDocument/2006/relationships/image" Target="../media/image41.wmf"/><Relationship Id="rId19" Type="http://schemas.openxmlformats.org/officeDocument/2006/relationships/oleObject" Target="../embeddings/oleObject43.bin"/><Relationship Id="rId4" Type="http://schemas.openxmlformats.org/officeDocument/2006/relationships/image" Target="../media/image38.wmf"/><Relationship Id="rId9" Type="http://schemas.openxmlformats.org/officeDocument/2006/relationships/oleObject" Target="../embeddings/oleObject38.bin"/><Relationship Id="rId14" Type="http://schemas.openxmlformats.org/officeDocument/2006/relationships/image" Target="../media/image43.wmf"/></Relationships>
</file>

<file path=ppt/slides/_rels/slide26.xml.rels><?xml version="1.0" encoding="UTF-8" standalone="yes"?>
<Relationships xmlns="http://schemas.openxmlformats.org/package/2006/relationships"><Relationship Id="rId8" Type="http://schemas.openxmlformats.org/officeDocument/2006/relationships/image" Target="../media/image48.wmf"/><Relationship Id="rId13" Type="http://schemas.openxmlformats.org/officeDocument/2006/relationships/image" Target="../media/image50.wmf"/><Relationship Id="rId3" Type="http://schemas.openxmlformats.org/officeDocument/2006/relationships/oleObject" Target="../embeddings/oleObject44.bin"/><Relationship Id="rId7" Type="http://schemas.openxmlformats.org/officeDocument/2006/relationships/oleObject" Target="../embeddings/oleObject46.bin"/><Relationship Id="rId12"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40.wmf"/><Relationship Id="rId11" Type="http://schemas.openxmlformats.org/officeDocument/2006/relationships/image" Target="../media/image49.wmf"/><Relationship Id="rId5" Type="http://schemas.openxmlformats.org/officeDocument/2006/relationships/oleObject" Target="../embeddings/oleObject45.bin"/><Relationship Id="rId10" Type="http://schemas.openxmlformats.org/officeDocument/2006/relationships/oleObject" Target="../embeddings/oleObject48.bin"/><Relationship Id="rId4" Type="http://schemas.openxmlformats.org/officeDocument/2006/relationships/image" Target="../media/image47.wmf"/><Relationship Id="rId9" Type="http://schemas.openxmlformats.org/officeDocument/2006/relationships/oleObject" Target="../embeddings/oleObject47.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52.wmf"/><Relationship Id="rId5" Type="http://schemas.openxmlformats.org/officeDocument/2006/relationships/oleObject" Target="../embeddings/oleObject51.bin"/><Relationship Id="rId4" Type="http://schemas.openxmlformats.org/officeDocument/2006/relationships/image" Target="../media/image51.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54.wmf"/><Relationship Id="rId5" Type="http://schemas.openxmlformats.org/officeDocument/2006/relationships/oleObject" Target="../embeddings/oleObject53.bin"/><Relationship Id="rId4" Type="http://schemas.openxmlformats.org/officeDocument/2006/relationships/image" Target="../media/image53.wmf"/></Relationships>
</file>

<file path=ppt/slides/_rels/slide29.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54.bin"/><Relationship Id="rId7"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55.wmf"/><Relationship Id="rId5" Type="http://schemas.openxmlformats.org/officeDocument/2006/relationships/oleObject" Target="../embeddings/oleObject55.bin"/><Relationship Id="rId4" Type="http://schemas.openxmlformats.org/officeDocument/2006/relationships/image" Target="../media/image53.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58.wmf"/><Relationship Id="rId5" Type="http://schemas.openxmlformats.org/officeDocument/2006/relationships/oleObject" Target="../embeddings/oleObject58.bin"/><Relationship Id="rId4" Type="http://schemas.openxmlformats.org/officeDocument/2006/relationships/image" Target="../media/image57.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61.bin"/><Relationship Id="rId3" Type="http://schemas.openxmlformats.org/officeDocument/2006/relationships/image" Target="../media/image104.png"/><Relationship Id="rId7"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60.bin"/><Relationship Id="rId5" Type="http://schemas.openxmlformats.org/officeDocument/2006/relationships/image" Target="../media/image59.wmf"/><Relationship Id="rId4" Type="http://schemas.openxmlformats.org/officeDocument/2006/relationships/oleObject" Target="../embeddings/oleObject59.bin"/><Relationship Id="rId9" Type="http://schemas.openxmlformats.org/officeDocument/2006/relationships/image" Target="../media/image60.wmf"/></Relationships>
</file>

<file path=ppt/slides/_rels/slide3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63.wmf"/><Relationship Id="rId5" Type="http://schemas.openxmlformats.org/officeDocument/2006/relationships/oleObject" Target="../embeddings/oleObject63.bin"/><Relationship Id="rId4" Type="http://schemas.openxmlformats.org/officeDocument/2006/relationships/image" Target="../media/image62.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oleObject" Target="../embeddings/oleObject64.bin"/><Relationship Id="rId7" Type="http://schemas.openxmlformats.org/officeDocument/2006/relationships/image" Target="../media/image67.png"/><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wmf"/></Relationships>
</file>

<file path=ppt/slides/_rels/slide40.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70.wmf"/><Relationship Id="rId5" Type="http://schemas.openxmlformats.org/officeDocument/2006/relationships/oleObject" Target="../embeddings/oleObject66.bin"/><Relationship Id="rId4" Type="http://schemas.openxmlformats.org/officeDocument/2006/relationships/image" Target="../media/image69.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72.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74.wmf"/><Relationship Id="rId5" Type="http://schemas.openxmlformats.org/officeDocument/2006/relationships/oleObject" Target="../embeddings/oleObject70.bin"/><Relationship Id="rId4" Type="http://schemas.openxmlformats.org/officeDocument/2006/relationships/image" Target="../media/image73.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image" Target="../media/image75.png"/></Relationships>
</file>

<file path=ppt/slides/_rels/slide44.x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oleObject" Target="../embeddings/oleObject72.bin"/><Relationship Id="rId7" Type="http://schemas.openxmlformats.org/officeDocument/2006/relationships/oleObject" Target="../embeddings/oleObject74.bin"/><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77.wmf"/><Relationship Id="rId5" Type="http://schemas.openxmlformats.org/officeDocument/2006/relationships/oleObject" Target="../embeddings/oleObject73.bin"/><Relationship Id="rId10" Type="http://schemas.openxmlformats.org/officeDocument/2006/relationships/image" Target="../media/image79.wmf"/><Relationship Id="rId4" Type="http://schemas.openxmlformats.org/officeDocument/2006/relationships/image" Target="../media/image76.wmf"/><Relationship Id="rId9" Type="http://schemas.openxmlformats.org/officeDocument/2006/relationships/oleObject" Target="../embeddings/oleObject75.bin"/></Relationships>
</file>

<file path=ppt/slides/_rels/slide45.x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oleObject" Target="../embeddings/oleObject76.bin"/><Relationship Id="rId7" Type="http://schemas.openxmlformats.org/officeDocument/2006/relationships/oleObject" Target="../embeddings/oleObject78.bin"/><Relationship Id="rId12" Type="http://schemas.openxmlformats.org/officeDocument/2006/relationships/image" Target="../media/image84.wmf"/><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81.wmf"/><Relationship Id="rId11" Type="http://schemas.openxmlformats.org/officeDocument/2006/relationships/oleObject" Target="../embeddings/oleObject80.bin"/><Relationship Id="rId5" Type="http://schemas.openxmlformats.org/officeDocument/2006/relationships/oleObject" Target="../embeddings/oleObject77.bin"/><Relationship Id="rId10" Type="http://schemas.openxmlformats.org/officeDocument/2006/relationships/image" Target="../media/image83.wmf"/><Relationship Id="rId4" Type="http://schemas.openxmlformats.org/officeDocument/2006/relationships/image" Target="../media/image80.wmf"/><Relationship Id="rId9" Type="http://schemas.openxmlformats.org/officeDocument/2006/relationships/oleObject" Target="../embeddings/oleObject79.bin"/></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image" Target="../media/image86.wmf"/><Relationship Id="rId5" Type="http://schemas.openxmlformats.org/officeDocument/2006/relationships/oleObject" Target="../embeddings/oleObject82.bin"/><Relationship Id="rId4" Type="http://schemas.openxmlformats.org/officeDocument/2006/relationships/image" Target="../media/image85.wmf"/></Relationships>
</file>

<file path=ppt/slides/_rels/slide47.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oleObject" Target="../embeddings/oleObject83.bin"/><Relationship Id="rId7" Type="http://schemas.openxmlformats.org/officeDocument/2006/relationships/oleObject" Target="../embeddings/oleObject85.bin"/><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image" Target="../media/image88.wmf"/><Relationship Id="rId5" Type="http://schemas.openxmlformats.org/officeDocument/2006/relationships/oleObject" Target="../embeddings/oleObject84.bin"/><Relationship Id="rId10" Type="http://schemas.openxmlformats.org/officeDocument/2006/relationships/image" Target="../media/image90.wmf"/><Relationship Id="rId4" Type="http://schemas.openxmlformats.org/officeDocument/2006/relationships/image" Target="../media/image87.wmf"/><Relationship Id="rId9" Type="http://schemas.openxmlformats.org/officeDocument/2006/relationships/oleObject" Target="../embeddings/oleObject86.bin"/></Relationships>
</file>

<file path=ppt/slides/_rels/slide48.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oleObject" Target="../embeddings/oleObject87.bin"/><Relationship Id="rId7" Type="http://schemas.openxmlformats.org/officeDocument/2006/relationships/oleObject" Target="../embeddings/oleObject89.bin"/><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92.wmf"/><Relationship Id="rId5" Type="http://schemas.openxmlformats.org/officeDocument/2006/relationships/oleObject" Target="../embeddings/oleObject88.bin"/><Relationship Id="rId4" Type="http://schemas.openxmlformats.org/officeDocument/2006/relationships/image" Target="../media/image91.wmf"/></Relationships>
</file>

<file path=ppt/slides/_rels/slide49.x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oleObject" Target="../embeddings/oleObject90.bin"/><Relationship Id="rId7" Type="http://schemas.openxmlformats.org/officeDocument/2006/relationships/oleObject" Target="../embeddings/oleObject92.bin"/><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image" Target="../media/image95.wmf"/><Relationship Id="rId5" Type="http://schemas.openxmlformats.org/officeDocument/2006/relationships/oleObject" Target="../embeddings/oleObject91.bin"/><Relationship Id="rId10" Type="http://schemas.openxmlformats.org/officeDocument/2006/relationships/image" Target="../media/image97.wmf"/><Relationship Id="rId4" Type="http://schemas.openxmlformats.org/officeDocument/2006/relationships/image" Target="../media/image94.wmf"/><Relationship Id="rId9" Type="http://schemas.openxmlformats.org/officeDocument/2006/relationships/oleObject" Target="../embeddings/oleObject93.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image" Target="../media/image99.wmf"/><Relationship Id="rId5" Type="http://schemas.openxmlformats.org/officeDocument/2006/relationships/oleObject" Target="../embeddings/oleObject95.bin"/><Relationship Id="rId4" Type="http://schemas.openxmlformats.org/officeDocument/2006/relationships/image" Target="../media/image98.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2.xml"/><Relationship Id="rId1" Type="http://schemas.openxmlformats.org/officeDocument/2006/relationships/vmlDrawing" Target="../drawings/vmlDrawing37.vml"/><Relationship Id="rId4" Type="http://schemas.openxmlformats.org/officeDocument/2006/relationships/image" Target="../media/image100.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Layout" Target="../slideLayouts/slideLayout2.xml"/><Relationship Id="rId1" Type="http://schemas.openxmlformats.org/officeDocument/2006/relationships/vmlDrawing" Target="../drawings/vmlDrawing38.vml"/><Relationship Id="rId4" Type="http://schemas.openxmlformats.org/officeDocument/2006/relationships/image" Target="../media/image101.png"/></Relationships>
</file>

<file path=ppt/slides/_rels/slide53.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3.png"/><Relationship Id="rId1" Type="http://schemas.openxmlformats.org/officeDocument/2006/relationships/slideLayout" Target="../slideLayouts/slideLayout2.xml"/><Relationship Id="rId5" Type="http://schemas.openxmlformats.org/officeDocument/2006/relationships/image" Target="../media/image107.png"/><Relationship Id="rId4" Type="http://schemas.openxmlformats.org/officeDocument/2006/relationships/image" Target="../media/image106.png"/></Relationships>
</file>

<file path=ppt/slides/_rels/slide55.xml.rels><?xml version="1.0" encoding="UTF-8" standalone="yes"?>
<Relationships xmlns="http://schemas.openxmlformats.org/package/2006/relationships"><Relationship Id="rId8" Type="http://schemas.openxmlformats.org/officeDocument/2006/relationships/image" Target="../media/image110.wmf"/><Relationship Id="rId3" Type="http://schemas.openxmlformats.org/officeDocument/2006/relationships/oleObject" Target="../embeddings/oleObject98.bin"/><Relationship Id="rId7" Type="http://schemas.openxmlformats.org/officeDocument/2006/relationships/oleObject" Target="../embeddings/oleObject100.bin"/><Relationship Id="rId12" Type="http://schemas.openxmlformats.org/officeDocument/2006/relationships/image" Target="../media/image112.wmf"/><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image" Target="../media/image109.wmf"/><Relationship Id="rId11" Type="http://schemas.openxmlformats.org/officeDocument/2006/relationships/oleObject" Target="../embeddings/oleObject102.bin"/><Relationship Id="rId5" Type="http://schemas.openxmlformats.org/officeDocument/2006/relationships/oleObject" Target="../embeddings/oleObject99.bin"/><Relationship Id="rId10" Type="http://schemas.openxmlformats.org/officeDocument/2006/relationships/image" Target="../media/image111.wmf"/><Relationship Id="rId4" Type="http://schemas.openxmlformats.org/officeDocument/2006/relationships/image" Target="../media/image108.wmf"/><Relationship Id="rId9" Type="http://schemas.openxmlformats.org/officeDocument/2006/relationships/oleObject" Target="../embeddings/oleObject101.bin"/></Relationships>
</file>

<file path=ppt/slides/_rels/slide5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 Id="rId6" Type="http://schemas.openxmlformats.org/officeDocument/2006/relationships/image" Target="../media/image177.png"/><Relationship Id="rId5" Type="http://schemas.openxmlformats.org/officeDocument/2006/relationships/image" Target="../media/image116.png"/><Relationship Id="rId4" Type="http://schemas.openxmlformats.org/officeDocument/2006/relationships/image" Target="../media/image11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slide" Target="slide27.xml"/><Relationship Id="rId7" Type="http://schemas.openxmlformats.org/officeDocument/2006/relationships/slide" Target="slide108.xml"/><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slide" Target="slide96.xml"/><Relationship Id="rId5" Type="http://schemas.openxmlformats.org/officeDocument/2006/relationships/slide" Target="slide25.xml"/><Relationship Id="rId4" Type="http://schemas.openxmlformats.org/officeDocument/2006/relationships/slide" Target="slide3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oleObject" Target="../embeddings/oleObject103.bin"/><Relationship Id="rId7" Type="http://schemas.openxmlformats.org/officeDocument/2006/relationships/oleObject" Target="../embeddings/oleObject105.bin"/><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image" Target="../media/image118.wmf"/><Relationship Id="rId5" Type="http://schemas.openxmlformats.org/officeDocument/2006/relationships/oleObject" Target="../embeddings/oleObject104.bin"/><Relationship Id="rId4" Type="http://schemas.openxmlformats.org/officeDocument/2006/relationships/image" Target="../media/image117.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06.bin"/><Relationship Id="rId2" Type="http://schemas.openxmlformats.org/officeDocument/2006/relationships/slideLayout" Target="../slideLayouts/slideLayout2.xml"/><Relationship Id="rId1" Type="http://schemas.openxmlformats.org/officeDocument/2006/relationships/vmlDrawing" Target="../drawings/vmlDrawing41.vml"/><Relationship Id="rId6" Type="http://schemas.openxmlformats.org/officeDocument/2006/relationships/image" Target="../media/image121.wmf"/><Relationship Id="rId5" Type="http://schemas.openxmlformats.org/officeDocument/2006/relationships/oleObject" Target="../embeddings/oleObject107.bin"/><Relationship Id="rId4" Type="http://schemas.openxmlformats.org/officeDocument/2006/relationships/image" Target="../media/image120.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08.bin"/><Relationship Id="rId2" Type="http://schemas.openxmlformats.org/officeDocument/2006/relationships/slideLayout" Target="../slideLayouts/slideLayout2.xml"/><Relationship Id="rId1" Type="http://schemas.openxmlformats.org/officeDocument/2006/relationships/vmlDrawing" Target="../drawings/vmlDrawing42.vml"/><Relationship Id="rId6" Type="http://schemas.openxmlformats.org/officeDocument/2006/relationships/image" Target="../media/image123.wmf"/><Relationship Id="rId5" Type="http://schemas.openxmlformats.org/officeDocument/2006/relationships/oleObject" Target="../embeddings/oleObject109.bin"/><Relationship Id="rId4" Type="http://schemas.openxmlformats.org/officeDocument/2006/relationships/image" Target="../media/image122.w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slideLayout" Target="../slideLayouts/slideLayout2.xml"/><Relationship Id="rId1" Type="http://schemas.openxmlformats.org/officeDocument/2006/relationships/vmlDrawing" Target="../drawings/vmlDrawing43.vml"/><Relationship Id="rId6" Type="http://schemas.openxmlformats.org/officeDocument/2006/relationships/image" Target="../media/image125.png"/><Relationship Id="rId5" Type="http://schemas.openxmlformats.org/officeDocument/2006/relationships/oleObject" Target="../embeddings/oleObject111.bin"/><Relationship Id="rId4" Type="http://schemas.openxmlformats.org/officeDocument/2006/relationships/image" Target="../media/image124.w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112.bin"/><Relationship Id="rId2" Type="http://schemas.openxmlformats.org/officeDocument/2006/relationships/slideLayout" Target="../slideLayouts/slideLayout2.xml"/><Relationship Id="rId1" Type="http://schemas.openxmlformats.org/officeDocument/2006/relationships/vmlDrawing" Target="../drawings/vmlDrawing44.vml"/><Relationship Id="rId6" Type="http://schemas.openxmlformats.org/officeDocument/2006/relationships/image" Target="../media/image127.wmf"/><Relationship Id="rId5" Type="http://schemas.openxmlformats.org/officeDocument/2006/relationships/oleObject" Target="../embeddings/oleObject113.bin"/><Relationship Id="rId4" Type="http://schemas.openxmlformats.org/officeDocument/2006/relationships/image" Target="../media/image126.wmf"/></Relationships>
</file>

<file path=ppt/slides/_rels/slide66.xml.rels><?xml version="1.0" encoding="UTF-8" standalone="yes"?>
<Relationships xmlns="http://schemas.openxmlformats.org/package/2006/relationships"><Relationship Id="rId8" Type="http://schemas.openxmlformats.org/officeDocument/2006/relationships/image" Target="../media/image130.wmf"/><Relationship Id="rId3" Type="http://schemas.openxmlformats.org/officeDocument/2006/relationships/oleObject" Target="../embeddings/oleObject114.bin"/><Relationship Id="rId7" Type="http://schemas.openxmlformats.org/officeDocument/2006/relationships/oleObject" Target="../embeddings/oleObject116.bin"/><Relationship Id="rId2" Type="http://schemas.openxmlformats.org/officeDocument/2006/relationships/slideLayout" Target="../slideLayouts/slideLayout2.xml"/><Relationship Id="rId1" Type="http://schemas.openxmlformats.org/officeDocument/2006/relationships/vmlDrawing" Target="../drawings/vmlDrawing45.vml"/><Relationship Id="rId6" Type="http://schemas.openxmlformats.org/officeDocument/2006/relationships/image" Target="../media/image129.wmf"/><Relationship Id="rId5" Type="http://schemas.openxmlformats.org/officeDocument/2006/relationships/oleObject" Target="../embeddings/oleObject115.bin"/><Relationship Id="rId10" Type="http://schemas.openxmlformats.org/officeDocument/2006/relationships/image" Target="../media/image125.png"/><Relationship Id="rId4" Type="http://schemas.openxmlformats.org/officeDocument/2006/relationships/image" Target="../media/image128.wmf"/><Relationship Id="rId9" Type="http://schemas.openxmlformats.org/officeDocument/2006/relationships/oleObject" Target="../embeddings/oleObject117.bin"/></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18.bin"/><Relationship Id="rId7" Type="http://schemas.openxmlformats.org/officeDocument/2006/relationships/image" Target="../media/image133.png"/><Relationship Id="rId2" Type="http://schemas.openxmlformats.org/officeDocument/2006/relationships/slideLayout" Target="../slideLayouts/slideLayout2.xml"/><Relationship Id="rId1" Type="http://schemas.openxmlformats.org/officeDocument/2006/relationships/vmlDrawing" Target="../drawings/vmlDrawing46.vml"/><Relationship Id="rId6" Type="http://schemas.openxmlformats.org/officeDocument/2006/relationships/image" Target="../media/image132.wmf"/><Relationship Id="rId5" Type="http://schemas.openxmlformats.org/officeDocument/2006/relationships/oleObject" Target="../embeddings/oleObject119.bin"/><Relationship Id="rId4" Type="http://schemas.openxmlformats.org/officeDocument/2006/relationships/image" Target="../media/image131.wmf"/></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122.bin"/><Relationship Id="rId3" Type="http://schemas.openxmlformats.org/officeDocument/2006/relationships/oleObject" Target="../embeddings/oleObject120.bin"/><Relationship Id="rId7" Type="http://schemas.openxmlformats.org/officeDocument/2006/relationships/image" Target="../media/image130.wmf"/><Relationship Id="rId2" Type="http://schemas.openxmlformats.org/officeDocument/2006/relationships/slideLayout" Target="../slideLayouts/slideLayout2.xml"/><Relationship Id="rId1" Type="http://schemas.openxmlformats.org/officeDocument/2006/relationships/vmlDrawing" Target="../drawings/vmlDrawing47.vml"/><Relationship Id="rId6" Type="http://schemas.openxmlformats.org/officeDocument/2006/relationships/oleObject" Target="../embeddings/oleObject121.bin"/><Relationship Id="rId5" Type="http://schemas.openxmlformats.org/officeDocument/2006/relationships/image" Target="../media/image133.png"/><Relationship Id="rId4" Type="http://schemas.openxmlformats.org/officeDocument/2006/relationships/image" Target="../media/image134.wmf"/><Relationship Id="rId9" Type="http://schemas.openxmlformats.org/officeDocument/2006/relationships/image" Target="../media/image135.w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23.bin"/><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image" Target="../media/image137.wmf"/><Relationship Id="rId5" Type="http://schemas.openxmlformats.org/officeDocument/2006/relationships/oleObject" Target="../embeddings/oleObject124.bin"/><Relationship Id="rId4" Type="http://schemas.openxmlformats.org/officeDocument/2006/relationships/image" Target="../media/image136.png"/></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25.bin"/><Relationship Id="rId2" Type="http://schemas.openxmlformats.org/officeDocument/2006/relationships/slideLayout" Target="../slideLayouts/slideLayout2.xml"/><Relationship Id="rId1" Type="http://schemas.openxmlformats.org/officeDocument/2006/relationships/vmlDrawing" Target="../drawings/vmlDrawing49.vml"/><Relationship Id="rId4" Type="http://schemas.openxmlformats.org/officeDocument/2006/relationships/image" Target="../media/image138.png"/></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26.bin"/><Relationship Id="rId2" Type="http://schemas.openxmlformats.org/officeDocument/2006/relationships/slideLayout" Target="../slideLayouts/slideLayout2.xml"/><Relationship Id="rId1" Type="http://schemas.openxmlformats.org/officeDocument/2006/relationships/vmlDrawing" Target="../drawings/vmlDrawing50.vml"/><Relationship Id="rId6" Type="http://schemas.openxmlformats.org/officeDocument/2006/relationships/image" Target="../media/image140.wmf"/><Relationship Id="rId5" Type="http://schemas.openxmlformats.org/officeDocument/2006/relationships/oleObject" Target="../embeddings/oleObject127.bin"/><Relationship Id="rId4" Type="http://schemas.openxmlformats.org/officeDocument/2006/relationships/image" Target="../media/image139.w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28.bin"/><Relationship Id="rId2" Type="http://schemas.openxmlformats.org/officeDocument/2006/relationships/slideLayout" Target="../slideLayouts/slideLayout2.xml"/><Relationship Id="rId1" Type="http://schemas.openxmlformats.org/officeDocument/2006/relationships/vmlDrawing" Target="../drawings/vmlDrawing51.vml"/><Relationship Id="rId6" Type="http://schemas.openxmlformats.org/officeDocument/2006/relationships/image" Target="../media/image142.wmf"/><Relationship Id="rId5" Type="http://schemas.openxmlformats.org/officeDocument/2006/relationships/oleObject" Target="../embeddings/oleObject129.bin"/><Relationship Id="rId4" Type="http://schemas.openxmlformats.org/officeDocument/2006/relationships/image" Target="../media/image141.wmf"/></Relationships>
</file>

<file path=ppt/slides/_rels/slide73.xml.rels><?xml version="1.0" encoding="UTF-8" standalone="yes"?>
<Relationships xmlns="http://schemas.openxmlformats.org/package/2006/relationships"><Relationship Id="rId8" Type="http://schemas.openxmlformats.org/officeDocument/2006/relationships/image" Target="../media/image145.wmf"/><Relationship Id="rId3" Type="http://schemas.openxmlformats.org/officeDocument/2006/relationships/oleObject" Target="../embeddings/oleObject130.bin"/><Relationship Id="rId7" Type="http://schemas.openxmlformats.org/officeDocument/2006/relationships/oleObject" Target="../embeddings/oleObject132.bin"/><Relationship Id="rId2" Type="http://schemas.openxmlformats.org/officeDocument/2006/relationships/slideLayout" Target="../slideLayouts/slideLayout2.xml"/><Relationship Id="rId1" Type="http://schemas.openxmlformats.org/officeDocument/2006/relationships/vmlDrawing" Target="../drawings/vmlDrawing52.vml"/><Relationship Id="rId6" Type="http://schemas.openxmlformats.org/officeDocument/2006/relationships/image" Target="../media/image144.wmf"/><Relationship Id="rId5" Type="http://schemas.openxmlformats.org/officeDocument/2006/relationships/oleObject" Target="../embeddings/oleObject131.bin"/><Relationship Id="rId4" Type="http://schemas.openxmlformats.org/officeDocument/2006/relationships/image" Target="../media/image143.wmf"/></Relationships>
</file>

<file path=ppt/slides/_rels/slide74.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image" Target="../media/image149.wmf"/><Relationship Id="rId3" Type="http://schemas.openxmlformats.org/officeDocument/2006/relationships/oleObject" Target="../embeddings/oleObject133.bin"/><Relationship Id="rId7" Type="http://schemas.openxmlformats.org/officeDocument/2006/relationships/oleObject" Target="../embeddings/oleObject135.bin"/><Relationship Id="rId2" Type="http://schemas.openxmlformats.org/officeDocument/2006/relationships/slideLayout" Target="../slideLayouts/slideLayout2.xml"/><Relationship Id="rId1" Type="http://schemas.openxmlformats.org/officeDocument/2006/relationships/vmlDrawing" Target="../drawings/vmlDrawing53.vml"/><Relationship Id="rId6" Type="http://schemas.openxmlformats.org/officeDocument/2006/relationships/image" Target="../media/image148.wmf"/><Relationship Id="rId11" Type="http://schemas.openxmlformats.org/officeDocument/2006/relationships/image" Target="../media/image150.wmf"/><Relationship Id="rId5" Type="http://schemas.openxmlformats.org/officeDocument/2006/relationships/oleObject" Target="../embeddings/oleObject134.bin"/><Relationship Id="rId10" Type="http://schemas.openxmlformats.org/officeDocument/2006/relationships/oleObject" Target="../embeddings/oleObject136.bin"/><Relationship Id="rId4" Type="http://schemas.openxmlformats.org/officeDocument/2006/relationships/image" Target="../media/image147.wmf"/><Relationship Id="rId9" Type="http://schemas.openxmlformats.org/officeDocument/2006/relationships/image" Target="../media/image146.png"/></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137.bin"/><Relationship Id="rId2" Type="http://schemas.openxmlformats.org/officeDocument/2006/relationships/slideLayout" Target="../slideLayouts/slideLayout2.xml"/><Relationship Id="rId1" Type="http://schemas.openxmlformats.org/officeDocument/2006/relationships/vmlDrawing" Target="../drawings/vmlDrawing54.vml"/><Relationship Id="rId6" Type="http://schemas.openxmlformats.org/officeDocument/2006/relationships/image" Target="../media/image152.wmf"/><Relationship Id="rId5" Type="http://schemas.openxmlformats.org/officeDocument/2006/relationships/oleObject" Target="../embeddings/oleObject138.bin"/><Relationship Id="rId4" Type="http://schemas.openxmlformats.org/officeDocument/2006/relationships/image" Target="../media/image151.wmf"/></Relationships>
</file>

<file path=ppt/slides/_rels/slide77.xml.rels><?xml version="1.0" encoding="UTF-8" standalone="yes"?>
<Relationships xmlns="http://schemas.openxmlformats.org/package/2006/relationships"><Relationship Id="rId8" Type="http://schemas.openxmlformats.org/officeDocument/2006/relationships/image" Target="../media/image155.wmf"/><Relationship Id="rId3" Type="http://schemas.openxmlformats.org/officeDocument/2006/relationships/oleObject" Target="../embeddings/oleObject139.bin"/><Relationship Id="rId7" Type="http://schemas.openxmlformats.org/officeDocument/2006/relationships/oleObject" Target="../embeddings/oleObject141.bin"/><Relationship Id="rId2" Type="http://schemas.openxmlformats.org/officeDocument/2006/relationships/slideLayout" Target="../slideLayouts/slideLayout2.xml"/><Relationship Id="rId1" Type="http://schemas.openxmlformats.org/officeDocument/2006/relationships/vmlDrawing" Target="../drawings/vmlDrawing55.vml"/><Relationship Id="rId6" Type="http://schemas.openxmlformats.org/officeDocument/2006/relationships/image" Target="../media/image154.wmf"/><Relationship Id="rId5" Type="http://schemas.openxmlformats.org/officeDocument/2006/relationships/oleObject" Target="../embeddings/oleObject140.bin"/><Relationship Id="rId4" Type="http://schemas.openxmlformats.org/officeDocument/2006/relationships/image" Target="../media/image153.wmf"/></Relationships>
</file>

<file path=ppt/slides/_rels/slide78.xml.rels><?xml version="1.0" encoding="UTF-8" standalone="yes"?>
<Relationships xmlns="http://schemas.openxmlformats.org/package/2006/relationships"><Relationship Id="rId8" Type="http://schemas.openxmlformats.org/officeDocument/2006/relationships/image" Target="../media/image153.wmf"/><Relationship Id="rId3" Type="http://schemas.openxmlformats.org/officeDocument/2006/relationships/oleObject" Target="../embeddings/oleObject142.bin"/><Relationship Id="rId7" Type="http://schemas.openxmlformats.org/officeDocument/2006/relationships/oleObject" Target="../embeddings/oleObject144.bin"/><Relationship Id="rId2" Type="http://schemas.openxmlformats.org/officeDocument/2006/relationships/slideLayout" Target="../slideLayouts/slideLayout2.xml"/><Relationship Id="rId1" Type="http://schemas.openxmlformats.org/officeDocument/2006/relationships/vmlDrawing" Target="../drawings/vmlDrawing56.vml"/><Relationship Id="rId6" Type="http://schemas.openxmlformats.org/officeDocument/2006/relationships/image" Target="../media/image152.wmf"/><Relationship Id="rId5" Type="http://schemas.openxmlformats.org/officeDocument/2006/relationships/oleObject" Target="../embeddings/oleObject143.bin"/><Relationship Id="rId10" Type="http://schemas.openxmlformats.org/officeDocument/2006/relationships/image" Target="../media/image154.wmf"/><Relationship Id="rId4" Type="http://schemas.openxmlformats.org/officeDocument/2006/relationships/image" Target="../media/image151.wmf"/><Relationship Id="rId9" Type="http://schemas.openxmlformats.org/officeDocument/2006/relationships/oleObject" Target="../embeddings/oleObject145.bin"/></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146.bin"/><Relationship Id="rId2" Type="http://schemas.openxmlformats.org/officeDocument/2006/relationships/slideLayout" Target="../slideLayouts/slideLayout2.xml"/><Relationship Id="rId1" Type="http://schemas.openxmlformats.org/officeDocument/2006/relationships/vmlDrawing" Target="../drawings/vmlDrawing57.vml"/><Relationship Id="rId6" Type="http://schemas.openxmlformats.org/officeDocument/2006/relationships/image" Target="../media/image157.wmf"/><Relationship Id="rId5" Type="http://schemas.openxmlformats.org/officeDocument/2006/relationships/oleObject" Target="../embeddings/oleObject147.bin"/><Relationship Id="rId4" Type="http://schemas.openxmlformats.org/officeDocument/2006/relationships/image" Target="../media/image156.wmf"/></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58.vml"/><Relationship Id="rId5" Type="http://schemas.openxmlformats.org/officeDocument/2006/relationships/image" Target="../media/image158.wmf"/><Relationship Id="rId4" Type="http://schemas.openxmlformats.org/officeDocument/2006/relationships/oleObject" Target="../embeddings/oleObject148.bin"/></Relationships>
</file>

<file path=ppt/slides/_rels/slide81.xml.rels><?xml version="1.0" encoding="UTF-8" standalone="yes"?>
<Relationships xmlns="http://schemas.openxmlformats.org/package/2006/relationships"><Relationship Id="rId8" Type="http://schemas.openxmlformats.org/officeDocument/2006/relationships/image" Target="../media/image161.wmf"/><Relationship Id="rId3" Type="http://schemas.openxmlformats.org/officeDocument/2006/relationships/oleObject" Target="../embeddings/oleObject149.bin"/><Relationship Id="rId7" Type="http://schemas.openxmlformats.org/officeDocument/2006/relationships/oleObject" Target="../embeddings/oleObject151.bin"/><Relationship Id="rId2" Type="http://schemas.openxmlformats.org/officeDocument/2006/relationships/slideLayout" Target="../slideLayouts/slideLayout2.xml"/><Relationship Id="rId1" Type="http://schemas.openxmlformats.org/officeDocument/2006/relationships/vmlDrawing" Target="../drawings/vmlDrawing59.vml"/><Relationship Id="rId6" Type="http://schemas.openxmlformats.org/officeDocument/2006/relationships/image" Target="../media/image160.wmf"/><Relationship Id="rId5" Type="http://schemas.openxmlformats.org/officeDocument/2006/relationships/oleObject" Target="../embeddings/oleObject150.bin"/><Relationship Id="rId4" Type="http://schemas.openxmlformats.org/officeDocument/2006/relationships/image" Target="../media/image159.wmf"/></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152.bin"/><Relationship Id="rId2" Type="http://schemas.openxmlformats.org/officeDocument/2006/relationships/slideLayout" Target="../slideLayouts/slideLayout2.xml"/><Relationship Id="rId1" Type="http://schemas.openxmlformats.org/officeDocument/2006/relationships/vmlDrawing" Target="../drawings/vmlDrawing60.vml"/><Relationship Id="rId6" Type="http://schemas.openxmlformats.org/officeDocument/2006/relationships/image" Target="../media/image163.wmf"/><Relationship Id="rId5" Type="http://schemas.openxmlformats.org/officeDocument/2006/relationships/oleObject" Target="../embeddings/oleObject153.bin"/><Relationship Id="rId4" Type="http://schemas.openxmlformats.org/officeDocument/2006/relationships/image" Target="../media/image162.wmf"/></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154.bin"/><Relationship Id="rId2" Type="http://schemas.openxmlformats.org/officeDocument/2006/relationships/slideLayout" Target="../slideLayouts/slideLayout2.xml"/><Relationship Id="rId1" Type="http://schemas.openxmlformats.org/officeDocument/2006/relationships/vmlDrawing" Target="../drawings/vmlDrawing61.vml"/><Relationship Id="rId6" Type="http://schemas.openxmlformats.org/officeDocument/2006/relationships/image" Target="../media/image165.png"/><Relationship Id="rId5" Type="http://schemas.openxmlformats.org/officeDocument/2006/relationships/oleObject" Target="../embeddings/oleObject155.bin"/><Relationship Id="rId4" Type="http://schemas.openxmlformats.org/officeDocument/2006/relationships/image" Target="../media/image164.wmf"/></Relationships>
</file>

<file path=ppt/slides/_rels/slide84.xml.rels><?xml version="1.0" encoding="UTF-8" standalone="yes"?>
<Relationships xmlns="http://schemas.openxmlformats.org/package/2006/relationships"><Relationship Id="rId8" Type="http://schemas.openxmlformats.org/officeDocument/2006/relationships/image" Target="../media/image168.wmf"/><Relationship Id="rId13" Type="http://schemas.openxmlformats.org/officeDocument/2006/relationships/oleObject" Target="../embeddings/oleObject161.bin"/><Relationship Id="rId3" Type="http://schemas.openxmlformats.org/officeDocument/2006/relationships/oleObject" Target="../embeddings/oleObject156.bin"/><Relationship Id="rId7" Type="http://schemas.openxmlformats.org/officeDocument/2006/relationships/oleObject" Target="../embeddings/oleObject158.bin"/><Relationship Id="rId12" Type="http://schemas.openxmlformats.org/officeDocument/2006/relationships/image" Target="../media/image170.wmf"/><Relationship Id="rId2" Type="http://schemas.openxmlformats.org/officeDocument/2006/relationships/slideLayout" Target="../slideLayouts/slideLayout2.xml"/><Relationship Id="rId1" Type="http://schemas.openxmlformats.org/officeDocument/2006/relationships/vmlDrawing" Target="../drawings/vmlDrawing62.vml"/><Relationship Id="rId6" Type="http://schemas.openxmlformats.org/officeDocument/2006/relationships/image" Target="../media/image167.wmf"/><Relationship Id="rId11" Type="http://schemas.openxmlformats.org/officeDocument/2006/relationships/oleObject" Target="../embeddings/oleObject160.bin"/><Relationship Id="rId5" Type="http://schemas.openxmlformats.org/officeDocument/2006/relationships/oleObject" Target="../embeddings/oleObject157.bin"/><Relationship Id="rId10" Type="http://schemas.openxmlformats.org/officeDocument/2006/relationships/image" Target="../media/image169.wmf"/><Relationship Id="rId4" Type="http://schemas.openxmlformats.org/officeDocument/2006/relationships/image" Target="../media/image166.wmf"/><Relationship Id="rId9" Type="http://schemas.openxmlformats.org/officeDocument/2006/relationships/oleObject" Target="../embeddings/oleObject159.bin"/><Relationship Id="rId14" Type="http://schemas.openxmlformats.org/officeDocument/2006/relationships/image" Target="../media/image165.png"/></Relationships>
</file>

<file path=ppt/slides/_rels/slide85.xml.rels><?xml version="1.0" encoding="UTF-8" standalone="yes"?>
<Relationships xmlns="http://schemas.openxmlformats.org/package/2006/relationships"><Relationship Id="rId8" Type="http://schemas.openxmlformats.org/officeDocument/2006/relationships/image" Target="../media/image173.wmf"/><Relationship Id="rId3" Type="http://schemas.openxmlformats.org/officeDocument/2006/relationships/oleObject" Target="../embeddings/oleObject162.bin"/><Relationship Id="rId7" Type="http://schemas.openxmlformats.org/officeDocument/2006/relationships/oleObject" Target="../embeddings/oleObject164.bin"/><Relationship Id="rId2" Type="http://schemas.openxmlformats.org/officeDocument/2006/relationships/slideLayout" Target="../slideLayouts/slideLayout2.xml"/><Relationship Id="rId1" Type="http://schemas.openxmlformats.org/officeDocument/2006/relationships/vmlDrawing" Target="../drawings/vmlDrawing63.vml"/><Relationship Id="rId6" Type="http://schemas.openxmlformats.org/officeDocument/2006/relationships/image" Target="../media/image172.wmf"/><Relationship Id="rId5" Type="http://schemas.openxmlformats.org/officeDocument/2006/relationships/oleObject" Target="../embeddings/oleObject163.bin"/><Relationship Id="rId10" Type="http://schemas.openxmlformats.org/officeDocument/2006/relationships/image" Target="../media/image174.wmf"/><Relationship Id="rId4" Type="http://schemas.openxmlformats.org/officeDocument/2006/relationships/image" Target="../media/image171.wmf"/><Relationship Id="rId9" Type="http://schemas.openxmlformats.org/officeDocument/2006/relationships/oleObject" Target="../embeddings/oleObject165.bin"/></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166.bin"/><Relationship Id="rId2" Type="http://schemas.openxmlformats.org/officeDocument/2006/relationships/slideLayout" Target="../slideLayouts/slideLayout2.xml"/><Relationship Id="rId1" Type="http://schemas.openxmlformats.org/officeDocument/2006/relationships/vmlDrawing" Target="../drawings/vmlDrawing64.vml"/><Relationship Id="rId4" Type="http://schemas.openxmlformats.org/officeDocument/2006/relationships/image" Target="../media/image175.wmf"/></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67.bin"/><Relationship Id="rId2" Type="http://schemas.openxmlformats.org/officeDocument/2006/relationships/slideLayout" Target="../slideLayouts/slideLayout2.xml"/><Relationship Id="rId1" Type="http://schemas.openxmlformats.org/officeDocument/2006/relationships/vmlDrawing" Target="../drawings/vmlDrawing65.vml"/><Relationship Id="rId6" Type="http://schemas.openxmlformats.org/officeDocument/2006/relationships/image" Target="../media/image177.wmf"/><Relationship Id="rId5" Type="http://schemas.openxmlformats.org/officeDocument/2006/relationships/oleObject" Target="../embeddings/oleObject168.bin"/><Relationship Id="rId4" Type="http://schemas.openxmlformats.org/officeDocument/2006/relationships/image" Target="../media/image176.wmf"/></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169.bin"/><Relationship Id="rId2" Type="http://schemas.openxmlformats.org/officeDocument/2006/relationships/slideLayout" Target="../slideLayouts/slideLayout2.xml"/><Relationship Id="rId1" Type="http://schemas.openxmlformats.org/officeDocument/2006/relationships/vmlDrawing" Target="../drawings/vmlDrawing66.vml"/><Relationship Id="rId4" Type="http://schemas.openxmlformats.org/officeDocument/2006/relationships/image" Target="../media/image178.png"/></Relationships>
</file>

<file path=ppt/slides/_rels/slide89.xml.rels><?xml version="1.0" encoding="UTF-8" standalone="yes"?>
<Relationships xmlns="http://schemas.openxmlformats.org/package/2006/relationships"><Relationship Id="rId8" Type="http://schemas.openxmlformats.org/officeDocument/2006/relationships/image" Target="../media/image181.wmf"/><Relationship Id="rId3" Type="http://schemas.openxmlformats.org/officeDocument/2006/relationships/oleObject" Target="../embeddings/oleObject170.bin"/><Relationship Id="rId7" Type="http://schemas.openxmlformats.org/officeDocument/2006/relationships/oleObject" Target="../embeddings/oleObject172.bin"/><Relationship Id="rId12" Type="http://schemas.openxmlformats.org/officeDocument/2006/relationships/image" Target="../media/image183.wmf"/><Relationship Id="rId2" Type="http://schemas.openxmlformats.org/officeDocument/2006/relationships/slideLayout" Target="../slideLayouts/slideLayout2.xml"/><Relationship Id="rId1" Type="http://schemas.openxmlformats.org/officeDocument/2006/relationships/vmlDrawing" Target="../drawings/vmlDrawing67.vml"/><Relationship Id="rId6" Type="http://schemas.openxmlformats.org/officeDocument/2006/relationships/image" Target="../media/image180.wmf"/><Relationship Id="rId11" Type="http://schemas.openxmlformats.org/officeDocument/2006/relationships/oleObject" Target="../embeddings/oleObject174.bin"/><Relationship Id="rId5" Type="http://schemas.openxmlformats.org/officeDocument/2006/relationships/oleObject" Target="../embeddings/oleObject171.bin"/><Relationship Id="rId10" Type="http://schemas.openxmlformats.org/officeDocument/2006/relationships/image" Target="../media/image182.wmf"/><Relationship Id="rId4" Type="http://schemas.openxmlformats.org/officeDocument/2006/relationships/image" Target="../media/image179.wmf"/><Relationship Id="rId9" Type="http://schemas.openxmlformats.org/officeDocument/2006/relationships/oleObject" Target="../embeddings/oleObject173.bin"/></Relationships>
</file>

<file path=ppt/slides/_rels/slide90.xml.rels><?xml version="1.0" encoding="UTF-8" standalone="yes"?>
<Relationships xmlns="http://schemas.openxmlformats.org/package/2006/relationships"><Relationship Id="rId8" Type="http://schemas.openxmlformats.org/officeDocument/2006/relationships/image" Target="../media/image186.wmf"/><Relationship Id="rId3" Type="http://schemas.openxmlformats.org/officeDocument/2006/relationships/oleObject" Target="../embeddings/oleObject175.bin"/><Relationship Id="rId7" Type="http://schemas.openxmlformats.org/officeDocument/2006/relationships/oleObject" Target="../embeddings/oleObject177.bin"/><Relationship Id="rId2" Type="http://schemas.openxmlformats.org/officeDocument/2006/relationships/slideLayout" Target="../slideLayouts/slideLayout2.xml"/><Relationship Id="rId1" Type="http://schemas.openxmlformats.org/officeDocument/2006/relationships/vmlDrawing" Target="../drawings/vmlDrawing68.vml"/><Relationship Id="rId6" Type="http://schemas.openxmlformats.org/officeDocument/2006/relationships/image" Target="../media/image185.wmf"/><Relationship Id="rId5" Type="http://schemas.openxmlformats.org/officeDocument/2006/relationships/oleObject" Target="../embeddings/oleObject176.bin"/><Relationship Id="rId10" Type="http://schemas.openxmlformats.org/officeDocument/2006/relationships/image" Target="../media/image187.wmf"/><Relationship Id="rId4" Type="http://schemas.openxmlformats.org/officeDocument/2006/relationships/image" Target="../media/image184.wmf"/><Relationship Id="rId9" Type="http://schemas.openxmlformats.org/officeDocument/2006/relationships/oleObject" Target="../embeddings/oleObject178.bin"/></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image" Target="../media/image18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8" Type="http://schemas.openxmlformats.org/officeDocument/2006/relationships/oleObject" Target="../embeddings/oleObject181.bin"/><Relationship Id="rId3" Type="http://schemas.openxmlformats.org/officeDocument/2006/relationships/notesSlide" Target="../notesSlides/notesSlide4.xml"/><Relationship Id="rId7" Type="http://schemas.openxmlformats.org/officeDocument/2006/relationships/image" Target="../media/image190.wmf"/><Relationship Id="rId2" Type="http://schemas.openxmlformats.org/officeDocument/2006/relationships/slideLayout" Target="../slideLayouts/slideLayout2.xml"/><Relationship Id="rId1" Type="http://schemas.openxmlformats.org/officeDocument/2006/relationships/vmlDrawing" Target="../drawings/vmlDrawing69.vml"/><Relationship Id="rId6" Type="http://schemas.openxmlformats.org/officeDocument/2006/relationships/oleObject" Target="../embeddings/oleObject180.bin"/><Relationship Id="rId11" Type="http://schemas.openxmlformats.org/officeDocument/2006/relationships/image" Target="../media/image192.png"/><Relationship Id="rId5" Type="http://schemas.openxmlformats.org/officeDocument/2006/relationships/image" Target="../media/image170.wmf"/><Relationship Id="rId10" Type="http://schemas.openxmlformats.org/officeDocument/2006/relationships/oleObject" Target="../embeddings/oleObject182.bin"/><Relationship Id="rId4" Type="http://schemas.openxmlformats.org/officeDocument/2006/relationships/oleObject" Target="../embeddings/oleObject179.bin"/><Relationship Id="rId9" Type="http://schemas.openxmlformats.org/officeDocument/2006/relationships/image" Target="../media/image191.wmf"/></Relationships>
</file>

<file path=ppt/slides/_rels/slide95.xml.rels><?xml version="1.0" encoding="UTF-8" standalone="yes"?>
<Relationships xmlns="http://schemas.openxmlformats.org/package/2006/relationships"><Relationship Id="rId8" Type="http://schemas.openxmlformats.org/officeDocument/2006/relationships/image" Target="../media/image195.wmf"/><Relationship Id="rId3" Type="http://schemas.openxmlformats.org/officeDocument/2006/relationships/oleObject" Target="../embeddings/oleObject183.bin"/><Relationship Id="rId7" Type="http://schemas.openxmlformats.org/officeDocument/2006/relationships/oleObject" Target="../embeddings/oleObject185.bin"/><Relationship Id="rId2" Type="http://schemas.openxmlformats.org/officeDocument/2006/relationships/slideLayout" Target="../slideLayouts/slideLayout2.xml"/><Relationship Id="rId1" Type="http://schemas.openxmlformats.org/officeDocument/2006/relationships/vmlDrawing" Target="../drawings/vmlDrawing70.vml"/><Relationship Id="rId6" Type="http://schemas.openxmlformats.org/officeDocument/2006/relationships/image" Target="../media/image194.wmf"/><Relationship Id="rId5" Type="http://schemas.openxmlformats.org/officeDocument/2006/relationships/oleObject" Target="../embeddings/oleObject184.bin"/><Relationship Id="rId10" Type="http://schemas.openxmlformats.org/officeDocument/2006/relationships/image" Target="../media/image196.wmf"/><Relationship Id="rId4" Type="http://schemas.openxmlformats.org/officeDocument/2006/relationships/image" Target="../media/image193.wmf"/><Relationship Id="rId9" Type="http://schemas.openxmlformats.org/officeDocument/2006/relationships/oleObject" Target="../embeddings/oleObject186.bin"/></Relationships>
</file>

<file path=ppt/slides/_rels/slide96.xml.rels><?xml version="1.0" encoding="UTF-8" standalone="yes"?>
<Relationships xmlns="http://schemas.openxmlformats.org/package/2006/relationships"><Relationship Id="rId8" Type="http://schemas.openxmlformats.org/officeDocument/2006/relationships/image" Target="../media/image199.wmf"/><Relationship Id="rId13" Type="http://schemas.openxmlformats.org/officeDocument/2006/relationships/oleObject" Target="../embeddings/oleObject192.bin"/><Relationship Id="rId3" Type="http://schemas.openxmlformats.org/officeDocument/2006/relationships/oleObject" Target="../embeddings/oleObject187.bin"/><Relationship Id="rId7" Type="http://schemas.openxmlformats.org/officeDocument/2006/relationships/oleObject" Target="../embeddings/oleObject189.bin"/><Relationship Id="rId12" Type="http://schemas.openxmlformats.org/officeDocument/2006/relationships/image" Target="../media/image201.wmf"/><Relationship Id="rId2" Type="http://schemas.openxmlformats.org/officeDocument/2006/relationships/slideLayout" Target="../slideLayouts/slideLayout2.xml"/><Relationship Id="rId1" Type="http://schemas.openxmlformats.org/officeDocument/2006/relationships/vmlDrawing" Target="../drawings/vmlDrawing71.vml"/><Relationship Id="rId6" Type="http://schemas.openxmlformats.org/officeDocument/2006/relationships/image" Target="../media/image198.wmf"/><Relationship Id="rId11" Type="http://schemas.openxmlformats.org/officeDocument/2006/relationships/oleObject" Target="../embeddings/oleObject191.bin"/><Relationship Id="rId5" Type="http://schemas.openxmlformats.org/officeDocument/2006/relationships/oleObject" Target="../embeddings/oleObject188.bin"/><Relationship Id="rId10" Type="http://schemas.openxmlformats.org/officeDocument/2006/relationships/image" Target="../media/image200.wmf"/><Relationship Id="rId4" Type="http://schemas.openxmlformats.org/officeDocument/2006/relationships/image" Target="../media/image197.wmf"/><Relationship Id="rId9" Type="http://schemas.openxmlformats.org/officeDocument/2006/relationships/oleObject" Target="../embeddings/oleObject190.bin"/><Relationship Id="rId14" Type="http://schemas.openxmlformats.org/officeDocument/2006/relationships/image" Target="../media/image202.wmf"/></Relationships>
</file>

<file path=ppt/slides/_rels/slide97.xml.rels><?xml version="1.0" encoding="UTF-8" standalone="yes"?>
<Relationships xmlns="http://schemas.openxmlformats.org/package/2006/relationships"><Relationship Id="rId8" Type="http://schemas.openxmlformats.org/officeDocument/2006/relationships/image" Target="../media/image205.wmf"/><Relationship Id="rId3" Type="http://schemas.openxmlformats.org/officeDocument/2006/relationships/oleObject" Target="../embeddings/oleObject193.bin"/><Relationship Id="rId7" Type="http://schemas.openxmlformats.org/officeDocument/2006/relationships/oleObject" Target="../embeddings/oleObject195.bin"/><Relationship Id="rId2" Type="http://schemas.openxmlformats.org/officeDocument/2006/relationships/slideLayout" Target="../slideLayouts/slideLayout2.xml"/><Relationship Id="rId1" Type="http://schemas.openxmlformats.org/officeDocument/2006/relationships/vmlDrawing" Target="../drawings/vmlDrawing72.vml"/><Relationship Id="rId6" Type="http://schemas.openxmlformats.org/officeDocument/2006/relationships/image" Target="../media/image204.png"/><Relationship Id="rId5" Type="http://schemas.openxmlformats.org/officeDocument/2006/relationships/oleObject" Target="../embeddings/oleObject194.bin"/><Relationship Id="rId4" Type="http://schemas.openxmlformats.org/officeDocument/2006/relationships/image" Target="../media/image203.wmf"/></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196.bin"/><Relationship Id="rId2" Type="http://schemas.openxmlformats.org/officeDocument/2006/relationships/slideLayout" Target="../slideLayouts/slideLayout2.xml"/><Relationship Id="rId1" Type="http://schemas.openxmlformats.org/officeDocument/2006/relationships/vmlDrawing" Target="../drawings/vmlDrawing73.vml"/><Relationship Id="rId6" Type="http://schemas.openxmlformats.org/officeDocument/2006/relationships/image" Target="../media/image207.wmf"/><Relationship Id="rId5" Type="http://schemas.openxmlformats.org/officeDocument/2006/relationships/oleObject" Target="../embeddings/oleObject197.bin"/><Relationship Id="rId4" Type="http://schemas.openxmlformats.org/officeDocument/2006/relationships/image" Target="../media/image206.wmf"/></Relationships>
</file>

<file path=ppt/slides/_rels/slide99.xml.rels><?xml version="1.0" encoding="UTF-8" standalone="yes"?>
<Relationships xmlns="http://schemas.openxmlformats.org/package/2006/relationships"><Relationship Id="rId8" Type="http://schemas.openxmlformats.org/officeDocument/2006/relationships/image" Target="../media/image210.wmf"/><Relationship Id="rId3" Type="http://schemas.openxmlformats.org/officeDocument/2006/relationships/oleObject" Target="../embeddings/oleObject198.bin"/><Relationship Id="rId7" Type="http://schemas.openxmlformats.org/officeDocument/2006/relationships/oleObject" Target="../embeddings/oleObject200.bin"/><Relationship Id="rId2" Type="http://schemas.openxmlformats.org/officeDocument/2006/relationships/slideLayout" Target="../slideLayouts/slideLayout2.xml"/><Relationship Id="rId1" Type="http://schemas.openxmlformats.org/officeDocument/2006/relationships/vmlDrawing" Target="../drawings/vmlDrawing74.vml"/><Relationship Id="rId6" Type="http://schemas.openxmlformats.org/officeDocument/2006/relationships/image" Target="../media/image209.png"/><Relationship Id="rId5" Type="http://schemas.openxmlformats.org/officeDocument/2006/relationships/oleObject" Target="../embeddings/oleObject199.bin"/><Relationship Id="rId4" Type="http://schemas.openxmlformats.org/officeDocument/2006/relationships/image" Target="../media/image208.wmf"/></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8" Type="http://schemas.openxmlformats.org/officeDocument/2006/relationships/image" Target="../media/image213.wmf"/><Relationship Id="rId3" Type="http://schemas.openxmlformats.org/officeDocument/2006/relationships/oleObject" Target="../embeddings/oleObject201.bin"/><Relationship Id="rId7" Type="http://schemas.openxmlformats.org/officeDocument/2006/relationships/oleObject" Target="../embeddings/oleObject203.bin"/><Relationship Id="rId2" Type="http://schemas.openxmlformats.org/officeDocument/2006/relationships/slideLayout" Target="../slideLayouts/slideLayout2.xml"/><Relationship Id="rId1" Type="http://schemas.openxmlformats.org/officeDocument/2006/relationships/vmlDrawing" Target="../drawings/vmlDrawing75.vml"/><Relationship Id="rId6" Type="http://schemas.openxmlformats.org/officeDocument/2006/relationships/image" Target="../media/image212.wmf"/><Relationship Id="rId5" Type="http://schemas.openxmlformats.org/officeDocument/2006/relationships/oleObject" Target="../embeddings/oleObject202.bin"/><Relationship Id="rId4" Type="http://schemas.openxmlformats.org/officeDocument/2006/relationships/image" Target="../media/image211.wmf"/></Relationships>
</file>

<file path=ppt/slides/_rels/slide103.xml.rels><?xml version="1.0" encoding="UTF-8" standalone="yes"?>
<Relationships xmlns="http://schemas.openxmlformats.org/package/2006/relationships"><Relationship Id="rId8" Type="http://schemas.openxmlformats.org/officeDocument/2006/relationships/image" Target="../media/image216.wmf"/><Relationship Id="rId13" Type="http://schemas.openxmlformats.org/officeDocument/2006/relationships/oleObject" Target="../embeddings/oleObject209.bin"/><Relationship Id="rId3" Type="http://schemas.openxmlformats.org/officeDocument/2006/relationships/oleObject" Target="../embeddings/oleObject204.bin"/><Relationship Id="rId7" Type="http://schemas.openxmlformats.org/officeDocument/2006/relationships/oleObject" Target="../embeddings/oleObject206.bin"/><Relationship Id="rId12" Type="http://schemas.openxmlformats.org/officeDocument/2006/relationships/image" Target="../media/image218.wmf"/><Relationship Id="rId2" Type="http://schemas.openxmlformats.org/officeDocument/2006/relationships/slideLayout" Target="../slideLayouts/slideLayout2.xml"/><Relationship Id="rId1" Type="http://schemas.openxmlformats.org/officeDocument/2006/relationships/vmlDrawing" Target="../drawings/vmlDrawing76.vml"/><Relationship Id="rId6" Type="http://schemas.openxmlformats.org/officeDocument/2006/relationships/image" Target="../media/image215.wmf"/><Relationship Id="rId11" Type="http://schemas.openxmlformats.org/officeDocument/2006/relationships/oleObject" Target="../embeddings/oleObject208.bin"/><Relationship Id="rId5" Type="http://schemas.openxmlformats.org/officeDocument/2006/relationships/oleObject" Target="../embeddings/oleObject205.bin"/><Relationship Id="rId10" Type="http://schemas.openxmlformats.org/officeDocument/2006/relationships/image" Target="../media/image217.wmf"/><Relationship Id="rId4" Type="http://schemas.openxmlformats.org/officeDocument/2006/relationships/image" Target="../media/image214.wmf"/><Relationship Id="rId9" Type="http://schemas.openxmlformats.org/officeDocument/2006/relationships/oleObject" Target="../embeddings/oleObject207.bin"/><Relationship Id="rId14" Type="http://schemas.openxmlformats.org/officeDocument/2006/relationships/image" Target="../media/image219.wmf"/></Relationships>
</file>

<file path=ppt/slides/_rels/slide104.xml.rels><?xml version="1.0" encoding="UTF-8" standalone="yes"?>
<Relationships xmlns="http://schemas.openxmlformats.org/package/2006/relationships"><Relationship Id="rId8" Type="http://schemas.openxmlformats.org/officeDocument/2006/relationships/image" Target="../media/image222.wmf"/><Relationship Id="rId13" Type="http://schemas.openxmlformats.org/officeDocument/2006/relationships/oleObject" Target="../embeddings/oleObject215.bin"/><Relationship Id="rId3" Type="http://schemas.openxmlformats.org/officeDocument/2006/relationships/oleObject" Target="../embeddings/oleObject210.bin"/><Relationship Id="rId7" Type="http://schemas.openxmlformats.org/officeDocument/2006/relationships/oleObject" Target="../embeddings/oleObject212.bin"/><Relationship Id="rId12" Type="http://schemas.openxmlformats.org/officeDocument/2006/relationships/image" Target="../media/image224.wmf"/><Relationship Id="rId2" Type="http://schemas.openxmlformats.org/officeDocument/2006/relationships/slideLayout" Target="../slideLayouts/slideLayout2.xml"/><Relationship Id="rId16" Type="http://schemas.openxmlformats.org/officeDocument/2006/relationships/image" Target="../media/image226.wmf"/><Relationship Id="rId1" Type="http://schemas.openxmlformats.org/officeDocument/2006/relationships/vmlDrawing" Target="../drawings/vmlDrawing77.vml"/><Relationship Id="rId6" Type="http://schemas.openxmlformats.org/officeDocument/2006/relationships/image" Target="../media/image221.wmf"/><Relationship Id="rId11" Type="http://schemas.openxmlformats.org/officeDocument/2006/relationships/oleObject" Target="../embeddings/oleObject214.bin"/><Relationship Id="rId5" Type="http://schemas.openxmlformats.org/officeDocument/2006/relationships/oleObject" Target="../embeddings/oleObject211.bin"/><Relationship Id="rId15" Type="http://schemas.openxmlformats.org/officeDocument/2006/relationships/oleObject" Target="../embeddings/oleObject216.bin"/><Relationship Id="rId10" Type="http://schemas.openxmlformats.org/officeDocument/2006/relationships/image" Target="../media/image223.wmf"/><Relationship Id="rId4" Type="http://schemas.openxmlformats.org/officeDocument/2006/relationships/image" Target="../media/image220.wmf"/><Relationship Id="rId9" Type="http://schemas.openxmlformats.org/officeDocument/2006/relationships/oleObject" Target="../embeddings/oleObject213.bin"/><Relationship Id="rId14" Type="http://schemas.openxmlformats.org/officeDocument/2006/relationships/image" Target="../media/image225.wmf"/></Relationships>
</file>

<file path=ppt/slides/_rels/slide105.xml.rels><?xml version="1.0" encoding="UTF-8" standalone="yes"?>
<Relationships xmlns="http://schemas.openxmlformats.org/package/2006/relationships"><Relationship Id="rId8" Type="http://schemas.openxmlformats.org/officeDocument/2006/relationships/image" Target="../media/image229.png"/><Relationship Id="rId3" Type="http://schemas.openxmlformats.org/officeDocument/2006/relationships/oleObject" Target="../embeddings/oleObject217.bin"/><Relationship Id="rId7" Type="http://schemas.openxmlformats.org/officeDocument/2006/relationships/oleObject" Target="../embeddings/oleObject219.bin"/><Relationship Id="rId2" Type="http://schemas.openxmlformats.org/officeDocument/2006/relationships/slideLayout" Target="../slideLayouts/slideLayout2.xml"/><Relationship Id="rId1" Type="http://schemas.openxmlformats.org/officeDocument/2006/relationships/vmlDrawing" Target="../drawings/vmlDrawing78.vml"/><Relationship Id="rId6" Type="http://schemas.openxmlformats.org/officeDocument/2006/relationships/image" Target="../media/image228.wmf"/><Relationship Id="rId5" Type="http://schemas.openxmlformats.org/officeDocument/2006/relationships/oleObject" Target="../embeddings/oleObject218.bin"/><Relationship Id="rId4" Type="http://schemas.openxmlformats.org/officeDocument/2006/relationships/image" Target="../media/image227.wmf"/><Relationship Id="rId9" Type="http://schemas.openxmlformats.org/officeDocument/2006/relationships/oleObject" Target="../embeddings/oleObject220.bin"/></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221.bin"/><Relationship Id="rId2" Type="http://schemas.openxmlformats.org/officeDocument/2006/relationships/slideLayout" Target="../slideLayouts/slideLayout2.xml"/><Relationship Id="rId1" Type="http://schemas.openxmlformats.org/officeDocument/2006/relationships/vmlDrawing" Target="../drawings/vmlDrawing79.vml"/><Relationship Id="rId6" Type="http://schemas.openxmlformats.org/officeDocument/2006/relationships/image" Target="../media/image212.wmf"/><Relationship Id="rId5" Type="http://schemas.openxmlformats.org/officeDocument/2006/relationships/oleObject" Target="../embeddings/oleObject222.bin"/><Relationship Id="rId4" Type="http://schemas.openxmlformats.org/officeDocument/2006/relationships/image" Target="../media/image230.wmf"/></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223.bin"/><Relationship Id="rId2" Type="http://schemas.openxmlformats.org/officeDocument/2006/relationships/slideLayout" Target="../slideLayouts/slideLayout2.xml"/><Relationship Id="rId1" Type="http://schemas.openxmlformats.org/officeDocument/2006/relationships/vmlDrawing" Target="../drawings/vmlDrawing80.vml"/><Relationship Id="rId4" Type="http://schemas.openxmlformats.org/officeDocument/2006/relationships/image" Target="../media/image231.png"/></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224.bin"/><Relationship Id="rId2" Type="http://schemas.openxmlformats.org/officeDocument/2006/relationships/slideLayout" Target="../slideLayouts/slideLayout2.xml"/><Relationship Id="rId1" Type="http://schemas.openxmlformats.org/officeDocument/2006/relationships/vmlDrawing" Target="../drawings/vmlDrawing81.vml"/><Relationship Id="rId5" Type="http://schemas.openxmlformats.org/officeDocument/2006/relationships/image" Target="../media/image233.png"/><Relationship Id="rId4" Type="http://schemas.openxmlformats.org/officeDocument/2006/relationships/image" Target="../media/image232.wmf"/></Relationships>
</file>

<file path=ppt/slides/_rels/slide109.xml.rels><?xml version="1.0" encoding="UTF-8" standalone="yes"?>
<Relationships xmlns="http://schemas.openxmlformats.org/package/2006/relationships"><Relationship Id="rId3" Type="http://schemas.openxmlformats.org/officeDocument/2006/relationships/oleObject" Target="../embeddings/oleObject225.bin"/><Relationship Id="rId2" Type="http://schemas.openxmlformats.org/officeDocument/2006/relationships/slideLayout" Target="../slideLayouts/slideLayout2.xml"/><Relationship Id="rId1" Type="http://schemas.openxmlformats.org/officeDocument/2006/relationships/vmlDrawing" Target="../drawings/vmlDrawing82.vml"/><Relationship Id="rId4" Type="http://schemas.openxmlformats.org/officeDocument/2006/relationships/image" Target="../media/image234.png"/></Relationships>
</file>

<file path=ppt/slides/_rels/slide110.xml.rels><?xml version="1.0" encoding="UTF-8" standalone="yes"?>
<Relationships xmlns="http://schemas.openxmlformats.org/package/2006/relationships"><Relationship Id="rId8" Type="http://schemas.openxmlformats.org/officeDocument/2006/relationships/image" Target="../media/image237.wmf"/><Relationship Id="rId3" Type="http://schemas.openxmlformats.org/officeDocument/2006/relationships/oleObject" Target="../embeddings/oleObject226.bin"/><Relationship Id="rId7" Type="http://schemas.openxmlformats.org/officeDocument/2006/relationships/oleObject" Target="../embeddings/oleObject228.bin"/><Relationship Id="rId2" Type="http://schemas.openxmlformats.org/officeDocument/2006/relationships/slideLayout" Target="../slideLayouts/slideLayout2.xml"/><Relationship Id="rId1" Type="http://schemas.openxmlformats.org/officeDocument/2006/relationships/vmlDrawing" Target="../drawings/vmlDrawing83.vml"/><Relationship Id="rId6" Type="http://schemas.openxmlformats.org/officeDocument/2006/relationships/image" Target="../media/image236.wmf"/><Relationship Id="rId5" Type="http://schemas.openxmlformats.org/officeDocument/2006/relationships/oleObject" Target="../embeddings/oleObject227.bin"/><Relationship Id="rId10" Type="http://schemas.openxmlformats.org/officeDocument/2006/relationships/image" Target="../media/image238.wmf"/><Relationship Id="rId4" Type="http://schemas.openxmlformats.org/officeDocument/2006/relationships/image" Target="../media/image235.wmf"/><Relationship Id="rId9" Type="http://schemas.openxmlformats.org/officeDocument/2006/relationships/oleObject" Target="../embeddings/oleObject229.bin"/></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230.bin"/><Relationship Id="rId2" Type="http://schemas.openxmlformats.org/officeDocument/2006/relationships/slideLayout" Target="../slideLayouts/slideLayout2.xml"/><Relationship Id="rId1" Type="http://schemas.openxmlformats.org/officeDocument/2006/relationships/vmlDrawing" Target="../drawings/vmlDrawing84.vml"/><Relationship Id="rId6" Type="http://schemas.openxmlformats.org/officeDocument/2006/relationships/image" Target="../media/image240.wmf"/><Relationship Id="rId5" Type="http://schemas.openxmlformats.org/officeDocument/2006/relationships/oleObject" Target="../embeddings/oleObject231.bin"/><Relationship Id="rId4" Type="http://schemas.openxmlformats.org/officeDocument/2006/relationships/image" Target="../media/image239.wmf"/></Relationships>
</file>

<file path=ppt/slides/_rels/slide112.xml.rels><?xml version="1.0" encoding="UTF-8" standalone="yes"?>
<Relationships xmlns="http://schemas.openxmlformats.org/package/2006/relationships"><Relationship Id="rId8" Type="http://schemas.openxmlformats.org/officeDocument/2006/relationships/image" Target="../media/image243.wmf"/><Relationship Id="rId3" Type="http://schemas.openxmlformats.org/officeDocument/2006/relationships/oleObject" Target="../embeddings/oleObject232.bin"/><Relationship Id="rId7" Type="http://schemas.openxmlformats.org/officeDocument/2006/relationships/oleObject" Target="../embeddings/oleObject234.bin"/><Relationship Id="rId2" Type="http://schemas.openxmlformats.org/officeDocument/2006/relationships/slideLayout" Target="../slideLayouts/slideLayout2.xml"/><Relationship Id="rId1" Type="http://schemas.openxmlformats.org/officeDocument/2006/relationships/vmlDrawing" Target="../drawings/vmlDrawing85.vml"/><Relationship Id="rId6" Type="http://schemas.openxmlformats.org/officeDocument/2006/relationships/image" Target="../media/image242.wmf"/><Relationship Id="rId5" Type="http://schemas.openxmlformats.org/officeDocument/2006/relationships/oleObject" Target="../embeddings/oleObject233.bin"/><Relationship Id="rId10" Type="http://schemas.openxmlformats.org/officeDocument/2006/relationships/image" Target="../media/image244.wmf"/><Relationship Id="rId4" Type="http://schemas.openxmlformats.org/officeDocument/2006/relationships/image" Target="../media/image241.wmf"/><Relationship Id="rId9" Type="http://schemas.openxmlformats.org/officeDocument/2006/relationships/oleObject" Target="../embeddings/oleObject235.bin"/></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236.bin"/><Relationship Id="rId2" Type="http://schemas.openxmlformats.org/officeDocument/2006/relationships/slideLayout" Target="../slideLayouts/slideLayout2.xml"/><Relationship Id="rId1" Type="http://schemas.openxmlformats.org/officeDocument/2006/relationships/vmlDrawing" Target="../drawings/vmlDrawing86.vml"/><Relationship Id="rId4" Type="http://schemas.openxmlformats.org/officeDocument/2006/relationships/image" Target="../media/image245.wmf"/></Relationships>
</file>

<file path=ppt/slides/_rels/slide114.xml.rels><?xml version="1.0" encoding="UTF-8" standalone="yes"?>
<Relationships xmlns="http://schemas.openxmlformats.org/package/2006/relationships"><Relationship Id="rId3" Type="http://schemas.openxmlformats.org/officeDocument/2006/relationships/oleObject" Target="../embeddings/oleObject237.bin"/><Relationship Id="rId2" Type="http://schemas.openxmlformats.org/officeDocument/2006/relationships/slideLayout" Target="../slideLayouts/slideLayout2.xml"/><Relationship Id="rId1" Type="http://schemas.openxmlformats.org/officeDocument/2006/relationships/vmlDrawing" Target="../drawings/vmlDrawing87.vml"/><Relationship Id="rId6" Type="http://schemas.openxmlformats.org/officeDocument/2006/relationships/image" Target="../media/image247.wmf"/><Relationship Id="rId5" Type="http://schemas.openxmlformats.org/officeDocument/2006/relationships/oleObject" Target="../embeddings/oleObject238.bin"/><Relationship Id="rId4" Type="http://schemas.openxmlformats.org/officeDocument/2006/relationships/image" Target="../media/image246.wmf"/></Relationships>
</file>

<file path=ppt/slides/_rels/slide115.xml.rels><?xml version="1.0" encoding="UTF-8" standalone="yes"?>
<Relationships xmlns="http://schemas.openxmlformats.org/package/2006/relationships"><Relationship Id="rId8" Type="http://schemas.openxmlformats.org/officeDocument/2006/relationships/image" Target="../media/image250.wmf"/><Relationship Id="rId3" Type="http://schemas.openxmlformats.org/officeDocument/2006/relationships/oleObject" Target="../embeddings/oleObject239.bin"/><Relationship Id="rId7" Type="http://schemas.openxmlformats.org/officeDocument/2006/relationships/oleObject" Target="../embeddings/oleObject241.bin"/><Relationship Id="rId12" Type="http://schemas.openxmlformats.org/officeDocument/2006/relationships/image" Target="../media/image252.wmf"/><Relationship Id="rId2" Type="http://schemas.openxmlformats.org/officeDocument/2006/relationships/slideLayout" Target="../slideLayouts/slideLayout2.xml"/><Relationship Id="rId1" Type="http://schemas.openxmlformats.org/officeDocument/2006/relationships/vmlDrawing" Target="../drawings/vmlDrawing88.vml"/><Relationship Id="rId6" Type="http://schemas.openxmlformats.org/officeDocument/2006/relationships/image" Target="../media/image249.wmf"/><Relationship Id="rId11" Type="http://schemas.openxmlformats.org/officeDocument/2006/relationships/oleObject" Target="../embeddings/oleObject243.bin"/><Relationship Id="rId5" Type="http://schemas.openxmlformats.org/officeDocument/2006/relationships/oleObject" Target="../embeddings/oleObject240.bin"/><Relationship Id="rId10" Type="http://schemas.openxmlformats.org/officeDocument/2006/relationships/image" Target="../media/image251.wmf"/><Relationship Id="rId4" Type="http://schemas.openxmlformats.org/officeDocument/2006/relationships/image" Target="../media/image248.wmf"/><Relationship Id="rId9" Type="http://schemas.openxmlformats.org/officeDocument/2006/relationships/oleObject" Target="../embeddings/oleObject242.bin"/></Relationships>
</file>

<file path=ppt/slides/_rels/slide116.xml.rels><?xml version="1.0" encoding="UTF-8" standalone="yes"?>
<Relationships xmlns="http://schemas.openxmlformats.org/package/2006/relationships"><Relationship Id="rId3" Type="http://schemas.openxmlformats.org/officeDocument/2006/relationships/oleObject" Target="../embeddings/oleObject244.bin"/><Relationship Id="rId2" Type="http://schemas.openxmlformats.org/officeDocument/2006/relationships/slideLayout" Target="../slideLayouts/slideLayout2.xml"/><Relationship Id="rId1" Type="http://schemas.openxmlformats.org/officeDocument/2006/relationships/vmlDrawing" Target="../drawings/vmlDrawing89.vml"/><Relationship Id="rId4" Type="http://schemas.openxmlformats.org/officeDocument/2006/relationships/image" Target="../media/image253.wmf"/></Relationships>
</file>

<file path=ppt/slides/_rels/slide117.xml.rels><?xml version="1.0" encoding="UTF-8" standalone="yes"?>
<Relationships xmlns="http://schemas.openxmlformats.org/package/2006/relationships"><Relationship Id="rId8" Type="http://schemas.openxmlformats.org/officeDocument/2006/relationships/image" Target="../media/image256.wmf"/><Relationship Id="rId3" Type="http://schemas.openxmlformats.org/officeDocument/2006/relationships/oleObject" Target="../embeddings/oleObject245.bin"/><Relationship Id="rId7" Type="http://schemas.openxmlformats.org/officeDocument/2006/relationships/oleObject" Target="../embeddings/oleObject247.bin"/><Relationship Id="rId2" Type="http://schemas.openxmlformats.org/officeDocument/2006/relationships/slideLayout" Target="../slideLayouts/slideLayout2.xml"/><Relationship Id="rId1" Type="http://schemas.openxmlformats.org/officeDocument/2006/relationships/vmlDrawing" Target="../drawings/vmlDrawing90.vml"/><Relationship Id="rId6" Type="http://schemas.openxmlformats.org/officeDocument/2006/relationships/image" Target="../media/image255.wmf"/><Relationship Id="rId5" Type="http://schemas.openxmlformats.org/officeDocument/2006/relationships/oleObject" Target="../embeddings/oleObject246.bin"/><Relationship Id="rId10" Type="http://schemas.openxmlformats.org/officeDocument/2006/relationships/image" Target="../media/image257.wmf"/><Relationship Id="rId4" Type="http://schemas.openxmlformats.org/officeDocument/2006/relationships/image" Target="../media/image254.wmf"/><Relationship Id="rId9" Type="http://schemas.openxmlformats.org/officeDocument/2006/relationships/oleObject" Target="../embeddings/oleObject248.bin"/></Relationships>
</file>

<file path=ppt/slides/_rels/slide118.xml.rels><?xml version="1.0" encoding="UTF-8" standalone="yes"?>
<Relationships xmlns="http://schemas.openxmlformats.org/package/2006/relationships"><Relationship Id="rId8" Type="http://schemas.openxmlformats.org/officeDocument/2006/relationships/image" Target="../media/image260.wmf"/><Relationship Id="rId3" Type="http://schemas.openxmlformats.org/officeDocument/2006/relationships/oleObject" Target="../embeddings/oleObject249.bin"/><Relationship Id="rId7" Type="http://schemas.openxmlformats.org/officeDocument/2006/relationships/oleObject" Target="../embeddings/oleObject251.bin"/><Relationship Id="rId12" Type="http://schemas.openxmlformats.org/officeDocument/2006/relationships/image" Target="../media/image262.png"/><Relationship Id="rId2" Type="http://schemas.openxmlformats.org/officeDocument/2006/relationships/slideLayout" Target="../slideLayouts/slideLayout2.xml"/><Relationship Id="rId1" Type="http://schemas.openxmlformats.org/officeDocument/2006/relationships/vmlDrawing" Target="../drawings/vmlDrawing91.vml"/><Relationship Id="rId6" Type="http://schemas.openxmlformats.org/officeDocument/2006/relationships/image" Target="../media/image259.wmf"/><Relationship Id="rId11" Type="http://schemas.openxmlformats.org/officeDocument/2006/relationships/oleObject" Target="../embeddings/oleObject253.bin"/><Relationship Id="rId5" Type="http://schemas.openxmlformats.org/officeDocument/2006/relationships/oleObject" Target="../embeddings/oleObject250.bin"/><Relationship Id="rId10" Type="http://schemas.openxmlformats.org/officeDocument/2006/relationships/image" Target="../media/image261.wmf"/><Relationship Id="rId4" Type="http://schemas.openxmlformats.org/officeDocument/2006/relationships/image" Target="../media/image258.wmf"/><Relationship Id="rId9" Type="http://schemas.openxmlformats.org/officeDocument/2006/relationships/oleObject" Target="../embeddings/oleObject252.bin"/></Relationships>
</file>

<file path=ppt/slides/_rels/slide119.xml.rels><?xml version="1.0" encoding="UTF-8" standalone="yes"?>
<Relationships xmlns="http://schemas.openxmlformats.org/package/2006/relationships"><Relationship Id="rId8" Type="http://schemas.openxmlformats.org/officeDocument/2006/relationships/image" Target="../media/image265.wmf"/><Relationship Id="rId13" Type="http://schemas.openxmlformats.org/officeDocument/2006/relationships/oleObject" Target="../embeddings/oleObject259.bin"/><Relationship Id="rId18" Type="http://schemas.openxmlformats.org/officeDocument/2006/relationships/image" Target="../media/image270.wmf"/><Relationship Id="rId26" Type="http://schemas.openxmlformats.org/officeDocument/2006/relationships/image" Target="../media/image274.wmf"/><Relationship Id="rId3" Type="http://schemas.openxmlformats.org/officeDocument/2006/relationships/oleObject" Target="../embeddings/oleObject254.bin"/><Relationship Id="rId21" Type="http://schemas.openxmlformats.org/officeDocument/2006/relationships/oleObject" Target="../embeddings/oleObject263.bin"/><Relationship Id="rId7" Type="http://schemas.openxmlformats.org/officeDocument/2006/relationships/oleObject" Target="../embeddings/oleObject256.bin"/><Relationship Id="rId12" Type="http://schemas.openxmlformats.org/officeDocument/2006/relationships/image" Target="../media/image267.wmf"/><Relationship Id="rId17" Type="http://schemas.openxmlformats.org/officeDocument/2006/relationships/oleObject" Target="../embeddings/oleObject261.bin"/><Relationship Id="rId25" Type="http://schemas.openxmlformats.org/officeDocument/2006/relationships/oleObject" Target="../embeddings/oleObject265.bin"/><Relationship Id="rId2" Type="http://schemas.openxmlformats.org/officeDocument/2006/relationships/slideLayout" Target="../slideLayouts/slideLayout2.xml"/><Relationship Id="rId16" Type="http://schemas.openxmlformats.org/officeDocument/2006/relationships/image" Target="../media/image269.wmf"/><Relationship Id="rId20" Type="http://schemas.openxmlformats.org/officeDocument/2006/relationships/image" Target="../media/image271.wmf"/><Relationship Id="rId1" Type="http://schemas.openxmlformats.org/officeDocument/2006/relationships/vmlDrawing" Target="../drawings/vmlDrawing92.vml"/><Relationship Id="rId6" Type="http://schemas.openxmlformats.org/officeDocument/2006/relationships/image" Target="../media/image264.wmf"/><Relationship Id="rId11" Type="http://schemas.openxmlformats.org/officeDocument/2006/relationships/oleObject" Target="../embeddings/oleObject258.bin"/><Relationship Id="rId24" Type="http://schemas.openxmlformats.org/officeDocument/2006/relationships/image" Target="../media/image273.wmf"/><Relationship Id="rId5" Type="http://schemas.openxmlformats.org/officeDocument/2006/relationships/oleObject" Target="../embeddings/oleObject255.bin"/><Relationship Id="rId15" Type="http://schemas.openxmlformats.org/officeDocument/2006/relationships/oleObject" Target="../embeddings/oleObject260.bin"/><Relationship Id="rId23" Type="http://schemas.openxmlformats.org/officeDocument/2006/relationships/oleObject" Target="../embeddings/oleObject264.bin"/><Relationship Id="rId10" Type="http://schemas.openxmlformats.org/officeDocument/2006/relationships/image" Target="../media/image266.wmf"/><Relationship Id="rId19" Type="http://schemas.openxmlformats.org/officeDocument/2006/relationships/oleObject" Target="../embeddings/oleObject262.bin"/><Relationship Id="rId4" Type="http://schemas.openxmlformats.org/officeDocument/2006/relationships/image" Target="../media/image263.wmf"/><Relationship Id="rId9" Type="http://schemas.openxmlformats.org/officeDocument/2006/relationships/oleObject" Target="../embeddings/oleObject257.bin"/><Relationship Id="rId14" Type="http://schemas.openxmlformats.org/officeDocument/2006/relationships/image" Target="../media/image268.wmf"/><Relationship Id="rId22" Type="http://schemas.openxmlformats.org/officeDocument/2006/relationships/image" Target="../media/image272.wmf"/></Relationships>
</file>

<file path=ppt/slides/_rels/slide120.xml.rels><?xml version="1.0" encoding="UTF-8" standalone="yes"?>
<Relationships xmlns="http://schemas.openxmlformats.org/package/2006/relationships"><Relationship Id="rId8" Type="http://schemas.openxmlformats.org/officeDocument/2006/relationships/oleObject" Target="../embeddings/oleObject268.bin"/><Relationship Id="rId3" Type="http://schemas.openxmlformats.org/officeDocument/2006/relationships/notesSlide" Target="../notesSlides/notesSlide5.xml"/><Relationship Id="rId7" Type="http://schemas.openxmlformats.org/officeDocument/2006/relationships/image" Target="../media/image276.wmf"/><Relationship Id="rId2" Type="http://schemas.openxmlformats.org/officeDocument/2006/relationships/slideLayout" Target="../slideLayouts/slideLayout2.xml"/><Relationship Id="rId1" Type="http://schemas.openxmlformats.org/officeDocument/2006/relationships/vmlDrawing" Target="../drawings/vmlDrawing93.vml"/><Relationship Id="rId6" Type="http://schemas.openxmlformats.org/officeDocument/2006/relationships/oleObject" Target="../embeddings/oleObject267.bin"/><Relationship Id="rId5" Type="http://schemas.openxmlformats.org/officeDocument/2006/relationships/image" Target="../media/image275.wmf"/><Relationship Id="rId4" Type="http://schemas.openxmlformats.org/officeDocument/2006/relationships/oleObject" Target="../embeddings/oleObject266.bin"/><Relationship Id="rId9" Type="http://schemas.openxmlformats.org/officeDocument/2006/relationships/image" Target="../media/image277.wmf"/></Relationships>
</file>

<file path=ppt/slides/_rels/slide121.xml.rels><?xml version="1.0" encoding="UTF-8" standalone="yes"?>
<Relationships xmlns="http://schemas.openxmlformats.org/package/2006/relationships"><Relationship Id="rId8" Type="http://schemas.openxmlformats.org/officeDocument/2006/relationships/image" Target="../media/image280.wmf"/><Relationship Id="rId3" Type="http://schemas.openxmlformats.org/officeDocument/2006/relationships/oleObject" Target="../embeddings/oleObject269.bin"/><Relationship Id="rId7" Type="http://schemas.openxmlformats.org/officeDocument/2006/relationships/oleObject" Target="../embeddings/oleObject271.bin"/><Relationship Id="rId2" Type="http://schemas.openxmlformats.org/officeDocument/2006/relationships/slideLayout" Target="../slideLayouts/slideLayout2.xml"/><Relationship Id="rId1" Type="http://schemas.openxmlformats.org/officeDocument/2006/relationships/vmlDrawing" Target="../drawings/vmlDrawing94.vml"/><Relationship Id="rId6" Type="http://schemas.openxmlformats.org/officeDocument/2006/relationships/image" Target="../media/image279.wmf"/><Relationship Id="rId5" Type="http://schemas.openxmlformats.org/officeDocument/2006/relationships/oleObject" Target="../embeddings/oleObject270.bin"/><Relationship Id="rId4" Type="http://schemas.openxmlformats.org/officeDocument/2006/relationships/image" Target="../media/image278.wmf"/></Relationships>
</file>

<file path=ppt/slides/_rels/slide122.xml.rels><?xml version="1.0" encoding="UTF-8" standalone="yes"?>
<Relationships xmlns="http://schemas.openxmlformats.org/package/2006/relationships"><Relationship Id="rId3" Type="http://schemas.openxmlformats.org/officeDocument/2006/relationships/oleObject" Target="../embeddings/oleObject272.bin"/><Relationship Id="rId2" Type="http://schemas.openxmlformats.org/officeDocument/2006/relationships/slideLayout" Target="../slideLayouts/slideLayout2.xml"/><Relationship Id="rId1" Type="http://schemas.openxmlformats.org/officeDocument/2006/relationships/vmlDrawing" Target="../drawings/vmlDrawing95.vml"/><Relationship Id="rId6" Type="http://schemas.openxmlformats.org/officeDocument/2006/relationships/image" Target="../media/image282.wmf"/><Relationship Id="rId5" Type="http://schemas.openxmlformats.org/officeDocument/2006/relationships/oleObject" Target="../embeddings/oleObject273.bin"/><Relationship Id="rId4" Type="http://schemas.openxmlformats.org/officeDocument/2006/relationships/image" Target="../media/image281.wmf"/></Relationships>
</file>

<file path=ppt/slides/_rels/slide123.xml.rels><?xml version="1.0" encoding="UTF-8" standalone="yes"?>
<Relationships xmlns="http://schemas.openxmlformats.org/package/2006/relationships"><Relationship Id="rId3" Type="http://schemas.openxmlformats.org/officeDocument/2006/relationships/oleObject" Target="../embeddings/oleObject274.bin"/><Relationship Id="rId2" Type="http://schemas.openxmlformats.org/officeDocument/2006/relationships/slideLayout" Target="../slideLayouts/slideLayout2.xml"/><Relationship Id="rId1" Type="http://schemas.openxmlformats.org/officeDocument/2006/relationships/vmlDrawing" Target="../drawings/vmlDrawing96.vml"/><Relationship Id="rId6" Type="http://schemas.openxmlformats.org/officeDocument/2006/relationships/image" Target="../media/image284.wmf"/><Relationship Id="rId5" Type="http://schemas.openxmlformats.org/officeDocument/2006/relationships/oleObject" Target="../embeddings/oleObject275.bin"/><Relationship Id="rId4" Type="http://schemas.openxmlformats.org/officeDocument/2006/relationships/image" Target="../media/image283.wmf"/></Relationships>
</file>

<file path=ppt/slides/_rels/slide124.xml.rels><?xml version="1.0" encoding="UTF-8" standalone="yes"?>
<Relationships xmlns="http://schemas.openxmlformats.org/package/2006/relationships"><Relationship Id="rId8" Type="http://schemas.openxmlformats.org/officeDocument/2006/relationships/image" Target="../media/image287.wmf"/><Relationship Id="rId13" Type="http://schemas.openxmlformats.org/officeDocument/2006/relationships/oleObject" Target="../embeddings/oleObject281.bin"/><Relationship Id="rId3" Type="http://schemas.openxmlformats.org/officeDocument/2006/relationships/oleObject" Target="../embeddings/oleObject276.bin"/><Relationship Id="rId7" Type="http://schemas.openxmlformats.org/officeDocument/2006/relationships/oleObject" Target="../embeddings/oleObject278.bin"/><Relationship Id="rId12" Type="http://schemas.openxmlformats.org/officeDocument/2006/relationships/image" Target="../media/image289.wmf"/><Relationship Id="rId2" Type="http://schemas.openxmlformats.org/officeDocument/2006/relationships/slideLayout" Target="../slideLayouts/slideLayout2.xml"/><Relationship Id="rId1" Type="http://schemas.openxmlformats.org/officeDocument/2006/relationships/vmlDrawing" Target="../drawings/vmlDrawing97.vml"/><Relationship Id="rId6" Type="http://schemas.openxmlformats.org/officeDocument/2006/relationships/image" Target="../media/image286.wmf"/><Relationship Id="rId11" Type="http://schemas.openxmlformats.org/officeDocument/2006/relationships/oleObject" Target="../embeddings/oleObject280.bin"/><Relationship Id="rId5" Type="http://schemas.openxmlformats.org/officeDocument/2006/relationships/oleObject" Target="../embeddings/oleObject277.bin"/><Relationship Id="rId10" Type="http://schemas.openxmlformats.org/officeDocument/2006/relationships/image" Target="../media/image288.wmf"/><Relationship Id="rId4" Type="http://schemas.openxmlformats.org/officeDocument/2006/relationships/image" Target="../media/image285.wmf"/><Relationship Id="rId9" Type="http://schemas.openxmlformats.org/officeDocument/2006/relationships/oleObject" Target="../embeddings/oleObject279.bin"/><Relationship Id="rId14" Type="http://schemas.openxmlformats.org/officeDocument/2006/relationships/image" Target="../media/image290.wmf"/></Relationships>
</file>

<file path=ppt/slides/_rels/slide125.xml.rels><?xml version="1.0" encoding="UTF-8" standalone="yes"?>
<Relationships xmlns="http://schemas.openxmlformats.org/package/2006/relationships"><Relationship Id="rId8" Type="http://schemas.openxmlformats.org/officeDocument/2006/relationships/image" Target="../media/image293.wmf"/><Relationship Id="rId13" Type="http://schemas.openxmlformats.org/officeDocument/2006/relationships/oleObject" Target="../embeddings/oleObject287.bin"/><Relationship Id="rId3" Type="http://schemas.openxmlformats.org/officeDocument/2006/relationships/oleObject" Target="../embeddings/oleObject282.bin"/><Relationship Id="rId7" Type="http://schemas.openxmlformats.org/officeDocument/2006/relationships/oleObject" Target="../embeddings/oleObject284.bin"/><Relationship Id="rId12" Type="http://schemas.openxmlformats.org/officeDocument/2006/relationships/image" Target="../media/image295.wmf"/><Relationship Id="rId2" Type="http://schemas.openxmlformats.org/officeDocument/2006/relationships/slideLayout" Target="../slideLayouts/slideLayout2.xml"/><Relationship Id="rId1" Type="http://schemas.openxmlformats.org/officeDocument/2006/relationships/vmlDrawing" Target="../drawings/vmlDrawing98.vml"/><Relationship Id="rId6" Type="http://schemas.openxmlformats.org/officeDocument/2006/relationships/image" Target="../media/image292.wmf"/><Relationship Id="rId11" Type="http://schemas.openxmlformats.org/officeDocument/2006/relationships/oleObject" Target="../embeddings/oleObject286.bin"/><Relationship Id="rId5" Type="http://schemas.openxmlformats.org/officeDocument/2006/relationships/oleObject" Target="../embeddings/oleObject283.bin"/><Relationship Id="rId10" Type="http://schemas.openxmlformats.org/officeDocument/2006/relationships/image" Target="../media/image294.wmf"/><Relationship Id="rId4" Type="http://schemas.openxmlformats.org/officeDocument/2006/relationships/image" Target="../media/image291.wmf"/><Relationship Id="rId9" Type="http://schemas.openxmlformats.org/officeDocument/2006/relationships/oleObject" Target="../embeddings/oleObject285.bin"/><Relationship Id="rId14" Type="http://schemas.openxmlformats.org/officeDocument/2006/relationships/image" Target="../media/image296.wmf"/></Relationships>
</file>

<file path=ppt/slides/_rels/slide126.xml.rels><?xml version="1.0" encoding="UTF-8" standalone="yes"?>
<Relationships xmlns="http://schemas.openxmlformats.org/package/2006/relationships"><Relationship Id="rId8" Type="http://schemas.openxmlformats.org/officeDocument/2006/relationships/image" Target="../media/image299.wmf"/><Relationship Id="rId3" Type="http://schemas.openxmlformats.org/officeDocument/2006/relationships/oleObject" Target="../embeddings/oleObject288.bin"/><Relationship Id="rId7" Type="http://schemas.openxmlformats.org/officeDocument/2006/relationships/oleObject" Target="../embeddings/oleObject290.bin"/><Relationship Id="rId2" Type="http://schemas.openxmlformats.org/officeDocument/2006/relationships/slideLayout" Target="../slideLayouts/slideLayout2.xml"/><Relationship Id="rId1" Type="http://schemas.openxmlformats.org/officeDocument/2006/relationships/vmlDrawing" Target="../drawings/vmlDrawing99.vml"/><Relationship Id="rId6" Type="http://schemas.openxmlformats.org/officeDocument/2006/relationships/image" Target="../media/image298.wmf"/><Relationship Id="rId5" Type="http://schemas.openxmlformats.org/officeDocument/2006/relationships/oleObject" Target="../embeddings/oleObject289.bin"/><Relationship Id="rId10" Type="http://schemas.openxmlformats.org/officeDocument/2006/relationships/image" Target="../media/image300.wmf"/><Relationship Id="rId4" Type="http://schemas.openxmlformats.org/officeDocument/2006/relationships/image" Target="../media/image297.wmf"/><Relationship Id="rId9" Type="http://schemas.openxmlformats.org/officeDocument/2006/relationships/oleObject" Target="../embeddings/oleObject291.bin"/></Relationships>
</file>

<file path=ppt/slides/_rels/slide127.xml.rels><?xml version="1.0" encoding="UTF-8" standalone="yes"?>
<Relationships xmlns="http://schemas.openxmlformats.org/package/2006/relationships"><Relationship Id="rId3" Type="http://schemas.openxmlformats.org/officeDocument/2006/relationships/oleObject" Target="../embeddings/oleObject292.bin"/><Relationship Id="rId2" Type="http://schemas.openxmlformats.org/officeDocument/2006/relationships/slideLayout" Target="../slideLayouts/slideLayout2.xml"/><Relationship Id="rId1" Type="http://schemas.openxmlformats.org/officeDocument/2006/relationships/vmlDrawing" Target="../drawings/vmlDrawing100.vml"/><Relationship Id="rId4" Type="http://schemas.openxmlformats.org/officeDocument/2006/relationships/image" Target="../media/image301.png"/></Relationships>
</file>

<file path=ppt/slides/_rels/slide128.xml.rels><?xml version="1.0" encoding="UTF-8" standalone="yes"?>
<Relationships xmlns="http://schemas.openxmlformats.org/package/2006/relationships"><Relationship Id="rId8" Type="http://schemas.openxmlformats.org/officeDocument/2006/relationships/image" Target="../media/image304.wmf"/><Relationship Id="rId3" Type="http://schemas.openxmlformats.org/officeDocument/2006/relationships/oleObject" Target="../embeddings/oleObject293.bin"/><Relationship Id="rId7" Type="http://schemas.openxmlformats.org/officeDocument/2006/relationships/oleObject" Target="../embeddings/oleObject295.bin"/><Relationship Id="rId2" Type="http://schemas.openxmlformats.org/officeDocument/2006/relationships/slideLayout" Target="../slideLayouts/slideLayout2.xml"/><Relationship Id="rId1" Type="http://schemas.openxmlformats.org/officeDocument/2006/relationships/vmlDrawing" Target="../drawings/vmlDrawing101.vml"/><Relationship Id="rId6" Type="http://schemas.openxmlformats.org/officeDocument/2006/relationships/image" Target="../media/image303.wmf"/><Relationship Id="rId5" Type="http://schemas.openxmlformats.org/officeDocument/2006/relationships/oleObject" Target="../embeddings/oleObject294.bin"/><Relationship Id="rId10" Type="http://schemas.openxmlformats.org/officeDocument/2006/relationships/image" Target="../media/image305.wmf"/><Relationship Id="rId4" Type="http://schemas.openxmlformats.org/officeDocument/2006/relationships/image" Target="../media/image302.wmf"/><Relationship Id="rId9" Type="http://schemas.openxmlformats.org/officeDocument/2006/relationships/oleObject" Target="../embeddings/oleObject296.bin"/></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297.bin"/><Relationship Id="rId2" Type="http://schemas.openxmlformats.org/officeDocument/2006/relationships/slideLayout" Target="../slideLayouts/slideLayout2.xml"/><Relationship Id="rId1" Type="http://schemas.openxmlformats.org/officeDocument/2006/relationships/vmlDrawing" Target="../drawings/vmlDrawing102.vml"/><Relationship Id="rId6" Type="http://schemas.openxmlformats.org/officeDocument/2006/relationships/image" Target="../media/image307.wmf"/><Relationship Id="rId5" Type="http://schemas.openxmlformats.org/officeDocument/2006/relationships/oleObject" Target="../embeddings/oleObject298.bin"/><Relationship Id="rId4" Type="http://schemas.openxmlformats.org/officeDocument/2006/relationships/image" Target="../media/image306.wmf"/></Relationships>
</file>

<file path=ppt/slides/_rels/slide130.xml.rels><?xml version="1.0" encoding="UTF-8" standalone="yes"?>
<Relationships xmlns="http://schemas.openxmlformats.org/package/2006/relationships"><Relationship Id="rId2" Type="http://schemas.openxmlformats.org/officeDocument/2006/relationships/image" Target="../media/image308.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8" Type="http://schemas.openxmlformats.org/officeDocument/2006/relationships/image" Target="../media/image311.wmf"/><Relationship Id="rId3" Type="http://schemas.openxmlformats.org/officeDocument/2006/relationships/oleObject" Target="../embeddings/oleObject299.bin"/><Relationship Id="rId7" Type="http://schemas.openxmlformats.org/officeDocument/2006/relationships/oleObject" Target="../embeddings/oleObject301.bin"/><Relationship Id="rId12" Type="http://schemas.openxmlformats.org/officeDocument/2006/relationships/image" Target="../media/image313.wmf"/><Relationship Id="rId2" Type="http://schemas.openxmlformats.org/officeDocument/2006/relationships/slideLayout" Target="../slideLayouts/slideLayout2.xml"/><Relationship Id="rId1" Type="http://schemas.openxmlformats.org/officeDocument/2006/relationships/vmlDrawing" Target="../drawings/vmlDrawing103.vml"/><Relationship Id="rId6" Type="http://schemas.openxmlformats.org/officeDocument/2006/relationships/image" Target="../media/image310.wmf"/><Relationship Id="rId11" Type="http://schemas.openxmlformats.org/officeDocument/2006/relationships/oleObject" Target="../embeddings/oleObject303.bin"/><Relationship Id="rId5" Type="http://schemas.openxmlformats.org/officeDocument/2006/relationships/oleObject" Target="../embeddings/oleObject300.bin"/><Relationship Id="rId10" Type="http://schemas.openxmlformats.org/officeDocument/2006/relationships/image" Target="../media/image312.wmf"/><Relationship Id="rId4" Type="http://schemas.openxmlformats.org/officeDocument/2006/relationships/image" Target="../media/image309.wmf"/><Relationship Id="rId9" Type="http://schemas.openxmlformats.org/officeDocument/2006/relationships/oleObject" Target="../embeddings/oleObject302.bin"/></Relationships>
</file>

<file path=ppt/slides/_rels/slide132.xml.rels><?xml version="1.0" encoding="UTF-8" standalone="yes"?>
<Relationships xmlns="http://schemas.openxmlformats.org/package/2006/relationships"><Relationship Id="rId13" Type="http://schemas.openxmlformats.org/officeDocument/2006/relationships/image" Target="../media/image318.wmf"/><Relationship Id="rId18" Type="http://schemas.openxmlformats.org/officeDocument/2006/relationships/oleObject" Target="../embeddings/oleObject311.bin"/><Relationship Id="rId26" Type="http://schemas.openxmlformats.org/officeDocument/2006/relationships/oleObject" Target="../embeddings/oleObject316.bin"/><Relationship Id="rId39" Type="http://schemas.openxmlformats.org/officeDocument/2006/relationships/image" Target="../media/image330.wmf"/><Relationship Id="rId21" Type="http://schemas.openxmlformats.org/officeDocument/2006/relationships/oleObject" Target="../embeddings/oleObject313.bin"/><Relationship Id="rId34" Type="http://schemas.openxmlformats.org/officeDocument/2006/relationships/oleObject" Target="../embeddings/oleObject320.bin"/><Relationship Id="rId7" Type="http://schemas.openxmlformats.org/officeDocument/2006/relationships/image" Target="../media/image315.wmf"/><Relationship Id="rId2" Type="http://schemas.openxmlformats.org/officeDocument/2006/relationships/slideLayout" Target="../slideLayouts/slideLayout2.xml"/><Relationship Id="rId16" Type="http://schemas.openxmlformats.org/officeDocument/2006/relationships/oleObject" Target="../embeddings/oleObject310.bin"/><Relationship Id="rId20" Type="http://schemas.openxmlformats.org/officeDocument/2006/relationships/image" Target="../media/image321.wmf"/><Relationship Id="rId29" Type="http://schemas.openxmlformats.org/officeDocument/2006/relationships/image" Target="../media/image325.wmf"/><Relationship Id="rId41" Type="http://schemas.openxmlformats.org/officeDocument/2006/relationships/image" Target="../media/image331.wmf"/><Relationship Id="rId1" Type="http://schemas.openxmlformats.org/officeDocument/2006/relationships/vmlDrawing" Target="../drawings/vmlDrawing104.vml"/><Relationship Id="rId6" Type="http://schemas.openxmlformats.org/officeDocument/2006/relationships/oleObject" Target="../embeddings/oleObject305.bin"/><Relationship Id="rId11" Type="http://schemas.openxmlformats.org/officeDocument/2006/relationships/image" Target="../media/image317.wmf"/><Relationship Id="rId24" Type="http://schemas.openxmlformats.org/officeDocument/2006/relationships/oleObject" Target="../embeddings/oleObject315.bin"/><Relationship Id="rId32" Type="http://schemas.openxmlformats.org/officeDocument/2006/relationships/oleObject" Target="../embeddings/oleObject319.bin"/><Relationship Id="rId37" Type="http://schemas.openxmlformats.org/officeDocument/2006/relationships/image" Target="../media/image329.wmf"/><Relationship Id="rId40" Type="http://schemas.openxmlformats.org/officeDocument/2006/relationships/oleObject" Target="../embeddings/oleObject323.bin"/><Relationship Id="rId5" Type="http://schemas.openxmlformats.org/officeDocument/2006/relationships/image" Target="../media/image314.wmf"/><Relationship Id="rId15" Type="http://schemas.openxmlformats.org/officeDocument/2006/relationships/image" Target="../media/image319.wmf"/><Relationship Id="rId23" Type="http://schemas.openxmlformats.org/officeDocument/2006/relationships/oleObject" Target="../embeddings/oleObject314.bin"/><Relationship Id="rId28" Type="http://schemas.openxmlformats.org/officeDocument/2006/relationships/oleObject" Target="../embeddings/oleObject317.bin"/><Relationship Id="rId36" Type="http://schemas.openxmlformats.org/officeDocument/2006/relationships/oleObject" Target="../embeddings/oleObject321.bin"/><Relationship Id="rId10" Type="http://schemas.openxmlformats.org/officeDocument/2006/relationships/oleObject" Target="../embeddings/oleObject307.bin"/><Relationship Id="rId19" Type="http://schemas.openxmlformats.org/officeDocument/2006/relationships/oleObject" Target="../embeddings/oleObject312.bin"/><Relationship Id="rId31" Type="http://schemas.openxmlformats.org/officeDocument/2006/relationships/image" Target="../media/image326.wmf"/><Relationship Id="rId4" Type="http://schemas.openxmlformats.org/officeDocument/2006/relationships/oleObject" Target="../embeddings/oleObject304.bin"/><Relationship Id="rId9" Type="http://schemas.openxmlformats.org/officeDocument/2006/relationships/image" Target="../media/image316.wmf"/><Relationship Id="rId14" Type="http://schemas.openxmlformats.org/officeDocument/2006/relationships/oleObject" Target="../embeddings/oleObject309.bin"/><Relationship Id="rId22" Type="http://schemas.openxmlformats.org/officeDocument/2006/relationships/image" Target="../media/image322.wmf"/><Relationship Id="rId27" Type="http://schemas.openxmlformats.org/officeDocument/2006/relationships/image" Target="../media/image324.wmf"/><Relationship Id="rId30" Type="http://schemas.openxmlformats.org/officeDocument/2006/relationships/oleObject" Target="../embeddings/oleObject318.bin"/><Relationship Id="rId35" Type="http://schemas.openxmlformats.org/officeDocument/2006/relationships/image" Target="../media/image328.wmf"/><Relationship Id="rId8" Type="http://schemas.openxmlformats.org/officeDocument/2006/relationships/oleObject" Target="../embeddings/oleObject306.bin"/><Relationship Id="rId3" Type="http://schemas.openxmlformats.org/officeDocument/2006/relationships/image" Target="../media/image332.png"/><Relationship Id="rId12" Type="http://schemas.openxmlformats.org/officeDocument/2006/relationships/oleObject" Target="../embeddings/oleObject308.bin"/><Relationship Id="rId17" Type="http://schemas.openxmlformats.org/officeDocument/2006/relationships/image" Target="../media/image320.wmf"/><Relationship Id="rId25" Type="http://schemas.openxmlformats.org/officeDocument/2006/relationships/image" Target="../media/image323.wmf"/><Relationship Id="rId33" Type="http://schemas.openxmlformats.org/officeDocument/2006/relationships/image" Target="../media/image327.wmf"/><Relationship Id="rId38" Type="http://schemas.openxmlformats.org/officeDocument/2006/relationships/oleObject" Target="../embeddings/oleObject322.bin"/></Relationships>
</file>

<file path=ppt/slides/_rels/slide133.xml.rels><?xml version="1.0" encoding="UTF-8" standalone="yes"?>
<Relationships xmlns="http://schemas.openxmlformats.org/package/2006/relationships"><Relationship Id="rId8" Type="http://schemas.openxmlformats.org/officeDocument/2006/relationships/oleObject" Target="../embeddings/oleObject326.bin"/><Relationship Id="rId13" Type="http://schemas.openxmlformats.org/officeDocument/2006/relationships/image" Target="../media/image336.wmf"/><Relationship Id="rId18" Type="http://schemas.openxmlformats.org/officeDocument/2006/relationships/oleObject" Target="../embeddings/oleObject331.bin"/><Relationship Id="rId3" Type="http://schemas.openxmlformats.org/officeDocument/2006/relationships/image" Target="../media/image332.png"/><Relationship Id="rId21" Type="http://schemas.openxmlformats.org/officeDocument/2006/relationships/oleObject" Target="../embeddings/oleObject333.bin"/><Relationship Id="rId7" Type="http://schemas.openxmlformats.org/officeDocument/2006/relationships/image" Target="../media/image313.wmf"/><Relationship Id="rId12" Type="http://schemas.openxmlformats.org/officeDocument/2006/relationships/oleObject" Target="../embeddings/oleObject328.bin"/><Relationship Id="rId17" Type="http://schemas.openxmlformats.org/officeDocument/2006/relationships/image" Target="../media/image338.wmf"/><Relationship Id="rId2" Type="http://schemas.openxmlformats.org/officeDocument/2006/relationships/slideLayout" Target="../slideLayouts/slideLayout2.xml"/><Relationship Id="rId16" Type="http://schemas.openxmlformats.org/officeDocument/2006/relationships/oleObject" Target="../embeddings/oleObject330.bin"/><Relationship Id="rId20" Type="http://schemas.openxmlformats.org/officeDocument/2006/relationships/oleObject" Target="../embeddings/oleObject332.bin"/><Relationship Id="rId1" Type="http://schemas.openxmlformats.org/officeDocument/2006/relationships/vmlDrawing" Target="../drawings/vmlDrawing105.vml"/><Relationship Id="rId6" Type="http://schemas.openxmlformats.org/officeDocument/2006/relationships/oleObject" Target="../embeddings/oleObject325.bin"/><Relationship Id="rId11" Type="http://schemas.openxmlformats.org/officeDocument/2006/relationships/image" Target="../media/image335.wmf"/><Relationship Id="rId5" Type="http://schemas.openxmlformats.org/officeDocument/2006/relationships/image" Target="../media/image333.wmf"/><Relationship Id="rId15" Type="http://schemas.openxmlformats.org/officeDocument/2006/relationships/image" Target="../media/image337.wmf"/><Relationship Id="rId10" Type="http://schemas.openxmlformats.org/officeDocument/2006/relationships/oleObject" Target="../embeddings/oleObject327.bin"/><Relationship Id="rId19" Type="http://schemas.openxmlformats.org/officeDocument/2006/relationships/image" Target="../media/image339.wmf"/><Relationship Id="rId4" Type="http://schemas.openxmlformats.org/officeDocument/2006/relationships/oleObject" Target="../embeddings/oleObject324.bin"/><Relationship Id="rId9" Type="http://schemas.openxmlformats.org/officeDocument/2006/relationships/image" Target="../media/image334.wmf"/><Relationship Id="rId14" Type="http://schemas.openxmlformats.org/officeDocument/2006/relationships/oleObject" Target="../embeddings/oleObject329.bin"/><Relationship Id="rId22" Type="http://schemas.openxmlformats.org/officeDocument/2006/relationships/image" Target="../media/image340.wmf"/></Relationships>
</file>

<file path=ppt/slides/_rels/slide134.xml.rels><?xml version="1.0" encoding="UTF-8" standalone="yes"?>
<Relationships xmlns="http://schemas.openxmlformats.org/package/2006/relationships"><Relationship Id="rId8" Type="http://schemas.openxmlformats.org/officeDocument/2006/relationships/oleObject" Target="../embeddings/oleObject337.bin"/><Relationship Id="rId3" Type="http://schemas.openxmlformats.org/officeDocument/2006/relationships/oleObject" Target="../embeddings/oleObject334.bin"/><Relationship Id="rId7" Type="http://schemas.openxmlformats.org/officeDocument/2006/relationships/oleObject" Target="../embeddings/oleObject336.bin"/><Relationship Id="rId2" Type="http://schemas.openxmlformats.org/officeDocument/2006/relationships/slideLayout" Target="../slideLayouts/slideLayout2.xml"/><Relationship Id="rId1" Type="http://schemas.openxmlformats.org/officeDocument/2006/relationships/vmlDrawing" Target="../drawings/vmlDrawing106.vml"/><Relationship Id="rId6" Type="http://schemas.openxmlformats.org/officeDocument/2006/relationships/image" Target="../media/image341.wmf"/><Relationship Id="rId11" Type="http://schemas.openxmlformats.org/officeDocument/2006/relationships/image" Target="../media/image343.wmf"/><Relationship Id="rId5" Type="http://schemas.openxmlformats.org/officeDocument/2006/relationships/oleObject" Target="../embeddings/oleObject335.bin"/><Relationship Id="rId10" Type="http://schemas.openxmlformats.org/officeDocument/2006/relationships/oleObject" Target="../embeddings/oleObject338.bin"/><Relationship Id="rId4" Type="http://schemas.openxmlformats.org/officeDocument/2006/relationships/image" Target="../media/image335.wmf"/><Relationship Id="rId9" Type="http://schemas.openxmlformats.org/officeDocument/2006/relationships/image" Target="../media/image342.wmf"/></Relationships>
</file>

<file path=ppt/slides/_rels/slide135.xml.rels><?xml version="1.0" encoding="UTF-8" standalone="yes"?>
<Relationships xmlns="http://schemas.openxmlformats.org/package/2006/relationships"><Relationship Id="rId8" Type="http://schemas.openxmlformats.org/officeDocument/2006/relationships/oleObject" Target="../embeddings/oleObject341.bin"/><Relationship Id="rId13" Type="http://schemas.openxmlformats.org/officeDocument/2006/relationships/image" Target="../media/image348.wmf"/><Relationship Id="rId3" Type="http://schemas.openxmlformats.org/officeDocument/2006/relationships/image" Target="../media/image350.png"/><Relationship Id="rId7" Type="http://schemas.openxmlformats.org/officeDocument/2006/relationships/image" Target="../media/image345.wmf"/><Relationship Id="rId12" Type="http://schemas.openxmlformats.org/officeDocument/2006/relationships/oleObject" Target="../embeddings/oleObject343.bin"/><Relationship Id="rId2" Type="http://schemas.openxmlformats.org/officeDocument/2006/relationships/slideLayout" Target="../slideLayouts/slideLayout2.xml"/><Relationship Id="rId1" Type="http://schemas.openxmlformats.org/officeDocument/2006/relationships/vmlDrawing" Target="../drawings/vmlDrawing107.vml"/><Relationship Id="rId6" Type="http://schemas.openxmlformats.org/officeDocument/2006/relationships/oleObject" Target="../embeddings/oleObject340.bin"/><Relationship Id="rId11" Type="http://schemas.openxmlformats.org/officeDocument/2006/relationships/image" Target="../media/image347.wmf"/><Relationship Id="rId5" Type="http://schemas.openxmlformats.org/officeDocument/2006/relationships/image" Target="../media/image344.wmf"/><Relationship Id="rId15" Type="http://schemas.openxmlformats.org/officeDocument/2006/relationships/image" Target="../media/image349.wmf"/><Relationship Id="rId10" Type="http://schemas.openxmlformats.org/officeDocument/2006/relationships/oleObject" Target="../embeddings/oleObject342.bin"/><Relationship Id="rId4" Type="http://schemas.openxmlformats.org/officeDocument/2006/relationships/oleObject" Target="../embeddings/oleObject339.bin"/><Relationship Id="rId9" Type="http://schemas.openxmlformats.org/officeDocument/2006/relationships/image" Target="../media/image346.wmf"/><Relationship Id="rId14" Type="http://schemas.openxmlformats.org/officeDocument/2006/relationships/oleObject" Target="../embeddings/oleObject344.bin"/></Relationships>
</file>

<file path=ppt/slides/_rels/slide136.xml.rels><?xml version="1.0" encoding="UTF-8" standalone="yes"?>
<Relationships xmlns="http://schemas.openxmlformats.org/package/2006/relationships"><Relationship Id="rId8" Type="http://schemas.openxmlformats.org/officeDocument/2006/relationships/image" Target="../media/image353.wmf"/><Relationship Id="rId3" Type="http://schemas.openxmlformats.org/officeDocument/2006/relationships/oleObject" Target="../embeddings/oleObject345.bin"/><Relationship Id="rId7" Type="http://schemas.openxmlformats.org/officeDocument/2006/relationships/oleObject" Target="../embeddings/oleObject347.bin"/><Relationship Id="rId2" Type="http://schemas.openxmlformats.org/officeDocument/2006/relationships/slideLayout" Target="../slideLayouts/slideLayout2.xml"/><Relationship Id="rId1" Type="http://schemas.openxmlformats.org/officeDocument/2006/relationships/vmlDrawing" Target="../drawings/vmlDrawing108.vml"/><Relationship Id="rId6" Type="http://schemas.openxmlformats.org/officeDocument/2006/relationships/image" Target="../media/image352.wmf"/><Relationship Id="rId11" Type="http://schemas.openxmlformats.org/officeDocument/2006/relationships/image" Target="../media/image354.png"/><Relationship Id="rId5" Type="http://schemas.openxmlformats.org/officeDocument/2006/relationships/oleObject" Target="../embeddings/oleObject346.bin"/><Relationship Id="rId10" Type="http://schemas.openxmlformats.org/officeDocument/2006/relationships/oleObject" Target="../embeddings/oleObject349.bin"/><Relationship Id="rId4" Type="http://schemas.openxmlformats.org/officeDocument/2006/relationships/image" Target="../media/image351.wmf"/><Relationship Id="rId9" Type="http://schemas.openxmlformats.org/officeDocument/2006/relationships/oleObject" Target="../embeddings/oleObject348.bin"/></Relationships>
</file>

<file path=ppt/slides/_rels/slide137.xml.rels><?xml version="1.0" encoding="UTF-8" standalone="yes"?>
<Relationships xmlns="http://schemas.openxmlformats.org/package/2006/relationships"><Relationship Id="rId8" Type="http://schemas.openxmlformats.org/officeDocument/2006/relationships/image" Target="../media/image357.wmf"/><Relationship Id="rId3" Type="http://schemas.openxmlformats.org/officeDocument/2006/relationships/oleObject" Target="../embeddings/oleObject350.bin"/><Relationship Id="rId7" Type="http://schemas.openxmlformats.org/officeDocument/2006/relationships/oleObject" Target="../embeddings/oleObject352.bin"/><Relationship Id="rId12" Type="http://schemas.openxmlformats.org/officeDocument/2006/relationships/image" Target="../media/image359.wmf"/><Relationship Id="rId2" Type="http://schemas.openxmlformats.org/officeDocument/2006/relationships/slideLayout" Target="../slideLayouts/slideLayout2.xml"/><Relationship Id="rId1" Type="http://schemas.openxmlformats.org/officeDocument/2006/relationships/vmlDrawing" Target="../drawings/vmlDrawing109.vml"/><Relationship Id="rId6" Type="http://schemas.openxmlformats.org/officeDocument/2006/relationships/image" Target="../media/image356.wmf"/><Relationship Id="rId11" Type="http://schemas.openxmlformats.org/officeDocument/2006/relationships/oleObject" Target="../embeddings/oleObject354.bin"/><Relationship Id="rId5" Type="http://schemas.openxmlformats.org/officeDocument/2006/relationships/oleObject" Target="../embeddings/oleObject351.bin"/><Relationship Id="rId10" Type="http://schemas.openxmlformats.org/officeDocument/2006/relationships/image" Target="../media/image358.wmf"/><Relationship Id="rId4" Type="http://schemas.openxmlformats.org/officeDocument/2006/relationships/image" Target="../media/image355.wmf"/><Relationship Id="rId9" Type="http://schemas.openxmlformats.org/officeDocument/2006/relationships/oleObject" Target="../embeddings/oleObject353.bin"/></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355.bin"/><Relationship Id="rId2" Type="http://schemas.openxmlformats.org/officeDocument/2006/relationships/slideLayout" Target="../slideLayouts/slideLayout2.xml"/><Relationship Id="rId1" Type="http://schemas.openxmlformats.org/officeDocument/2006/relationships/vmlDrawing" Target="../drawings/vmlDrawing110.vml"/><Relationship Id="rId5" Type="http://schemas.openxmlformats.org/officeDocument/2006/relationships/image" Target="../media/image361.png"/><Relationship Id="rId4" Type="http://schemas.openxmlformats.org/officeDocument/2006/relationships/image" Target="../media/image360.wmf"/></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slide" Target="slide121.xml"/><Relationship Id="rId2" Type="http://schemas.openxmlformats.org/officeDocument/2006/relationships/slide" Target="slide110.xml"/><Relationship Id="rId1" Type="http://schemas.openxmlformats.org/officeDocument/2006/relationships/slideLayout" Target="../slideLayouts/slideLayout2.xml"/><Relationship Id="rId4" Type="http://schemas.openxmlformats.org/officeDocument/2006/relationships/slide" Target="slide108.xml"/></Relationships>
</file>

<file path=ppt/slides/_rels/slide141.xml.rels><?xml version="1.0" encoding="UTF-8" standalone="yes"?>
<Relationships xmlns="http://schemas.openxmlformats.org/package/2006/relationships"><Relationship Id="rId3" Type="http://schemas.openxmlformats.org/officeDocument/2006/relationships/oleObject" Target="../embeddings/oleObject356.bin"/><Relationship Id="rId2" Type="http://schemas.openxmlformats.org/officeDocument/2006/relationships/slideLayout" Target="../slideLayouts/slideLayout2.xml"/><Relationship Id="rId1" Type="http://schemas.openxmlformats.org/officeDocument/2006/relationships/vmlDrawing" Target="../drawings/vmlDrawing111.vml"/><Relationship Id="rId6" Type="http://schemas.openxmlformats.org/officeDocument/2006/relationships/image" Target="../media/image363.wmf"/><Relationship Id="rId5" Type="http://schemas.openxmlformats.org/officeDocument/2006/relationships/oleObject" Target="../embeddings/oleObject357.bin"/><Relationship Id="rId4" Type="http://schemas.openxmlformats.org/officeDocument/2006/relationships/image" Target="../media/image362.wmf"/></Relationships>
</file>

<file path=ppt/slides/_rels/slide142.xml.rels><?xml version="1.0" encoding="UTF-8" standalone="yes"?>
<Relationships xmlns="http://schemas.openxmlformats.org/package/2006/relationships"><Relationship Id="rId3" Type="http://schemas.openxmlformats.org/officeDocument/2006/relationships/oleObject" Target="../embeddings/oleObject358.bin"/><Relationship Id="rId2" Type="http://schemas.openxmlformats.org/officeDocument/2006/relationships/slideLayout" Target="../slideLayouts/slideLayout2.xml"/><Relationship Id="rId1" Type="http://schemas.openxmlformats.org/officeDocument/2006/relationships/vmlDrawing" Target="../drawings/vmlDrawing112.vml"/><Relationship Id="rId6" Type="http://schemas.openxmlformats.org/officeDocument/2006/relationships/image" Target="../media/image365.wmf"/><Relationship Id="rId5" Type="http://schemas.openxmlformats.org/officeDocument/2006/relationships/oleObject" Target="../embeddings/oleObject359.bin"/><Relationship Id="rId4" Type="http://schemas.openxmlformats.org/officeDocument/2006/relationships/image" Target="../media/image364.wmf"/></Relationships>
</file>

<file path=ppt/slides/_rels/slide143.xml.rels><?xml version="1.0" encoding="UTF-8" standalone="yes"?>
<Relationships xmlns="http://schemas.openxmlformats.org/package/2006/relationships"><Relationship Id="rId8" Type="http://schemas.openxmlformats.org/officeDocument/2006/relationships/oleObject" Target="../embeddings/oleObject362.bin"/><Relationship Id="rId3" Type="http://schemas.openxmlformats.org/officeDocument/2006/relationships/oleObject" Target="../embeddings/oleObject360.bin"/><Relationship Id="rId7" Type="http://schemas.openxmlformats.org/officeDocument/2006/relationships/image" Target="../media/image367.wmf"/><Relationship Id="rId2" Type="http://schemas.openxmlformats.org/officeDocument/2006/relationships/slideLayout" Target="../slideLayouts/slideLayout2.xml"/><Relationship Id="rId1" Type="http://schemas.openxmlformats.org/officeDocument/2006/relationships/vmlDrawing" Target="../drawings/vmlDrawing113.vml"/><Relationship Id="rId6" Type="http://schemas.openxmlformats.org/officeDocument/2006/relationships/oleObject" Target="../embeddings/oleObject361.bin"/><Relationship Id="rId11" Type="http://schemas.openxmlformats.org/officeDocument/2006/relationships/image" Target="../media/image369.wmf"/><Relationship Id="rId5" Type="http://schemas.openxmlformats.org/officeDocument/2006/relationships/image" Target="../media/image370.emf"/><Relationship Id="rId10" Type="http://schemas.openxmlformats.org/officeDocument/2006/relationships/oleObject" Target="../embeddings/oleObject363.bin"/><Relationship Id="rId4" Type="http://schemas.openxmlformats.org/officeDocument/2006/relationships/image" Target="../media/image366.wmf"/><Relationship Id="rId9" Type="http://schemas.openxmlformats.org/officeDocument/2006/relationships/image" Target="../media/image368.wmf"/></Relationships>
</file>

<file path=ppt/slides/_rels/slide144.xml.rels><?xml version="1.0" encoding="UTF-8" standalone="yes"?>
<Relationships xmlns="http://schemas.openxmlformats.org/package/2006/relationships"><Relationship Id="rId3" Type="http://schemas.openxmlformats.org/officeDocument/2006/relationships/oleObject" Target="../embeddings/oleObject364.bin"/><Relationship Id="rId2" Type="http://schemas.openxmlformats.org/officeDocument/2006/relationships/slideLayout" Target="../slideLayouts/slideLayout2.xml"/><Relationship Id="rId1" Type="http://schemas.openxmlformats.org/officeDocument/2006/relationships/vmlDrawing" Target="../drawings/vmlDrawing114.vml"/><Relationship Id="rId6" Type="http://schemas.openxmlformats.org/officeDocument/2006/relationships/image" Target="../media/image372.wmf"/><Relationship Id="rId5" Type="http://schemas.openxmlformats.org/officeDocument/2006/relationships/oleObject" Target="../embeddings/oleObject365.bin"/><Relationship Id="rId4" Type="http://schemas.openxmlformats.org/officeDocument/2006/relationships/image" Target="../media/image371.png"/></Relationships>
</file>

<file path=ppt/slides/_rels/slide145.xml.rels><?xml version="1.0" encoding="UTF-8" standalone="yes"?>
<Relationships xmlns="http://schemas.openxmlformats.org/package/2006/relationships"><Relationship Id="rId3" Type="http://schemas.openxmlformats.org/officeDocument/2006/relationships/oleObject" Target="../embeddings/oleObject366.bin"/><Relationship Id="rId2" Type="http://schemas.openxmlformats.org/officeDocument/2006/relationships/slideLayout" Target="../slideLayouts/slideLayout2.xml"/><Relationship Id="rId1" Type="http://schemas.openxmlformats.org/officeDocument/2006/relationships/vmlDrawing" Target="../drawings/vmlDrawing115.vml"/><Relationship Id="rId6" Type="http://schemas.openxmlformats.org/officeDocument/2006/relationships/image" Target="../media/image374.wmf"/><Relationship Id="rId5" Type="http://schemas.openxmlformats.org/officeDocument/2006/relationships/oleObject" Target="../embeddings/oleObject367.bin"/><Relationship Id="rId4" Type="http://schemas.openxmlformats.org/officeDocument/2006/relationships/image" Target="../media/image373.wmf"/></Relationships>
</file>

<file path=ppt/slides/_rels/slide146.xml.rels><?xml version="1.0" encoding="UTF-8" standalone="yes"?>
<Relationships xmlns="http://schemas.openxmlformats.org/package/2006/relationships"><Relationship Id="rId3" Type="http://schemas.openxmlformats.org/officeDocument/2006/relationships/oleObject" Target="../embeddings/oleObject368.bin"/><Relationship Id="rId2" Type="http://schemas.openxmlformats.org/officeDocument/2006/relationships/slideLayout" Target="../slideLayouts/slideLayout2.xml"/><Relationship Id="rId1" Type="http://schemas.openxmlformats.org/officeDocument/2006/relationships/vmlDrawing" Target="../drawings/vmlDrawing116.vml"/><Relationship Id="rId6" Type="http://schemas.openxmlformats.org/officeDocument/2006/relationships/image" Target="../media/image375.wmf"/><Relationship Id="rId5" Type="http://schemas.openxmlformats.org/officeDocument/2006/relationships/oleObject" Target="../embeddings/oleObject369.bin"/><Relationship Id="rId4" Type="http://schemas.openxmlformats.org/officeDocument/2006/relationships/image" Target="../media/image37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8" Type="http://schemas.openxmlformats.org/officeDocument/2006/relationships/image" Target="../media/image378.wmf"/><Relationship Id="rId3" Type="http://schemas.openxmlformats.org/officeDocument/2006/relationships/oleObject" Target="../embeddings/oleObject370.bin"/><Relationship Id="rId7" Type="http://schemas.openxmlformats.org/officeDocument/2006/relationships/oleObject" Target="../embeddings/oleObject372.bin"/><Relationship Id="rId2" Type="http://schemas.openxmlformats.org/officeDocument/2006/relationships/slideLayout" Target="../slideLayouts/slideLayout2.xml"/><Relationship Id="rId1" Type="http://schemas.openxmlformats.org/officeDocument/2006/relationships/vmlDrawing" Target="../drawings/vmlDrawing117.vml"/><Relationship Id="rId6" Type="http://schemas.openxmlformats.org/officeDocument/2006/relationships/image" Target="../media/image377.wmf"/><Relationship Id="rId5" Type="http://schemas.openxmlformats.org/officeDocument/2006/relationships/oleObject" Target="../embeddings/oleObject371.bin"/><Relationship Id="rId10" Type="http://schemas.openxmlformats.org/officeDocument/2006/relationships/image" Target="../media/image379.wmf"/><Relationship Id="rId4" Type="http://schemas.openxmlformats.org/officeDocument/2006/relationships/image" Target="../media/image376.wmf"/><Relationship Id="rId9" Type="http://schemas.openxmlformats.org/officeDocument/2006/relationships/oleObject" Target="../embeddings/oleObject373.bin"/></Relationships>
</file>

<file path=ppt/slides/_rels/slide150.xml.rels><?xml version="1.0" encoding="UTF-8" standalone="yes"?>
<Relationships xmlns="http://schemas.openxmlformats.org/package/2006/relationships"><Relationship Id="rId8" Type="http://schemas.openxmlformats.org/officeDocument/2006/relationships/image" Target="../media/image382.wmf"/><Relationship Id="rId3" Type="http://schemas.openxmlformats.org/officeDocument/2006/relationships/oleObject" Target="../embeddings/oleObject374.bin"/><Relationship Id="rId7" Type="http://schemas.openxmlformats.org/officeDocument/2006/relationships/oleObject" Target="../embeddings/oleObject376.bin"/><Relationship Id="rId2" Type="http://schemas.openxmlformats.org/officeDocument/2006/relationships/slideLayout" Target="../slideLayouts/slideLayout2.xml"/><Relationship Id="rId1" Type="http://schemas.openxmlformats.org/officeDocument/2006/relationships/vmlDrawing" Target="../drawings/vmlDrawing118.vml"/><Relationship Id="rId6" Type="http://schemas.openxmlformats.org/officeDocument/2006/relationships/image" Target="../media/image381.wmf"/><Relationship Id="rId5" Type="http://schemas.openxmlformats.org/officeDocument/2006/relationships/oleObject" Target="../embeddings/oleObject375.bin"/><Relationship Id="rId10" Type="http://schemas.openxmlformats.org/officeDocument/2006/relationships/image" Target="../media/image383.wmf"/><Relationship Id="rId4" Type="http://schemas.openxmlformats.org/officeDocument/2006/relationships/image" Target="../media/image380.wmf"/><Relationship Id="rId9" Type="http://schemas.openxmlformats.org/officeDocument/2006/relationships/oleObject" Target="../embeddings/oleObject377.bin"/></Relationships>
</file>

<file path=ppt/slides/_rels/slide151.xml.rels><?xml version="1.0" encoding="UTF-8" standalone="yes"?>
<Relationships xmlns="http://schemas.openxmlformats.org/package/2006/relationships"><Relationship Id="rId8" Type="http://schemas.openxmlformats.org/officeDocument/2006/relationships/image" Target="../media/image386.wmf"/><Relationship Id="rId13" Type="http://schemas.openxmlformats.org/officeDocument/2006/relationships/oleObject" Target="../embeddings/oleObject383.bin"/><Relationship Id="rId3" Type="http://schemas.openxmlformats.org/officeDocument/2006/relationships/oleObject" Target="../embeddings/oleObject378.bin"/><Relationship Id="rId7" Type="http://schemas.openxmlformats.org/officeDocument/2006/relationships/oleObject" Target="../embeddings/oleObject380.bin"/><Relationship Id="rId12" Type="http://schemas.openxmlformats.org/officeDocument/2006/relationships/image" Target="../media/image388.wmf"/><Relationship Id="rId2" Type="http://schemas.openxmlformats.org/officeDocument/2006/relationships/slideLayout" Target="../slideLayouts/slideLayout2.xml"/><Relationship Id="rId1" Type="http://schemas.openxmlformats.org/officeDocument/2006/relationships/vmlDrawing" Target="../drawings/vmlDrawing119.vml"/><Relationship Id="rId6" Type="http://schemas.openxmlformats.org/officeDocument/2006/relationships/image" Target="../media/image385.wmf"/><Relationship Id="rId11" Type="http://schemas.openxmlformats.org/officeDocument/2006/relationships/oleObject" Target="../embeddings/oleObject382.bin"/><Relationship Id="rId5" Type="http://schemas.openxmlformats.org/officeDocument/2006/relationships/oleObject" Target="../embeddings/oleObject379.bin"/><Relationship Id="rId10" Type="http://schemas.openxmlformats.org/officeDocument/2006/relationships/image" Target="../media/image387.wmf"/><Relationship Id="rId4" Type="http://schemas.openxmlformats.org/officeDocument/2006/relationships/image" Target="../media/image384.wmf"/><Relationship Id="rId9" Type="http://schemas.openxmlformats.org/officeDocument/2006/relationships/oleObject" Target="../embeddings/oleObject381.bin"/><Relationship Id="rId14" Type="http://schemas.openxmlformats.org/officeDocument/2006/relationships/image" Target="../media/image389.wmf"/></Relationships>
</file>

<file path=ppt/slides/_rels/slide152.xml.rels><?xml version="1.0" encoding="UTF-8" standalone="yes"?>
<Relationships xmlns="http://schemas.openxmlformats.org/package/2006/relationships"><Relationship Id="rId8" Type="http://schemas.openxmlformats.org/officeDocument/2006/relationships/image" Target="../media/image392.wmf"/><Relationship Id="rId3" Type="http://schemas.openxmlformats.org/officeDocument/2006/relationships/oleObject" Target="../embeddings/oleObject384.bin"/><Relationship Id="rId7" Type="http://schemas.openxmlformats.org/officeDocument/2006/relationships/oleObject" Target="../embeddings/oleObject386.bin"/><Relationship Id="rId2" Type="http://schemas.openxmlformats.org/officeDocument/2006/relationships/slideLayout" Target="../slideLayouts/slideLayout2.xml"/><Relationship Id="rId1" Type="http://schemas.openxmlformats.org/officeDocument/2006/relationships/vmlDrawing" Target="../drawings/vmlDrawing120.vml"/><Relationship Id="rId6" Type="http://schemas.openxmlformats.org/officeDocument/2006/relationships/image" Target="../media/image391.wmf"/><Relationship Id="rId5" Type="http://schemas.openxmlformats.org/officeDocument/2006/relationships/oleObject" Target="../embeddings/oleObject385.bin"/><Relationship Id="rId4" Type="http://schemas.openxmlformats.org/officeDocument/2006/relationships/image" Target="../media/image390.wmf"/></Relationships>
</file>

<file path=ppt/slides/_rels/slide153.xml.rels><?xml version="1.0" encoding="UTF-8" standalone="yes"?>
<Relationships xmlns="http://schemas.openxmlformats.org/package/2006/relationships"><Relationship Id="rId8" Type="http://schemas.openxmlformats.org/officeDocument/2006/relationships/image" Target="../media/image395.wmf"/><Relationship Id="rId3" Type="http://schemas.openxmlformats.org/officeDocument/2006/relationships/oleObject" Target="../embeddings/oleObject387.bin"/><Relationship Id="rId7" Type="http://schemas.openxmlformats.org/officeDocument/2006/relationships/oleObject" Target="../embeddings/oleObject389.bin"/><Relationship Id="rId2" Type="http://schemas.openxmlformats.org/officeDocument/2006/relationships/slideLayout" Target="../slideLayouts/slideLayout2.xml"/><Relationship Id="rId1" Type="http://schemas.openxmlformats.org/officeDocument/2006/relationships/vmlDrawing" Target="../drawings/vmlDrawing121.vml"/><Relationship Id="rId6" Type="http://schemas.openxmlformats.org/officeDocument/2006/relationships/image" Target="../media/image394.wmf"/><Relationship Id="rId5" Type="http://schemas.openxmlformats.org/officeDocument/2006/relationships/oleObject" Target="../embeddings/oleObject388.bin"/><Relationship Id="rId10" Type="http://schemas.openxmlformats.org/officeDocument/2006/relationships/image" Target="../media/image396.wmf"/><Relationship Id="rId4" Type="http://schemas.openxmlformats.org/officeDocument/2006/relationships/image" Target="../media/image393.wmf"/><Relationship Id="rId9" Type="http://schemas.openxmlformats.org/officeDocument/2006/relationships/oleObject" Target="../embeddings/oleObject390.bin"/></Relationships>
</file>

<file path=ppt/slides/_rels/slide154.xml.rels><?xml version="1.0" encoding="UTF-8" standalone="yes"?>
<Relationships xmlns="http://schemas.openxmlformats.org/package/2006/relationships"><Relationship Id="rId8" Type="http://schemas.openxmlformats.org/officeDocument/2006/relationships/image" Target="../media/image399.wmf"/><Relationship Id="rId3" Type="http://schemas.openxmlformats.org/officeDocument/2006/relationships/oleObject" Target="../embeddings/oleObject391.bin"/><Relationship Id="rId7" Type="http://schemas.openxmlformats.org/officeDocument/2006/relationships/oleObject" Target="../embeddings/oleObject393.bin"/><Relationship Id="rId2" Type="http://schemas.openxmlformats.org/officeDocument/2006/relationships/slideLayout" Target="../slideLayouts/slideLayout2.xml"/><Relationship Id="rId1" Type="http://schemas.openxmlformats.org/officeDocument/2006/relationships/vmlDrawing" Target="../drawings/vmlDrawing122.vml"/><Relationship Id="rId6" Type="http://schemas.openxmlformats.org/officeDocument/2006/relationships/image" Target="../media/image398.wmf"/><Relationship Id="rId5" Type="http://schemas.openxmlformats.org/officeDocument/2006/relationships/oleObject" Target="../embeddings/oleObject392.bin"/><Relationship Id="rId10" Type="http://schemas.openxmlformats.org/officeDocument/2006/relationships/image" Target="../media/image400.wmf"/><Relationship Id="rId4" Type="http://schemas.openxmlformats.org/officeDocument/2006/relationships/image" Target="../media/image397.wmf"/><Relationship Id="rId9" Type="http://schemas.openxmlformats.org/officeDocument/2006/relationships/oleObject" Target="../embeddings/oleObject394.bin"/></Relationships>
</file>

<file path=ppt/slides/_rels/slide155.xml.rels><?xml version="1.0" encoding="UTF-8" standalone="yes"?>
<Relationships xmlns="http://schemas.openxmlformats.org/package/2006/relationships"><Relationship Id="rId8" Type="http://schemas.openxmlformats.org/officeDocument/2006/relationships/image" Target="../media/image403.wmf"/><Relationship Id="rId13" Type="http://schemas.openxmlformats.org/officeDocument/2006/relationships/oleObject" Target="../embeddings/oleObject400.bin"/><Relationship Id="rId18" Type="http://schemas.openxmlformats.org/officeDocument/2006/relationships/image" Target="../media/image408.wmf"/><Relationship Id="rId3" Type="http://schemas.openxmlformats.org/officeDocument/2006/relationships/oleObject" Target="../embeddings/oleObject395.bin"/><Relationship Id="rId7" Type="http://schemas.openxmlformats.org/officeDocument/2006/relationships/oleObject" Target="../embeddings/oleObject397.bin"/><Relationship Id="rId12" Type="http://schemas.openxmlformats.org/officeDocument/2006/relationships/image" Target="../media/image405.wmf"/><Relationship Id="rId17" Type="http://schemas.openxmlformats.org/officeDocument/2006/relationships/oleObject" Target="../embeddings/oleObject402.bin"/><Relationship Id="rId2" Type="http://schemas.openxmlformats.org/officeDocument/2006/relationships/slideLayout" Target="../slideLayouts/slideLayout2.xml"/><Relationship Id="rId16" Type="http://schemas.openxmlformats.org/officeDocument/2006/relationships/image" Target="../media/image407.wmf"/><Relationship Id="rId20" Type="http://schemas.openxmlformats.org/officeDocument/2006/relationships/image" Target="../media/image409.wmf"/><Relationship Id="rId1" Type="http://schemas.openxmlformats.org/officeDocument/2006/relationships/vmlDrawing" Target="../drawings/vmlDrawing123.vml"/><Relationship Id="rId6" Type="http://schemas.openxmlformats.org/officeDocument/2006/relationships/image" Target="../media/image402.wmf"/><Relationship Id="rId11" Type="http://schemas.openxmlformats.org/officeDocument/2006/relationships/oleObject" Target="../embeddings/oleObject399.bin"/><Relationship Id="rId5" Type="http://schemas.openxmlformats.org/officeDocument/2006/relationships/oleObject" Target="../embeddings/oleObject396.bin"/><Relationship Id="rId15" Type="http://schemas.openxmlformats.org/officeDocument/2006/relationships/oleObject" Target="../embeddings/oleObject401.bin"/><Relationship Id="rId10" Type="http://schemas.openxmlformats.org/officeDocument/2006/relationships/image" Target="../media/image404.wmf"/><Relationship Id="rId19" Type="http://schemas.openxmlformats.org/officeDocument/2006/relationships/oleObject" Target="../embeddings/oleObject403.bin"/><Relationship Id="rId4" Type="http://schemas.openxmlformats.org/officeDocument/2006/relationships/image" Target="../media/image401.wmf"/><Relationship Id="rId9" Type="http://schemas.openxmlformats.org/officeDocument/2006/relationships/oleObject" Target="../embeddings/oleObject398.bin"/><Relationship Id="rId14" Type="http://schemas.openxmlformats.org/officeDocument/2006/relationships/image" Target="../media/image406.wmf"/></Relationships>
</file>

<file path=ppt/slides/_rels/slide156.xml.rels><?xml version="1.0" encoding="UTF-8" standalone="yes"?>
<Relationships xmlns="http://schemas.openxmlformats.org/package/2006/relationships"><Relationship Id="rId8" Type="http://schemas.openxmlformats.org/officeDocument/2006/relationships/image" Target="../media/image403.wmf"/><Relationship Id="rId13" Type="http://schemas.openxmlformats.org/officeDocument/2006/relationships/oleObject" Target="../embeddings/oleObject409.bin"/><Relationship Id="rId18" Type="http://schemas.openxmlformats.org/officeDocument/2006/relationships/image" Target="../media/image408.wmf"/><Relationship Id="rId3" Type="http://schemas.openxmlformats.org/officeDocument/2006/relationships/oleObject" Target="../embeddings/oleObject404.bin"/><Relationship Id="rId7" Type="http://schemas.openxmlformats.org/officeDocument/2006/relationships/oleObject" Target="../embeddings/oleObject406.bin"/><Relationship Id="rId12" Type="http://schemas.openxmlformats.org/officeDocument/2006/relationships/image" Target="../media/image405.wmf"/><Relationship Id="rId17" Type="http://schemas.openxmlformats.org/officeDocument/2006/relationships/oleObject" Target="../embeddings/oleObject411.bin"/><Relationship Id="rId2" Type="http://schemas.openxmlformats.org/officeDocument/2006/relationships/slideLayout" Target="../slideLayouts/slideLayout2.xml"/><Relationship Id="rId16" Type="http://schemas.openxmlformats.org/officeDocument/2006/relationships/image" Target="../media/image407.wmf"/><Relationship Id="rId1" Type="http://schemas.openxmlformats.org/officeDocument/2006/relationships/vmlDrawing" Target="../drawings/vmlDrawing124.vml"/><Relationship Id="rId6" Type="http://schemas.openxmlformats.org/officeDocument/2006/relationships/image" Target="../media/image402.wmf"/><Relationship Id="rId11" Type="http://schemas.openxmlformats.org/officeDocument/2006/relationships/oleObject" Target="../embeddings/oleObject408.bin"/><Relationship Id="rId5" Type="http://schemas.openxmlformats.org/officeDocument/2006/relationships/oleObject" Target="../embeddings/oleObject405.bin"/><Relationship Id="rId15" Type="http://schemas.openxmlformats.org/officeDocument/2006/relationships/oleObject" Target="../embeddings/oleObject410.bin"/><Relationship Id="rId10" Type="http://schemas.openxmlformats.org/officeDocument/2006/relationships/image" Target="../media/image404.wmf"/><Relationship Id="rId4" Type="http://schemas.openxmlformats.org/officeDocument/2006/relationships/image" Target="../media/image401.wmf"/><Relationship Id="rId9" Type="http://schemas.openxmlformats.org/officeDocument/2006/relationships/oleObject" Target="../embeddings/oleObject407.bin"/><Relationship Id="rId14" Type="http://schemas.openxmlformats.org/officeDocument/2006/relationships/image" Target="../media/image406.wmf"/></Relationships>
</file>

<file path=ppt/slides/_rels/slide157.xml.rels><?xml version="1.0" encoding="UTF-8" standalone="yes"?>
<Relationships xmlns="http://schemas.openxmlformats.org/package/2006/relationships"><Relationship Id="rId8" Type="http://schemas.openxmlformats.org/officeDocument/2006/relationships/image" Target="../media/image412.wmf"/><Relationship Id="rId13" Type="http://schemas.openxmlformats.org/officeDocument/2006/relationships/oleObject" Target="../embeddings/oleObject417.bin"/><Relationship Id="rId18" Type="http://schemas.openxmlformats.org/officeDocument/2006/relationships/image" Target="../media/image414.wmf"/><Relationship Id="rId3" Type="http://schemas.openxmlformats.org/officeDocument/2006/relationships/oleObject" Target="../embeddings/oleObject412.bin"/><Relationship Id="rId21" Type="http://schemas.openxmlformats.org/officeDocument/2006/relationships/oleObject" Target="../embeddings/oleObject421.bin"/><Relationship Id="rId7" Type="http://schemas.openxmlformats.org/officeDocument/2006/relationships/oleObject" Target="../embeddings/oleObject414.bin"/><Relationship Id="rId12" Type="http://schemas.openxmlformats.org/officeDocument/2006/relationships/image" Target="../media/image397.wmf"/><Relationship Id="rId17" Type="http://schemas.openxmlformats.org/officeDocument/2006/relationships/oleObject" Target="../embeddings/oleObject419.bin"/><Relationship Id="rId2" Type="http://schemas.openxmlformats.org/officeDocument/2006/relationships/slideLayout" Target="../slideLayouts/slideLayout2.xml"/><Relationship Id="rId16" Type="http://schemas.openxmlformats.org/officeDocument/2006/relationships/image" Target="../media/image413.wmf"/><Relationship Id="rId20" Type="http://schemas.openxmlformats.org/officeDocument/2006/relationships/image" Target="../media/image415.wmf"/><Relationship Id="rId1" Type="http://schemas.openxmlformats.org/officeDocument/2006/relationships/vmlDrawing" Target="../drawings/vmlDrawing125.vml"/><Relationship Id="rId6" Type="http://schemas.openxmlformats.org/officeDocument/2006/relationships/image" Target="../media/image411.wmf"/><Relationship Id="rId11" Type="http://schemas.openxmlformats.org/officeDocument/2006/relationships/oleObject" Target="../embeddings/oleObject416.bin"/><Relationship Id="rId24" Type="http://schemas.openxmlformats.org/officeDocument/2006/relationships/image" Target="../media/image417.wmf"/><Relationship Id="rId5" Type="http://schemas.openxmlformats.org/officeDocument/2006/relationships/oleObject" Target="../embeddings/oleObject413.bin"/><Relationship Id="rId15" Type="http://schemas.openxmlformats.org/officeDocument/2006/relationships/oleObject" Target="../embeddings/oleObject418.bin"/><Relationship Id="rId23" Type="http://schemas.openxmlformats.org/officeDocument/2006/relationships/oleObject" Target="../embeddings/oleObject422.bin"/><Relationship Id="rId10" Type="http://schemas.openxmlformats.org/officeDocument/2006/relationships/image" Target="../media/image396.wmf"/><Relationship Id="rId19" Type="http://schemas.openxmlformats.org/officeDocument/2006/relationships/oleObject" Target="../embeddings/oleObject420.bin"/><Relationship Id="rId4" Type="http://schemas.openxmlformats.org/officeDocument/2006/relationships/image" Target="../media/image410.wmf"/><Relationship Id="rId9" Type="http://schemas.openxmlformats.org/officeDocument/2006/relationships/oleObject" Target="../embeddings/oleObject415.bin"/><Relationship Id="rId14" Type="http://schemas.openxmlformats.org/officeDocument/2006/relationships/image" Target="../media/image398.wmf"/><Relationship Id="rId22" Type="http://schemas.openxmlformats.org/officeDocument/2006/relationships/image" Target="../media/image416.wmf"/></Relationships>
</file>

<file path=ppt/slides/_rels/slide158.xml.rels><?xml version="1.0" encoding="UTF-8" standalone="yes"?>
<Relationships xmlns="http://schemas.openxmlformats.org/package/2006/relationships"><Relationship Id="rId8" Type="http://schemas.openxmlformats.org/officeDocument/2006/relationships/image" Target="../media/image420.wmf"/><Relationship Id="rId3" Type="http://schemas.openxmlformats.org/officeDocument/2006/relationships/oleObject" Target="../embeddings/oleObject423.bin"/><Relationship Id="rId7" Type="http://schemas.openxmlformats.org/officeDocument/2006/relationships/oleObject" Target="../embeddings/oleObject425.bin"/><Relationship Id="rId2" Type="http://schemas.openxmlformats.org/officeDocument/2006/relationships/slideLayout" Target="../slideLayouts/slideLayout2.xml"/><Relationship Id="rId1" Type="http://schemas.openxmlformats.org/officeDocument/2006/relationships/vmlDrawing" Target="../drawings/vmlDrawing126.vml"/><Relationship Id="rId6" Type="http://schemas.openxmlformats.org/officeDocument/2006/relationships/image" Target="../media/image419.wmf"/><Relationship Id="rId5" Type="http://schemas.openxmlformats.org/officeDocument/2006/relationships/oleObject" Target="../embeddings/oleObject424.bin"/><Relationship Id="rId4" Type="http://schemas.openxmlformats.org/officeDocument/2006/relationships/image" Target="../media/image418.wmf"/></Relationships>
</file>

<file path=ppt/slides/_rels/slide159.xml.rels><?xml version="1.0" encoding="UTF-8" standalone="yes"?>
<Relationships xmlns="http://schemas.openxmlformats.org/package/2006/relationships"><Relationship Id="rId3" Type="http://schemas.openxmlformats.org/officeDocument/2006/relationships/oleObject" Target="../embeddings/oleObject426.bin"/><Relationship Id="rId2" Type="http://schemas.openxmlformats.org/officeDocument/2006/relationships/slideLayout" Target="../slideLayouts/slideLayout2.xml"/><Relationship Id="rId1" Type="http://schemas.openxmlformats.org/officeDocument/2006/relationships/vmlDrawing" Target="../drawings/vmlDrawing127.vml"/><Relationship Id="rId6" Type="http://schemas.openxmlformats.org/officeDocument/2006/relationships/image" Target="../media/image422.wmf"/><Relationship Id="rId5" Type="http://schemas.openxmlformats.org/officeDocument/2006/relationships/oleObject" Target="../embeddings/oleObject427.bin"/><Relationship Id="rId4" Type="http://schemas.openxmlformats.org/officeDocument/2006/relationships/image" Target="../media/image421.wmf"/></Relationships>
</file>

<file path=ppt/slides/_rels/slide160.xml.rels><?xml version="1.0" encoding="UTF-8" standalone="yes"?>
<Relationships xmlns="http://schemas.openxmlformats.org/package/2006/relationships"><Relationship Id="rId8" Type="http://schemas.openxmlformats.org/officeDocument/2006/relationships/image" Target="../media/image425.wmf"/><Relationship Id="rId3" Type="http://schemas.openxmlformats.org/officeDocument/2006/relationships/oleObject" Target="../embeddings/oleObject428.bin"/><Relationship Id="rId7" Type="http://schemas.openxmlformats.org/officeDocument/2006/relationships/oleObject" Target="../embeddings/oleObject430.bin"/><Relationship Id="rId2" Type="http://schemas.openxmlformats.org/officeDocument/2006/relationships/slideLayout" Target="../slideLayouts/slideLayout2.xml"/><Relationship Id="rId1" Type="http://schemas.openxmlformats.org/officeDocument/2006/relationships/vmlDrawing" Target="../drawings/vmlDrawing128.vml"/><Relationship Id="rId6" Type="http://schemas.openxmlformats.org/officeDocument/2006/relationships/image" Target="../media/image424.wmf"/><Relationship Id="rId5" Type="http://schemas.openxmlformats.org/officeDocument/2006/relationships/oleObject" Target="../embeddings/oleObject429.bin"/><Relationship Id="rId4" Type="http://schemas.openxmlformats.org/officeDocument/2006/relationships/image" Target="../media/image423.wmf"/></Relationships>
</file>

<file path=ppt/slides/_rels/slide161.xml.rels><?xml version="1.0" encoding="UTF-8" standalone="yes"?>
<Relationships xmlns="http://schemas.openxmlformats.org/package/2006/relationships"><Relationship Id="rId8" Type="http://schemas.openxmlformats.org/officeDocument/2006/relationships/image" Target="../media/image428.wmf"/><Relationship Id="rId3" Type="http://schemas.openxmlformats.org/officeDocument/2006/relationships/oleObject" Target="../embeddings/oleObject431.bin"/><Relationship Id="rId7" Type="http://schemas.openxmlformats.org/officeDocument/2006/relationships/oleObject" Target="../embeddings/oleObject433.bin"/><Relationship Id="rId12" Type="http://schemas.openxmlformats.org/officeDocument/2006/relationships/image" Target="../media/image430.wmf"/><Relationship Id="rId2" Type="http://schemas.openxmlformats.org/officeDocument/2006/relationships/slideLayout" Target="../slideLayouts/slideLayout2.xml"/><Relationship Id="rId1" Type="http://schemas.openxmlformats.org/officeDocument/2006/relationships/vmlDrawing" Target="../drawings/vmlDrawing129.vml"/><Relationship Id="rId6" Type="http://schemas.openxmlformats.org/officeDocument/2006/relationships/image" Target="../media/image427.wmf"/><Relationship Id="rId11" Type="http://schemas.openxmlformats.org/officeDocument/2006/relationships/oleObject" Target="../embeddings/oleObject435.bin"/><Relationship Id="rId5" Type="http://schemas.openxmlformats.org/officeDocument/2006/relationships/oleObject" Target="../embeddings/oleObject432.bin"/><Relationship Id="rId10" Type="http://schemas.openxmlformats.org/officeDocument/2006/relationships/image" Target="../media/image429.wmf"/><Relationship Id="rId4" Type="http://schemas.openxmlformats.org/officeDocument/2006/relationships/image" Target="../media/image426.wmf"/><Relationship Id="rId9" Type="http://schemas.openxmlformats.org/officeDocument/2006/relationships/oleObject" Target="../embeddings/oleObject434.bin"/></Relationships>
</file>

<file path=ppt/slides/_rels/slide162.xml.rels><?xml version="1.0" encoding="UTF-8" standalone="yes"?>
<Relationships xmlns="http://schemas.openxmlformats.org/package/2006/relationships"><Relationship Id="rId8" Type="http://schemas.openxmlformats.org/officeDocument/2006/relationships/image" Target="../media/image382.wmf"/><Relationship Id="rId13" Type="http://schemas.openxmlformats.org/officeDocument/2006/relationships/oleObject" Target="../embeddings/oleObject441.bin"/><Relationship Id="rId18" Type="http://schemas.openxmlformats.org/officeDocument/2006/relationships/image" Target="../media/image435.wmf"/><Relationship Id="rId3" Type="http://schemas.openxmlformats.org/officeDocument/2006/relationships/oleObject" Target="../embeddings/oleObject436.bin"/><Relationship Id="rId7" Type="http://schemas.openxmlformats.org/officeDocument/2006/relationships/oleObject" Target="../embeddings/oleObject438.bin"/><Relationship Id="rId12" Type="http://schemas.openxmlformats.org/officeDocument/2006/relationships/image" Target="../media/image432.wmf"/><Relationship Id="rId17" Type="http://schemas.openxmlformats.org/officeDocument/2006/relationships/oleObject" Target="../embeddings/oleObject443.bin"/><Relationship Id="rId2" Type="http://schemas.openxmlformats.org/officeDocument/2006/relationships/slideLayout" Target="../slideLayouts/slideLayout2.xml"/><Relationship Id="rId16" Type="http://schemas.openxmlformats.org/officeDocument/2006/relationships/image" Target="../media/image434.wmf"/><Relationship Id="rId1" Type="http://schemas.openxmlformats.org/officeDocument/2006/relationships/vmlDrawing" Target="../drawings/vmlDrawing130.vml"/><Relationship Id="rId6" Type="http://schemas.openxmlformats.org/officeDocument/2006/relationships/image" Target="../media/image381.wmf"/><Relationship Id="rId11" Type="http://schemas.openxmlformats.org/officeDocument/2006/relationships/oleObject" Target="../embeddings/oleObject440.bin"/><Relationship Id="rId5" Type="http://schemas.openxmlformats.org/officeDocument/2006/relationships/oleObject" Target="../embeddings/oleObject437.bin"/><Relationship Id="rId15" Type="http://schemas.openxmlformats.org/officeDocument/2006/relationships/oleObject" Target="../embeddings/oleObject442.bin"/><Relationship Id="rId10" Type="http://schemas.openxmlformats.org/officeDocument/2006/relationships/image" Target="../media/image383.wmf"/><Relationship Id="rId4" Type="http://schemas.openxmlformats.org/officeDocument/2006/relationships/image" Target="../media/image431.wmf"/><Relationship Id="rId9" Type="http://schemas.openxmlformats.org/officeDocument/2006/relationships/oleObject" Target="../embeddings/oleObject439.bin"/><Relationship Id="rId14" Type="http://schemas.openxmlformats.org/officeDocument/2006/relationships/image" Target="../media/image433.wmf"/></Relationships>
</file>

<file path=ppt/slides/_rels/slide163.xml.rels><?xml version="1.0" encoding="UTF-8" standalone="yes"?>
<Relationships xmlns="http://schemas.openxmlformats.org/package/2006/relationships"><Relationship Id="rId3" Type="http://schemas.openxmlformats.org/officeDocument/2006/relationships/oleObject" Target="../embeddings/oleObject444.bin"/><Relationship Id="rId2" Type="http://schemas.openxmlformats.org/officeDocument/2006/relationships/slideLayout" Target="../slideLayouts/slideLayout2.xml"/><Relationship Id="rId1" Type="http://schemas.openxmlformats.org/officeDocument/2006/relationships/vmlDrawing" Target="../drawings/vmlDrawing131.vml"/><Relationship Id="rId6" Type="http://schemas.openxmlformats.org/officeDocument/2006/relationships/image" Target="../media/image437.wmf"/><Relationship Id="rId5" Type="http://schemas.openxmlformats.org/officeDocument/2006/relationships/oleObject" Target="../embeddings/oleObject445.bin"/><Relationship Id="rId4" Type="http://schemas.openxmlformats.org/officeDocument/2006/relationships/image" Target="../media/image436.wmf"/></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8" Type="http://schemas.openxmlformats.org/officeDocument/2006/relationships/image" Target="../media/image440.wmf"/><Relationship Id="rId3" Type="http://schemas.openxmlformats.org/officeDocument/2006/relationships/oleObject" Target="../embeddings/oleObject446.bin"/><Relationship Id="rId7" Type="http://schemas.openxmlformats.org/officeDocument/2006/relationships/oleObject" Target="../embeddings/oleObject448.bin"/><Relationship Id="rId2" Type="http://schemas.openxmlformats.org/officeDocument/2006/relationships/slideLayout" Target="../slideLayouts/slideLayout2.xml"/><Relationship Id="rId1" Type="http://schemas.openxmlformats.org/officeDocument/2006/relationships/vmlDrawing" Target="../drawings/vmlDrawing132.vml"/><Relationship Id="rId6" Type="http://schemas.openxmlformats.org/officeDocument/2006/relationships/image" Target="../media/image439.wmf"/><Relationship Id="rId5" Type="http://schemas.openxmlformats.org/officeDocument/2006/relationships/oleObject" Target="../embeddings/oleObject447.bin"/><Relationship Id="rId4" Type="http://schemas.openxmlformats.org/officeDocument/2006/relationships/image" Target="../media/image438.wmf"/></Relationships>
</file>

<file path=ppt/slides/_rels/slide167.xml.rels><?xml version="1.0" encoding="UTF-8" standalone="yes"?>
<Relationships xmlns="http://schemas.openxmlformats.org/package/2006/relationships"><Relationship Id="rId8" Type="http://schemas.openxmlformats.org/officeDocument/2006/relationships/image" Target="../media/image443.wmf"/><Relationship Id="rId3" Type="http://schemas.openxmlformats.org/officeDocument/2006/relationships/oleObject" Target="../embeddings/oleObject449.bin"/><Relationship Id="rId7" Type="http://schemas.openxmlformats.org/officeDocument/2006/relationships/oleObject" Target="../embeddings/oleObject451.bin"/><Relationship Id="rId2" Type="http://schemas.openxmlformats.org/officeDocument/2006/relationships/slideLayout" Target="../slideLayouts/slideLayout2.xml"/><Relationship Id="rId1" Type="http://schemas.openxmlformats.org/officeDocument/2006/relationships/vmlDrawing" Target="../drawings/vmlDrawing133.vml"/><Relationship Id="rId6" Type="http://schemas.openxmlformats.org/officeDocument/2006/relationships/image" Target="../media/image442.wmf"/><Relationship Id="rId5" Type="http://schemas.openxmlformats.org/officeDocument/2006/relationships/oleObject" Target="../embeddings/oleObject450.bin"/><Relationship Id="rId4" Type="http://schemas.openxmlformats.org/officeDocument/2006/relationships/image" Target="../media/image441.wmf"/></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8" Type="http://schemas.openxmlformats.org/officeDocument/2006/relationships/image" Target="../media/image446.wmf"/><Relationship Id="rId3" Type="http://schemas.openxmlformats.org/officeDocument/2006/relationships/oleObject" Target="../embeddings/oleObject452.bin"/><Relationship Id="rId7" Type="http://schemas.openxmlformats.org/officeDocument/2006/relationships/oleObject" Target="../embeddings/oleObject454.bin"/><Relationship Id="rId2" Type="http://schemas.openxmlformats.org/officeDocument/2006/relationships/slideLayout" Target="../slideLayouts/slideLayout2.xml"/><Relationship Id="rId1" Type="http://schemas.openxmlformats.org/officeDocument/2006/relationships/vmlDrawing" Target="../drawings/vmlDrawing134.vml"/><Relationship Id="rId6" Type="http://schemas.openxmlformats.org/officeDocument/2006/relationships/image" Target="../media/image445.wmf"/><Relationship Id="rId5" Type="http://schemas.openxmlformats.org/officeDocument/2006/relationships/oleObject" Target="../embeddings/oleObject453.bin"/><Relationship Id="rId4" Type="http://schemas.openxmlformats.org/officeDocument/2006/relationships/image" Target="../media/image444.wmf"/></Relationships>
</file>

<file path=ppt/slides/_rels/slide170.xml.rels><?xml version="1.0" encoding="UTF-8" standalone="yes"?>
<Relationships xmlns="http://schemas.openxmlformats.org/package/2006/relationships"><Relationship Id="rId8" Type="http://schemas.openxmlformats.org/officeDocument/2006/relationships/image" Target="../media/image449.wmf"/><Relationship Id="rId3" Type="http://schemas.openxmlformats.org/officeDocument/2006/relationships/oleObject" Target="../embeddings/oleObject455.bin"/><Relationship Id="rId7" Type="http://schemas.openxmlformats.org/officeDocument/2006/relationships/oleObject" Target="../embeddings/oleObject457.bin"/><Relationship Id="rId2" Type="http://schemas.openxmlformats.org/officeDocument/2006/relationships/slideLayout" Target="../slideLayouts/slideLayout2.xml"/><Relationship Id="rId1" Type="http://schemas.openxmlformats.org/officeDocument/2006/relationships/vmlDrawing" Target="../drawings/vmlDrawing135.vml"/><Relationship Id="rId6" Type="http://schemas.openxmlformats.org/officeDocument/2006/relationships/image" Target="../media/image448.wmf"/><Relationship Id="rId5" Type="http://schemas.openxmlformats.org/officeDocument/2006/relationships/oleObject" Target="../embeddings/oleObject456.bin"/><Relationship Id="rId4" Type="http://schemas.openxmlformats.org/officeDocument/2006/relationships/image" Target="../media/image447.wmf"/></Relationships>
</file>

<file path=ppt/slides/_rels/slide171.xml.rels><?xml version="1.0" encoding="UTF-8" standalone="yes"?>
<Relationships xmlns="http://schemas.openxmlformats.org/package/2006/relationships"><Relationship Id="rId3" Type="http://schemas.openxmlformats.org/officeDocument/2006/relationships/oleObject" Target="../embeddings/oleObject458.bin"/><Relationship Id="rId2" Type="http://schemas.openxmlformats.org/officeDocument/2006/relationships/slideLayout" Target="../slideLayouts/slideLayout2.xml"/><Relationship Id="rId1" Type="http://schemas.openxmlformats.org/officeDocument/2006/relationships/vmlDrawing" Target="../drawings/vmlDrawing136.vml"/><Relationship Id="rId6" Type="http://schemas.openxmlformats.org/officeDocument/2006/relationships/image" Target="../media/image451.wmf"/><Relationship Id="rId5" Type="http://schemas.openxmlformats.org/officeDocument/2006/relationships/oleObject" Target="../embeddings/oleObject459.bin"/><Relationship Id="rId4" Type="http://schemas.openxmlformats.org/officeDocument/2006/relationships/image" Target="../media/image450.wmf"/></Relationships>
</file>

<file path=ppt/slides/_rels/slide172.xml.rels><?xml version="1.0" encoding="UTF-8" standalone="yes"?>
<Relationships xmlns="http://schemas.openxmlformats.org/package/2006/relationships"><Relationship Id="rId3" Type="http://schemas.openxmlformats.org/officeDocument/2006/relationships/oleObject" Target="../embeddings/oleObject460.bin"/><Relationship Id="rId2" Type="http://schemas.openxmlformats.org/officeDocument/2006/relationships/slideLayout" Target="../slideLayouts/slideLayout2.xml"/><Relationship Id="rId1" Type="http://schemas.openxmlformats.org/officeDocument/2006/relationships/vmlDrawing" Target="../drawings/vmlDrawing137.vml"/><Relationship Id="rId4" Type="http://schemas.openxmlformats.org/officeDocument/2006/relationships/image" Target="../media/image452.wmf"/></Relationships>
</file>

<file path=ppt/slides/_rels/slide173.xml.rels><?xml version="1.0" encoding="UTF-8" standalone="yes"?>
<Relationships xmlns="http://schemas.openxmlformats.org/package/2006/relationships"><Relationship Id="rId3" Type="http://schemas.openxmlformats.org/officeDocument/2006/relationships/oleObject" Target="../embeddings/oleObject461.bin"/><Relationship Id="rId2" Type="http://schemas.openxmlformats.org/officeDocument/2006/relationships/slideLayout" Target="../slideLayouts/slideLayout2.xml"/><Relationship Id="rId1" Type="http://schemas.openxmlformats.org/officeDocument/2006/relationships/vmlDrawing" Target="../drawings/vmlDrawing138.vml"/><Relationship Id="rId4" Type="http://schemas.openxmlformats.org/officeDocument/2006/relationships/image" Target="../media/image453.wmf"/></Relationships>
</file>

<file path=ppt/slides/_rels/slide174.xml.rels><?xml version="1.0" encoding="UTF-8" standalone="yes"?>
<Relationships xmlns="http://schemas.openxmlformats.org/package/2006/relationships"><Relationship Id="rId8" Type="http://schemas.openxmlformats.org/officeDocument/2006/relationships/image" Target="../media/image428.wmf"/><Relationship Id="rId3" Type="http://schemas.openxmlformats.org/officeDocument/2006/relationships/oleObject" Target="../embeddings/oleObject462.bin"/><Relationship Id="rId7" Type="http://schemas.openxmlformats.org/officeDocument/2006/relationships/oleObject" Target="../embeddings/oleObject464.bin"/><Relationship Id="rId12" Type="http://schemas.openxmlformats.org/officeDocument/2006/relationships/image" Target="../media/image430.wmf"/><Relationship Id="rId2" Type="http://schemas.openxmlformats.org/officeDocument/2006/relationships/slideLayout" Target="../slideLayouts/slideLayout2.xml"/><Relationship Id="rId1" Type="http://schemas.openxmlformats.org/officeDocument/2006/relationships/vmlDrawing" Target="../drawings/vmlDrawing139.vml"/><Relationship Id="rId6" Type="http://schemas.openxmlformats.org/officeDocument/2006/relationships/image" Target="../media/image427.wmf"/><Relationship Id="rId11" Type="http://schemas.openxmlformats.org/officeDocument/2006/relationships/oleObject" Target="../embeddings/oleObject466.bin"/><Relationship Id="rId5" Type="http://schemas.openxmlformats.org/officeDocument/2006/relationships/oleObject" Target="../embeddings/oleObject463.bin"/><Relationship Id="rId10" Type="http://schemas.openxmlformats.org/officeDocument/2006/relationships/image" Target="../media/image429.wmf"/><Relationship Id="rId4" Type="http://schemas.openxmlformats.org/officeDocument/2006/relationships/image" Target="../media/image426.wmf"/><Relationship Id="rId9" Type="http://schemas.openxmlformats.org/officeDocument/2006/relationships/oleObject" Target="../embeddings/oleObject465.bin"/></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slide" Target="slide44.xml"/><Relationship Id="rId4" Type="http://schemas.openxmlformats.org/officeDocument/2006/relationships/slide" Target="slide2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8" Type="http://schemas.openxmlformats.org/officeDocument/2006/relationships/image" Target="../media/image456.wmf"/><Relationship Id="rId3" Type="http://schemas.openxmlformats.org/officeDocument/2006/relationships/oleObject" Target="../embeddings/oleObject467.bin"/><Relationship Id="rId7" Type="http://schemas.openxmlformats.org/officeDocument/2006/relationships/oleObject" Target="../embeddings/oleObject469.bin"/><Relationship Id="rId2" Type="http://schemas.openxmlformats.org/officeDocument/2006/relationships/slideLayout" Target="../slideLayouts/slideLayout2.xml"/><Relationship Id="rId1" Type="http://schemas.openxmlformats.org/officeDocument/2006/relationships/vmlDrawing" Target="../drawings/vmlDrawing140.vml"/><Relationship Id="rId6" Type="http://schemas.openxmlformats.org/officeDocument/2006/relationships/image" Target="../media/image455.wmf"/><Relationship Id="rId5" Type="http://schemas.openxmlformats.org/officeDocument/2006/relationships/oleObject" Target="../embeddings/oleObject468.bin"/><Relationship Id="rId4" Type="http://schemas.openxmlformats.org/officeDocument/2006/relationships/image" Target="../media/image454.wmf"/></Relationships>
</file>

<file path=ppt/slides/_rels/slide179.xml.rels><?xml version="1.0" encoding="UTF-8" standalone="yes"?>
<Relationships xmlns="http://schemas.openxmlformats.org/package/2006/relationships"><Relationship Id="rId3" Type="http://schemas.openxmlformats.org/officeDocument/2006/relationships/oleObject" Target="../embeddings/oleObject470.bin"/><Relationship Id="rId2" Type="http://schemas.openxmlformats.org/officeDocument/2006/relationships/slideLayout" Target="../slideLayouts/slideLayout2.xml"/><Relationship Id="rId1" Type="http://schemas.openxmlformats.org/officeDocument/2006/relationships/vmlDrawing" Target="../drawings/vmlDrawing141.vml"/><Relationship Id="rId6" Type="http://schemas.openxmlformats.org/officeDocument/2006/relationships/image" Target="../media/image458.wmf"/><Relationship Id="rId5" Type="http://schemas.openxmlformats.org/officeDocument/2006/relationships/oleObject" Target="../embeddings/oleObject471.bin"/><Relationship Id="rId4" Type="http://schemas.openxmlformats.org/officeDocument/2006/relationships/image" Target="../media/image457.wmf"/></Relationships>
</file>

<file path=ppt/slides/_rels/slide180.xml.rels><?xml version="1.0" encoding="UTF-8" standalone="yes"?>
<Relationships xmlns="http://schemas.openxmlformats.org/package/2006/relationships"><Relationship Id="rId8" Type="http://schemas.openxmlformats.org/officeDocument/2006/relationships/image" Target="../media/image461.wmf"/><Relationship Id="rId3" Type="http://schemas.openxmlformats.org/officeDocument/2006/relationships/oleObject" Target="../embeddings/oleObject472.bin"/><Relationship Id="rId7" Type="http://schemas.openxmlformats.org/officeDocument/2006/relationships/oleObject" Target="../embeddings/oleObject474.bin"/><Relationship Id="rId2" Type="http://schemas.openxmlformats.org/officeDocument/2006/relationships/slideLayout" Target="../slideLayouts/slideLayout2.xml"/><Relationship Id="rId1" Type="http://schemas.openxmlformats.org/officeDocument/2006/relationships/vmlDrawing" Target="../drawings/vmlDrawing142.vml"/><Relationship Id="rId6" Type="http://schemas.openxmlformats.org/officeDocument/2006/relationships/image" Target="../media/image460.wmf"/><Relationship Id="rId5" Type="http://schemas.openxmlformats.org/officeDocument/2006/relationships/oleObject" Target="../embeddings/oleObject473.bin"/><Relationship Id="rId4" Type="http://schemas.openxmlformats.org/officeDocument/2006/relationships/image" Target="../media/image459.wmf"/></Relationships>
</file>

<file path=ppt/slides/_rels/slide181.xml.rels><?xml version="1.0" encoding="UTF-8" standalone="yes"?>
<Relationships xmlns="http://schemas.openxmlformats.org/package/2006/relationships"><Relationship Id="rId8" Type="http://schemas.openxmlformats.org/officeDocument/2006/relationships/image" Target="../media/image464.wmf"/><Relationship Id="rId3" Type="http://schemas.openxmlformats.org/officeDocument/2006/relationships/oleObject" Target="../embeddings/oleObject475.bin"/><Relationship Id="rId7" Type="http://schemas.openxmlformats.org/officeDocument/2006/relationships/oleObject" Target="../embeddings/oleObject477.bin"/><Relationship Id="rId12" Type="http://schemas.openxmlformats.org/officeDocument/2006/relationships/image" Target="../media/image466.wmf"/><Relationship Id="rId2" Type="http://schemas.openxmlformats.org/officeDocument/2006/relationships/slideLayout" Target="../slideLayouts/slideLayout2.xml"/><Relationship Id="rId1" Type="http://schemas.openxmlformats.org/officeDocument/2006/relationships/vmlDrawing" Target="../drawings/vmlDrawing143.vml"/><Relationship Id="rId6" Type="http://schemas.openxmlformats.org/officeDocument/2006/relationships/image" Target="../media/image463.wmf"/><Relationship Id="rId11" Type="http://schemas.openxmlformats.org/officeDocument/2006/relationships/oleObject" Target="../embeddings/oleObject479.bin"/><Relationship Id="rId5" Type="http://schemas.openxmlformats.org/officeDocument/2006/relationships/oleObject" Target="../embeddings/oleObject476.bin"/><Relationship Id="rId10" Type="http://schemas.openxmlformats.org/officeDocument/2006/relationships/image" Target="../media/image465.wmf"/><Relationship Id="rId4" Type="http://schemas.openxmlformats.org/officeDocument/2006/relationships/image" Target="../media/image462.wmf"/><Relationship Id="rId9" Type="http://schemas.openxmlformats.org/officeDocument/2006/relationships/oleObject" Target="../embeddings/oleObject478.bin"/></Relationships>
</file>

<file path=ppt/slides/_rels/slide182.xml.rels><?xml version="1.0" encoding="UTF-8" standalone="yes"?>
<Relationships xmlns="http://schemas.openxmlformats.org/package/2006/relationships"><Relationship Id="rId8" Type="http://schemas.openxmlformats.org/officeDocument/2006/relationships/image" Target="../media/image469.wmf"/><Relationship Id="rId3" Type="http://schemas.openxmlformats.org/officeDocument/2006/relationships/oleObject" Target="../embeddings/oleObject480.bin"/><Relationship Id="rId7" Type="http://schemas.openxmlformats.org/officeDocument/2006/relationships/oleObject" Target="../embeddings/oleObject482.bin"/><Relationship Id="rId2" Type="http://schemas.openxmlformats.org/officeDocument/2006/relationships/slideLayout" Target="../slideLayouts/slideLayout2.xml"/><Relationship Id="rId1" Type="http://schemas.openxmlformats.org/officeDocument/2006/relationships/vmlDrawing" Target="../drawings/vmlDrawing144.vml"/><Relationship Id="rId6" Type="http://schemas.openxmlformats.org/officeDocument/2006/relationships/image" Target="../media/image468.wmf"/><Relationship Id="rId5" Type="http://schemas.openxmlformats.org/officeDocument/2006/relationships/oleObject" Target="../embeddings/oleObject481.bin"/><Relationship Id="rId4" Type="http://schemas.openxmlformats.org/officeDocument/2006/relationships/image" Target="../media/image467.wmf"/></Relationships>
</file>

<file path=ppt/slides/_rels/slide183.xml.rels><?xml version="1.0" encoding="UTF-8" standalone="yes"?>
<Relationships xmlns="http://schemas.openxmlformats.org/package/2006/relationships"><Relationship Id="rId8" Type="http://schemas.openxmlformats.org/officeDocument/2006/relationships/image" Target="../media/image472.wmf"/><Relationship Id="rId3" Type="http://schemas.openxmlformats.org/officeDocument/2006/relationships/oleObject" Target="../embeddings/oleObject483.bin"/><Relationship Id="rId7" Type="http://schemas.openxmlformats.org/officeDocument/2006/relationships/oleObject" Target="../embeddings/oleObject485.bin"/><Relationship Id="rId2" Type="http://schemas.openxmlformats.org/officeDocument/2006/relationships/slideLayout" Target="../slideLayouts/slideLayout2.xml"/><Relationship Id="rId1" Type="http://schemas.openxmlformats.org/officeDocument/2006/relationships/vmlDrawing" Target="../drawings/vmlDrawing145.vml"/><Relationship Id="rId6" Type="http://schemas.openxmlformats.org/officeDocument/2006/relationships/image" Target="../media/image471.wmf"/><Relationship Id="rId5" Type="http://schemas.openxmlformats.org/officeDocument/2006/relationships/oleObject" Target="../embeddings/oleObject484.bin"/><Relationship Id="rId4" Type="http://schemas.openxmlformats.org/officeDocument/2006/relationships/image" Target="../media/image470.wmf"/></Relationships>
</file>

<file path=ppt/slides/_rels/slide184.xml.rels><?xml version="1.0" encoding="UTF-8" standalone="yes"?>
<Relationships xmlns="http://schemas.openxmlformats.org/package/2006/relationships"><Relationship Id="rId8" Type="http://schemas.openxmlformats.org/officeDocument/2006/relationships/image" Target="../media/image475.wmf"/><Relationship Id="rId3" Type="http://schemas.openxmlformats.org/officeDocument/2006/relationships/oleObject" Target="../embeddings/oleObject486.bin"/><Relationship Id="rId7" Type="http://schemas.openxmlformats.org/officeDocument/2006/relationships/oleObject" Target="../embeddings/oleObject488.bin"/><Relationship Id="rId12" Type="http://schemas.openxmlformats.org/officeDocument/2006/relationships/image" Target="../media/image477.png"/><Relationship Id="rId2" Type="http://schemas.openxmlformats.org/officeDocument/2006/relationships/slideLayout" Target="../slideLayouts/slideLayout2.xml"/><Relationship Id="rId1" Type="http://schemas.openxmlformats.org/officeDocument/2006/relationships/vmlDrawing" Target="../drawings/vmlDrawing146.vml"/><Relationship Id="rId6" Type="http://schemas.openxmlformats.org/officeDocument/2006/relationships/image" Target="../media/image474.wmf"/><Relationship Id="rId11" Type="http://schemas.openxmlformats.org/officeDocument/2006/relationships/oleObject" Target="../embeddings/oleObject490.bin"/><Relationship Id="rId5" Type="http://schemas.openxmlformats.org/officeDocument/2006/relationships/oleObject" Target="../embeddings/oleObject487.bin"/><Relationship Id="rId10" Type="http://schemas.openxmlformats.org/officeDocument/2006/relationships/image" Target="../media/image476.wmf"/><Relationship Id="rId4" Type="http://schemas.openxmlformats.org/officeDocument/2006/relationships/image" Target="../media/image473.wmf"/><Relationship Id="rId9" Type="http://schemas.openxmlformats.org/officeDocument/2006/relationships/oleObject" Target="../embeddings/oleObject489.bin"/></Relationships>
</file>

<file path=ppt/slides/_rels/slide185.xml.rels><?xml version="1.0" encoding="UTF-8" standalone="yes"?>
<Relationships xmlns="http://schemas.openxmlformats.org/package/2006/relationships"><Relationship Id="rId8" Type="http://schemas.openxmlformats.org/officeDocument/2006/relationships/image" Target="../media/image480.wmf"/><Relationship Id="rId13" Type="http://schemas.openxmlformats.org/officeDocument/2006/relationships/oleObject" Target="../embeddings/oleObject496.bin"/><Relationship Id="rId3" Type="http://schemas.openxmlformats.org/officeDocument/2006/relationships/oleObject" Target="../embeddings/oleObject491.bin"/><Relationship Id="rId7" Type="http://schemas.openxmlformats.org/officeDocument/2006/relationships/oleObject" Target="../embeddings/oleObject493.bin"/><Relationship Id="rId12" Type="http://schemas.openxmlformats.org/officeDocument/2006/relationships/image" Target="../media/image482.wmf"/><Relationship Id="rId2" Type="http://schemas.openxmlformats.org/officeDocument/2006/relationships/slideLayout" Target="../slideLayouts/slideLayout2.xml"/><Relationship Id="rId1" Type="http://schemas.openxmlformats.org/officeDocument/2006/relationships/vmlDrawing" Target="../drawings/vmlDrawing147.vml"/><Relationship Id="rId6" Type="http://schemas.openxmlformats.org/officeDocument/2006/relationships/image" Target="../media/image479.wmf"/><Relationship Id="rId11" Type="http://schemas.openxmlformats.org/officeDocument/2006/relationships/oleObject" Target="../embeddings/oleObject495.bin"/><Relationship Id="rId5" Type="http://schemas.openxmlformats.org/officeDocument/2006/relationships/oleObject" Target="../embeddings/oleObject492.bin"/><Relationship Id="rId10" Type="http://schemas.openxmlformats.org/officeDocument/2006/relationships/image" Target="../media/image481.wmf"/><Relationship Id="rId4" Type="http://schemas.openxmlformats.org/officeDocument/2006/relationships/image" Target="../media/image478.wmf"/><Relationship Id="rId9" Type="http://schemas.openxmlformats.org/officeDocument/2006/relationships/oleObject" Target="../embeddings/oleObject494.bin"/><Relationship Id="rId14" Type="http://schemas.openxmlformats.org/officeDocument/2006/relationships/image" Target="../media/image483.wmf"/></Relationships>
</file>

<file path=ppt/slides/_rels/slide186.xml.rels><?xml version="1.0" encoding="UTF-8" standalone="yes"?>
<Relationships xmlns="http://schemas.openxmlformats.org/package/2006/relationships"><Relationship Id="rId3" Type="http://schemas.openxmlformats.org/officeDocument/2006/relationships/oleObject" Target="../embeddings/oleObject497.bin"/><Relationship Id="rId2" Type="http://schemas.openxmlformats.org/officeDocument/2006/relationships/slideLayout" Target="../slideLayouts/slideLayout2.xml"/><Relationship Id="rId1" Type="http://schemas.openxmlformats.org/officeDocument/2006/relationships/vmlDrawing" Target="../drawings/vmlDrawing148.vml"/><Relationship Id="rId4" Type="http://schemas.openxmlformats.org/officeDocument/2006/relationships/image" Target="../media/image484.wmf"/></Relationships>
</file>

<file path=ppt/slides/_rels/slide187.xml.rels><?xml version="1.0" encoding="UTF-8" standalone="yes"?>
<Relationships xmlns="http://schemas.openxmlformats.org/package/2006/relationships"><Relationship Id="rId8" Type="http://schemas.openxmlformats.org/officeDocument/2006/relationships/image" Target="../media/image474.wmf"/><Relationship Id="rId13" Type="http://schemas.openxmlformats.org/officeDocument/2006/relationships/oleObject" Target="../embeddings/oleObject503.bin"/><Relationship Id="rId3" Type="http://schemas.openxmlformats.org/officeDocument/2006/relationships/oleObject" Target="../embeddings/oleObject498.bin"/><Relationship Id="rId7" Type="http://schemas.openxmlformats.org/officeDocument/2006/relationships/oleObject" Target="../embeddings/oleObject500.bin"/><Relationship Id="rId12" Type="http://schemas.openxmlformats.org/officeDocument/2006/relationships/image" Target="../media/image487.wmf"/><Relationship Id="rId2" Type="http://schemas.openxmlformats.org/officeDocument/2006/relationships/slideLayout" Target="../slideLayouts/slideLayout2.xml"/><Relationship Id="rId1" Type="http://schemas.openxmlformats.org/officeDocument/2006/relationships/vmlDrawing" Target="../drawings/vmlDrawing149.vml"/><Relationship Id="rId6" Type="http://schemas.openxmlformats.org/officeDocument/2006/relationships/image" Target="../media/image473.wmf"/><Relationship Id="rId11" Type="http://schemas.openxmlformats.org/officeDocument/2006/relationships/oleObject" Target="../embeddings/oleObject502.bin"/><Relationship Id="rId5" Type="http://schemas.openxmlformats.org/officeDocument/2006/relationships/oleObject" Target="../embeddings/oleObject499.bin"/><Relationship Id="rId10" Type="http://schemas.openxmlformats.org/officeDocument/2006/relationships/image" Target="../media/image486.wmf"/><Relationship Id="rId4" Type="http://schemas.openxmlformats.org/officeDocument/2006/relationships/image" Target="../media/image485.wmf"/><Relationship Id="rId9" Type="http://schemas.openxmlformats.org/officeDocument/2006/relationships/oleObject" Target="../embeddings/oleObject501.bin"/><Relationship Id="rId14" Type="http://schemas.openxmlformats.org/officeDocument/2006/relationships/image" Target="../media/image488.wmf"/></Relationships>
</file>

<file path=ppt/slides/_rels/slide188.xml.rels><?xml version="1.0" encoding="UTF-8" standalone="yes"?>
<Relationships xmlns="http://schemas.openxmlformats.org/package/2006/relationships"><Relationship Id="rId3" Type="http://schemas.openxmlformats.org/officeDocument/2006/relationships/oleObject" Target="../embeddings/oleObject504.bin"/><Relationship Id="rId2" Type="http://schemas.openxmlformats.org/officeDocument/2006/relationships/slideLayout" Target="../slideLayouts/slideLayout2.xml"/><Relationship Id="rId1" Type="http://schemas.openxmlformats.org/officeDocument/2006/relationships/vmlDrawing" Target="../drawings/vmlDrawing150.vml"/><Relationship Id="rId6" Type="http://schemas.openxmlformats.org/officeDocument/2006/relationships/image" Target="../media/image490.wmf"/><Relationship Id="rId5" Type="http://schemas.openxmlformats.org/officeDocument/2006/relationships/oleObject" Target="../embeddings/oleObject505.bin"/><Relationship Id="rId4" Type="http://schemas.openxmlformats.org/officeDocument/2006/relationships/image" Target="../media/image489.wmf"/></Relationships>
</file>

<file path=ppt/slides/_rels/slide189.xml.rels><?xml version="1.0" encoding="UTF-8" standalone="yes"?>
<Relationships xmlns="http://schemas.openxmlformats.org/package/2006/relationships"><Relationship Id="rId8" Type="http://schemas.openxmlformats.org/officeDocument/2006/relationships/oleObject" Target="../embeddings/oleObject508.bin"/><Relationship Id="rId13" Type="http://schemas.openxmlformats.org/officeDocument/2006/relationships/image" Target="../media/image495.wmf"/><Relationship Id="rId3" Type="http://schemas.openxmlformats.org/officeDocument/2006/relationships/notesSlide" Target="../notesSlides/notesSlide8.xml"/><Relationship Id="rId7" Type="http://schemas.openxmlformats.org/officeDocument/2006/relationships/image" Target="../media/image492.wmf"/><Relationship Id="rId12" Type="http://schemas.openxmlformats.org/officeDocument/2006/relationships/oleObject" Target="../embeddings/oleObject510.bin"/><Relationship Id="rId2" Type="http://schemas.openxmlformats.org/officeDocument/2006/relationships/slideLayout" Target="../slideLayouts/slideLayout2.xml"/><Relationship Id="rId1" Type="http://schemas.openxmlformats.org/officeDocument/2006/relationships/vmlDrawing" Target="../drawings/vmlDrawing151.vml"/><Relationship Id="rId6" Type="http://schemas.openxmlformats.org/officeDocument/2006/relationships/oleObject" Target="../embeddings/oleObject507.bin"/><Relationship Id="rId11" Type="http://schemas.openxmlformats.org/officeDocument/2006/relationships/image" Target="../media/image494.wmf"/><Relationship Id="rId5" Type="http://schemas.openxmlformats.org/officeDocument/2006/relationships/image" Target="../media/image491.wmf"/><Relationship Id="rId15" Type="http://schemas.openxmlformats.org/officeDocument/2006/relationships/image" Target="../media/image496.wmf"/><Relationship Id="rId10" Type="http://schemas.openxmlformats.org/officeDocument/2006/relationships/oleObject" Target="../embeddings/oleObject509.bin"/><Relationship Id="rId4" Type="http://schemas.openxmlformats.org/officeDocument/2006/relationships/oleObject" Target="../embeddings/oleObject506.bin"/><Relationship Id="rId9" Type="http://schemas.openxmlformats.org/officeDocument/2006/relationships/image" Target="../media/image493.wmf"/><Relationship Id="rId14" Type="http://schemas.openxmlformats.org/officeDocument/2006/relationships/oleObject" Target="../embeddings/oleObject511.bin"/></Relationships>
</file>

<file path=ppt/slides/_rels/slide190.xml.rels><?xml version="1.0" encoding="UTF-8" standalone="yes"?>
<Relationships xmlns="http://schemas.openxmlformats.org/package/2006/relationships"><Relationship Id="rId8" Type="http://schemas.openxmlformats.org/officeDocument/2006/relationships/image" Target="../media/image499.wmf"/><Relationship Id="rId3" Type="http://schemas.openxmlformats.org/officeDocument/2006/relationships/oleObject" Target="../embeddings/oleObject512.bin"/><Relationship Id="rId7" Type="http://schemas.openxmlformats.org/officeDocument/2006/relationships/oleObject" Target="../embeddings/oleObject514.bin"/><Relationship Id="rId12" Type="http://schemas.openxmlformats.org/officeDocument/2006/relationships/image" Target="../media/image501.wmf"/><Relationship Id="rId2" Type="http://schemas.openxmlformats.org/officeDocument/2006/relationships/slideLayout" Target="../slideLayouts/slideLayout2.xml"/><Relationship Id="rId1" Type="http://schemas.openxmlformats.org/officeDocument/2006/relationships/vmlDrawing" Target="../drawings/vmlDrawing152.vml"/><Relationship Id="rId6" Type="http://schemas.openxmlformats.org/officeDocument/2006/relationships/image" Target="../media/image498.wmf"/><Relationship Id="rId11" Type="http://schemas.openxmlformats.org/officeDocument/2006/relationships/oleObject" Target="../embeddings/oleObject516.bin"/><Relationship Id="rId5" Type="http://schemas.openxmlformats.org/officeDocument/2006/relationships/oleObject" Target="../embeddings/oleObject513.bin"/><Relationship Id="rId10" Type="http://schemas.openxmlformats.org/officeDocument/2006/relationships/image" Target="../media/image500.wmf"/><Relationship Id="rId4" Type="http://schemas.openxmlformats.org/officeDocument/2006/relationships/image" Target="../media/image497.wmf"/><Relationship Id="rId9" Type="http://schemas.openxmlformats.org/officeDocument/2006/relationships/oleObject" Target="../embeddings/oleObject515.bin"/></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8" Type="http://schemas.openxmlformats.org/officeDocument/2006/relationships/image" Target="../media/image504.wmf"/><Relationship Id="rId13" Type="http://schemas.openxmlformats.org/officeDocument/2006/relationships/oleObject" Target="../embeddings/oleObject522.bin"/><Relationship Id="rId18" Type="http://schemas.openxmlformats.org/officeDocument/2006/relationships/image" Target="../media/image509.wmf"/><Relationship Id="rId3" Type="http://schemas.openxmlformats.org/officeDocument/2006/relationships/oleObject" Target="../embeddings/oleObject517.bin"/><Relationship Id="rId7" Type="http://schemas.openxmlformats.org/officeDocument/2006/relationships/oleObject" Target="../embeddings/oleObject519.bin"/><Relationship Id="rId12" Type="http://schemas.openxmlformats.org/officeDocument/2006/relationships/image" Target="../media/image506.wmf"/><Relationship Id="rId17" Type="http://schemas.openxmlformats.org/officeDocument/2006/relationships/oleObject" Target="../embeddings/oleObject524.bin"/><Relationship Id="rId2" Type="http://schemas.openxmlformats.org/officeDocument/2006/relationships/slideLayout" Target="../slideLayouts/slideLayout2.xml"/><Relationship Id="rId16" Type="http://schemas.openxmlformats.org/officeDocument/2006/relationships/image" Target="../media/image508.wmf"/><Relationship Id="rId1" Type="http://schemas.openxmlformats.org/officeDocument/2006/relationships/vmlDrawing" Target="../drawings/vmlDrawing153.vml"/><Relationship Id="rId6" Type="http://schemas.openxmlformats.org/officeDocument/2006/relationships/image" Target="../media/image503.wmf"/><Relationship Id="rId11" Type="http://schemas.openxmlformats.org/officeDocument/2006/relationships/oleObject" Target="../embeddings/oleObject521.bin"/><Relationship Id="rId5" Type="http://schemas.openxmlformats.org/officeDocument/2006/relationships/oleObject" Target="../embeddings/oleObject518.bin"/><Relationship Id="rId15" Type="http://schemas.openxmlformats.org/officeDocument/2006/relationships/oleObject" Target="../embeddings/oleObject523.bin"/><Relationship Id="rId10" Type="http://schemas.openxmlformats.org/officeDocument/2006/relationships/image" Target="../media/image505.wmf"/><Relationship Id="rId4" Type="http://schemas.openxmlformats.org/officeDocument/2006/relationships/image" Target="../media/image502.wmf"/><Relationship Id="rId9" Type="http://schemas.openxmlformats.org/officeDocument/2006/relationships/oleObject" Target="../embeddings/oleObject520.bin"/><Relationship Id="rId14" Type="http://schemas.openxmlformats.org/officeDocument/2006/relationships/image" Target="../media/image507.wmf"/></Relationships>
</file>

<file path=ppt/slides/_rels/slide193.xml.rels><?xml version="1.0" encoding="UTF-8" standalone="yes"?>
<Relationships xmlns="http://schemas.openxmlformats.org/package/2006/relationships"><Relationship Id="rId3" Type="http://schemas.openxmlformats.org/officeDocument/2006/relationships/oleObject" Target="../embeddings/oleObject525.bin"/><Relationship Id="rId2" Type="http://schemas.openxmlformats.org/officeDocument/2006/relationships/slideLayout" Target="../slideLayouts/slideLayout2.xml"/><Relationship Id="rId1" Type="http://schemas.openxmlformats.org/officeDocument/2006/relationships/vmlDrawing" Target="../drawings/vmlDrawing154.vml"/><Relationship Id="rId4" Type="http://schemas.openxmlformats.org/officeDocument/2006/relationships/image" Target="../media/image510.wmf"/></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8" Type="http://schemas.openxmlformats.org/officeDocument/2006/relationships/image" Target="../media/image513.wmf"/><Relationship Id="rId13" Type="http://schemas.openxmlformats.org/officeDocument/2006/relationships/oleObject" Target="../embeddings/oleObject531.bin"/><Relationship Id="rId3" Type="http://schemas.openxmlformats.org/officeDocument/2006/relationships/oleObject" Target="../embeddings/oleObject526.bin"/><Relationship Id="rId7" Type="http://schemas.openxmlformats.org/officeDocument/2006/relationships/oleObject" Target="../embeddings/oleObject528.bin"/><Relationship Id="rId12" Type="http://schemas.openxmlformats.org/officeDocument/2006/relationships/image" Target="../media/image515.wmf"/><Relationship Id="rId2" Type="http://schemas.openxmlformats.org/officeDocument/2006/relationships/slideLayout" Target="../slideLayouts/slideLayout2.xml"/><Relationship Id="rId1" Type="http://schemas.openxmlformats.org/officeDocument/2006/relationships/vmlDrawing" Target="../drawings/vmlDrawing155.vml"/><Relationship Id="rId6" Type="http://schemas.openxmlformats.org/officeDocument/2006/relationships/image" Target="../media/image512.wmf"/><Relationship Id="rId11" Type="http://schemas.openxmlformats.org/officeDocument/2006/relationships/oleObject" Target="../embeddings/oleObject530.bin"/><Relationship Id="rId5" Type="http://schemas.openxmlformats.org/officeDocument/2006/relationships/oleObject" Target="../embeddings/oleObject527.bin"/><Relationship Id="rId15" Type="http://schemas.openxmlformats.org/officeDocument/2006/relationships/oleObject" Target="../embeddings/oleObject532.bin"/><Relationship Id="rId10" Type="http://schemas.openxmlformats.org/officeDocument/2006/relationships/image" Target="../media/image514.wmf"/><Relationship Id="rId4" Type="http://schemas.openxmlformats.org/officeDocument/2006/relationships/image" Target="../media/image511.wmf"/><Relationship Id="rId9" Type="http://schemas.openxmlformats.org/officeDocument/2006/relationships/oleObject" Target="../embeddings/oleObject529.bin"/><Relationship Id="rId14" Type="http://schemas.openxmlformats.org/officeDocument/2006/relationships/image" Target="../media/image516.wmf"/></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8" Type="http://schemas.openxmlformats.org/officeDocument/2006/relationships/image" Target="../media/image519.wmf"/><Relationship Id="rId3" Type="http://schemas.openxmlformats.org/officeDocument/2006/relationships/oleObject" Target="../embeddings/oleObject533.bin"/><Relationship Id="rId7" Type="http://schemas.openxmlformats.org/officeDocument/2006/relationships/oleObject" Target="../embeddings/oleObject535.bin"/><Relationship Id="rId2" Type="http://schemas.openxmlformats.org/officeDocument/2006/relationships/slideLayout" Target="../slideLayouts/slideLayout2.xml"/><Relationship Id="rId1" Type="http://schemas.openxmlformats.org/officeDocument/2006/relationships/vmlDrawing" Target="../drawings/vmlDrawing156.vml"/><Relationship Id="rId6" Type="http://schemas.openxmlformats.org/officeDocument/2006/relationships/image" Target="../media/image518.wmf"/><Relationship Id="rId5" Type="http://schemas.openxmlformats.org/officeDocument/2006/relationships/oleObject" Target="../embeddings/oleObject534.bin"/><Relationship Id="rId10" Type="http://schemas.openxmlformats.org/officeDocument/2006/relationships/image" Target="../media/image520.png"/><Relationship Id="rId4" Type="http://schemas.openxmlformats.org/officeDocument/2006/relationships/image" Target="../media/image517.wmf"/><Relationship Id="rId9" Type="http://schemas.openxmlformats.org/officeDocument/2006/relationships/oleObject" Target="../embeddings/oleObject536.bin"/></Relationships>
</file>

<file path=ppt/slides/_rels/slide198.xml.rels><?xml version="1.0" encoding="UTF-8" standalone="yes"?>
<Relationships xmlns="http://schemas.openxmlformats.org/package/2006/relationships"><Relationship Id="rId8" Type="http://schemas.openxmlformats.org/officeDocument/2006/relationships/image" Target="../media/image523.wmf"/><Relationship Id="rId13" Type="http://schemas.openxmlformats.org/officeDocument/2006/relationships/oleObject" Target="../embeddings/oleObject542.bin"/><Relationship Id="rId18" Type="http://schemas.openxmlformats.org/officeDocument/2006/relationships/oleObject" Target="../embeddings/oleObject545.bin"/><Relationship Id="rId3" Type="http://schemas.openxmlformats.org/officeDocument/2006/relationships/oleObject" Target="../embeddings/oleObject537.bin"/><Relationship Id="rId21" Type="http://schemas.openxmlformats.org/officeDocument/2006/relationships/image" Target="../media/image528.wmf"/><Relationship Id="rId7" Type="http://schemas.openxmlformats.org/officeDocument/2006/relationships/oleObject" Target="../embeddings/oleObject539.bin"/><Relationship Id="rId12" Type="http://schemas.openxmlformats.org/officeDocument/2006/relationships/image" Target="../media/image525.wmf"/><Relationship Id="rId17" Type="http://schemas.openxmlformats.org/officeDocument/2006/relationships/image" Target="../media/image527.wmf"/><Relationship Id="rId2" Type="http://schemas.openxmlformats.org/officeDocument/2006/relationships/slideLayout" Target="../slideLayouts/slideLayout2.xml"/><Relationship Id="rId16" Type="http://schemas.openxmlformats.org/officeDocument/2006/relationships/oleObject" Target="../embeddings/oleObject544.bin"/><Relationship Id="rId20" Type="http://schemas.openxmlformats.org/officeDocument/2006/relationships/oleObject" Target="../embeddings/oleObject547.bin"/><Relationship Id="rId1" Type="http://schemas.openxmlformats.org/officeDocument/2006/relationships/vmlDrawing" Target="../drawings/vmlDrawing157.vml"/><Relationship Id="rId6" Type="http://schemas.openxmlformats.org/officeDocument/2006/relationships/image" Target="../media/image522.wmf"/><Relationship Id="rId11" Type="http://schemas.openxmlformats.org/officeDocument/2006/relationships/oleObject" Target="../embeddings/oleObject541.bin"/><Relationship Id="rId5" Type="http://schemas.openxmlformats.org/officeDocument/2006/relationships/oleObject" Target="../embeddings/oleObject538.bin"/><Relationship Id="rId15" Type="http://schemas.openxmlformats.org/officeDocument/2006/relationships/oleObject" Target="../embeddings/oleObject543.bin"/><Relationship Id="rId10" Type="http://schemas.openxmlformats.org/officeDocument/2006/relationships/image" Target="../media/image524.wmf"/><Relationship Id="rId19" Type="http://schemas.openxmlformats.org/officeDocument/2006/relationships/oleObject" Target="../embeddings/oleObject546.bin"/><Relationship Id="rId4" Type="http://schemas.openxmlformats.org/officeDocument/2006/relationships/image" Target="../media/image521.wmf"/><Relationship Id="rId9" Type="http://schemas.openxmlformats.org/officeDocument/2006/relationships/oleObject" Target="../embeddings/oleObject540.bin"/><Relationship Id="rId14" Type="http://schemas.openxmlformats.org/officeDocument/2006/relationships/image" Target="../media/image526.wmf"/></Relationships>
</file>

<file path=ppt/slides/_rels/slide199.xml.rels><?xml version="1.0" encoding="UTF-8" standalone="yes"?>
<Relationships xmlns="http://schemas.openxmlformats.org/package/2006/relationships"><Relationship Id="rId3" Type="http://schemas.openxmlformats.org/officeDocument/2006/relationships/oleObject" Target="../embeddings/oleObject548.bin"/><Relationship Id="rId2" Type="http://schemas.openxmlformats.org/officeDocument/2006/relationships/slideLayout" Target="../slideLayouts/slideLayout2.xml"/><Relationship Id="rId1" Type="http://schemas.openxmlformats.org/officeDocument/2006/relationships/vmlDrawing" Target="../drawings/vmlDrawing158.vml"/><Relationship Id="rId6" Type="http://schemas.openxmlformats.org/officeDocument/2006/relationships/image" Target="../media/image530.png"/><Relationship Id="rId5" Type="http://schemas.openxmlformats.org/officeDocument/2006/relationships/oleObject" Target="../embeddings/oleObject549.bin"/><Relationship Id="rId4" Type="http://schemas.openxmlformats.org/officeDocument/2006/relationships/image" Target="../media/image529.wmf"/></Relationships>
</file>

<file path=ppt/slides/_rels/slide200.xml.rels><?xml version="1.0" encoding="UTF-8" standalone="yes"?>
<Relationships xmlns="http://schemas.openxmlformats.org/package/2006/relationships"><Relationship Id="rId8" Type="http://schemas.openxmlformats.org/officeDocument/2006/relationships/image" Target="../media/image533.wmf"/><Relationship Id="rId13" Type="http://schemas.openxmlformats.org/officeDocument/2006/relationships/oleObject" Target="../embeddings/oleObject555.bin"/><Relationship Id="rId18" Type="http://schemas.openxmlformats.org/officeDocument/2006/relationships/image" Target="../media/image537.wmf"/><Relationship Id="rId3" Type="http://schemas.openxmlformats.org/officeDocument/2006/relationships/oleObject" Target="../embeddings/oleObject550.bin"/><Relationship Id="rId7" Type="http://schemas.openxmlformats.org/officeDocument/2006/relationships/oleObject" Target="../embeddings/oleObject552.bin"/><Relationship Id="rId12" Type="http://schemas.openxmlformats.org/officeDocument/2006/relationships/image" Target="../media/image535.wmf"/><Relationship Id="rId17" Type="http://schemas.openxmlformats.org/officeDocument/2006/relationships/oleObject" Target="../embeddings/oleObject557.bin"/><Relationship Id="rId2" Type="http://schemas.openxmlformats.org/officeDocument/2006/relationships/slideLayout" Target="../slideLayouts/slideLayout2.xml"/><Relationship Id="rId16" Type="http://schemas.openxmlformats.org/officeDocument/2006/relationships/image" Target="../media/image525.wmf"/><Relationship Id="rId1" Type="http://schemas.openxmlformats.org/officeDocument/2006/relationships/vmlDrawing" Target="../drawings/vmlDrawing159.vml"/><Relationship Id="rId6" Type="http://schemas.openxmlformats.org/officeDocument/2006/relationships/image" Target="../media/image532.wmf"/><Relationship Id="rId11" Type="http://schemas.openxmlformats.org/officeDocument/2006/relationships/oleObject" Target="../embeddings/oleObject554.bin"/><Relationship Id="rId5" Type="http://schemas.openxmlformats.org/officeDocument/2006/relationships/oleObject" Target="../embeddings/oleObject551.bin"/><Relationship Id="rId15" Type="http://schemas.openxmlformats.org/officeDocument/2006/relationships/oleObject" Target="../embeddings/oleObject556.bin"/><Relationship Id="rId10" Type="http://schemas.openxmlformats.org/officeDocument/2006/relationships/image" Target="../media/image534.wmf"/><Relationship Id="rId4" Type="http://schemas.openxmlformats.org/officeDocument/2006/relationships/image" Target="../media/image531.wmf"/><Relationship Id="rId9" Type="http://schemas.openxmlformats.org/officeDocument/2006/relationships/oleObject" Target="../embeddings/oleObject553.bin"/><Relationship Id="rId14" Type="http://schemas.openxmlformats.org/officeDocument/2006/relationships/image" Target="../media/image536.wmf"/></Relationships>
</file>

<file path=ppt/slides/_rels/slide201.xml.rels><?xml version="1.0" encoding="UTF-8" standalone="yes"?>
<Relationships xmlns="http://schemas.openxmlformats.org/package/2006/relationships"><Relationship Id="rId8" Type="http://schemas.openxmlformats.org/officeDocument/2006/relationships/image" Target="../media/image539.wmf"/><Relationship Id="rId3" Type="http://schemas.openxmlformats.org/officeDocument/2006/relationships/oleObject" Target="../embeddings/oleObject558.bin"/><Relationship Id="rId7" Type="http://schemas.openxmlformats.org/officeDocument/2006/relationships/oleObject" Target="../embeddings/oleObject560.bin"/><Relationship Id="rId2" Type="http://schemas.openxmlformats.org/officeDocument/2006/relationships/slideLayout" Target="../slideLayouts/slideLayout2.xml"/><Relationship Id="rId1" Type="http://schemas.openxmlformats.org/officeDocument/2006/relationships/vmlDrawing" Target="../drawings/vmlDrawing160.vml"/><Relationship Id="rId6" Type="http://schemas.openxmlformats.org/officeDocument/2006/relationships/image" Target="../media/image530.png"/><Relationship Id="rId11" Type="http://schemas.openxmlformats.org/officeDocument/2006/relationships/image" Target="../media/image120.png"/><Relationship Id="rId5" Type="http://schemas.openxmlformats.org/officeDocument/2006/relationships/oleObject" Target="../embeddings/oleObject559.bin"/><Relationship Id="rId10" Type="http://schemas.openxmlformats.org/officeDocument/2006/relationships/image" Target="../media/image540.wmf"/><Relationship Id="rId4" Type="http://schemas.openxmlformats.org/officeDocument/2006/relationships/image" Target="../media/image538.wmf"/><Relationship Id="rId9" Type="http://schemas.openxmlformats.org/officeDocument/2006/relationships/oleObject" Target="../embeddings/oleObject561.bin"/></Relationships>
</file>

<file path=ppt/slides/_rels/slide202.xml.rels><?xml version="1.0" encoding="UTF-8" standalone="yes"?>
<Relationships xmlns="http://schemas.openxmlformats.org/package/2006/relationships"><Relationship Id="rId8" Type="http://schemas.openxmlformats.org/officeDocument/2006/relationships/image" Target="../media/image543.png"/><Relationship Id="rId3" Type="http://schemas.openxmlformats.org/officeDocument/2006/relationships/oleObject" Target="../embeddings/oleObject562.bin"/><Relationship Id="rId7" Type="http://schemas.openxmlformats.org/officeDocument/2006/relationships/oleObject" Target="../embeddings/oleObject564.bin"/><Relationship Id="rId2" Type="http://schemas.openxmlformats.org/officeDocument/2006/relationships/slideLayout" Target="../slideLayouts/slideLayout2.xml"/><Relationship Id="rId1" Type="http://schemas.openxmlformats.org/officeDocument/2006/relationships/vmlDrawing" Target="../drawings/vmlDrawing161.vml"/><Relationship Id="rId6" Type="http://schemas.openxmlformats.org/officeDocument/2006/relationships/image" Target="../media/image542.wmf"/><Relationship Id="rId5" Type="http://schemas.openxmlformats.org/officeDocument/2006/relationships/oleObject" Target="../embeddings/oleObject563.bin"/><Relationship Id="rId4" Type="http://schemas.openxmlformats.org/officeDocument/2006/relationships/image" Target="../media/image541.wmf"/></Relationships>
</file>

<file path=ppt/slides/_rels/slide203.xml.rels><?xml version="1.0" encoding="UTF-8" standalone="yes"?>
<Relationships xmlns="http://schemas.openxmlformats.org/package/2006/relationships"><Relationship Id="rId3" Type="http://schemas.openxmlformats.org/officeDocument/2006/relationships/oleObject" Target="../embeddings/oleObject565.bin"/><Relationship Id="rId2" Type="http://schemas.openxmlformats.org/officeDocument/2006/relationships/slideLayout" Target="../slideLayouts/slideLayout2.xml"/><Relationship Id="rId1" Type="http://schemas.openxmlformats.org/officeDocument/2006/relationships/vmlDrawing" Target="../drawings/vmlDrawing162.vml"/><Relationship Id="rId4" Type="http://schemas.openxmlformats.org/officeDocument/2006/relationships/image" Target="../media/image544.wmf"/></Relationships>
</file>

<file path=ppt/slides/_rels/slide204.xml.rels><?xml version="1.0" encoding="UTF-8" standalone="yes"?>
<Relationships xmlns="http://schemas.openxmlformats.org/package/2006/relationships"><Relationship Id="rId8" Type="http://schemas.openxmlformats.org/officeDocument/2006/relationships/image" Target="../media/image546.wmf"/><Relationship Id="rId13" Type="http://schemas.openxmlformats.org/officeDocument/2006/relationships/oleObject" Target="../embeddings/oleObject571.bin"/><Relationship Id="rId3" Type="http://schemas.openxmlformats.org/officeDocument/2006/relationships/oleObject" Target="../embeddings/oleObject566.bin"/><Relationship Id="rId7" Type="http://schemas.openxmlformats.org/officeDocument/2006/relationships/oleObject" Target="../embeddings/oleObject568.bin"/><Relationship Id="rId12" Type="http://schemas.openxmlformats.org/officeDocument/2006/relationships/image" Target="../media/image540.wmf"/><Relationship Id="rId2" Type="http://schemas.openxmlformats.org/officeDocument/2006/relationships/slideLayout" Target="../slideLayouts/slideLayout2.xml"/><Relationship Id="rId16" Type="http://schemas.openxmlformats.org/officeDocument/2006/relationships/image" Target="../media/image549.wmf"/><Relationship Id="rId1" Type="http://schemas.openxmlformats.org/officeDocument/2006/relationships/vmlDrawing" Target="../drawings/vmlDrawing163.vml"/><Relationship Id="rId6" Type="http://schemas.openxmlformats.org/officeDocument/2006/relationships/image" Target="../media/image545.wmf"/><Relationship Id="rId11" Type="http://schemas.openxmlformats.org/officeDocument/2006/relationships/oleObject" Target="../embeddings/oleObject570.bin"/><Relationship Id="rId5" Type="http://schemas.openxmlformats.org/officeDocument/2006/relationships/oleObject" Target="../embeddings/oleObject567.bin"/><Relationship Id="rId15" Type="http://schemas.openxmlformats.org/officeDocument/2006/relationships/oleObject" Target="../embeddings/oleObject572.bin"/><Relationship Id="rId10" Type="http://schemas.openxmlformats.org/officeDocument/2006/relationships/image" Target="../media/image547.wmf"/><Relationship Id="rId4" Type="http://schemas.openxmlformats.org/officeDocument/2006/relationships/image" Target="../media/image513.wmf"/><Relationship Id="rId9" Type="http://schemas.openxmlformats.org/officeDocument/2006/relationships/oleObject" Target="../embeddings/oleObject569.bin"/><Relationship Id="rId14" Type="http://schemas.openxmlformats.org/officeDocument/2006/relationships/image" Target="../media/image548.wmf"/></Relationships>
</file>

<file path=ppt/slides/_rels/slide205.xml.rels><?xml version="1.0" encoding="UTF-8" standalone="yes"?>
<Relationships xmlns="http://schemas.openxmlformats.org/package/2006/relationships"><Relationship Id="rId8" Type="http://schemas.openxmlformats.org/officeDocument/2006/relationships/image" Target="../media/image552.wmf"/><Relationship Id="rId3" Type="http://schemas.openxmlformats.org/officeDocument/2006/relationships/oleObject" Target="../embeddings/oleObject573.bin"/><Relationship Id="rId7" Type="http://schemas.openxmlformats.org/officeDocument/2006/relationships/oleObject" Target="../embeddings/oleObject575.bin"/><Relationship Id="rId12" Type="http://schemas.openxmlformats.org/officeDocument/2006/relationships/image" Target="../media/image554.wmf"/><Relationship Id="rId2" Type="http://schemas.openxmlformats.org/officeDocument/2006/relationships/slideLayout" Target="../slideLayouts/slideLayout2.xml"/><Relationship Id="rId1" Type="http://schemas.openxmlformats.org/officeDocument/2006/relationships/vmlDrawing" Target="../drawings/vmlDrawing164.vml"/><Relationship Id="rId6" Type="http://schemas.openxmlformats.org/officeDocument/2006/relationships/image" Target="../media/image551.wmf"/><Relationship Id="rId11" Type="http://schemas.openxmlformats.org/officeDocument/2006/relationships/oleObject" Target="../embeddings/oleObject577.bin"/><Relationship Id="rId5" Type="http://schemas.openxmlformats.org/officeDocument/2006/relationships/oleObject" Target="../embeddings/oleObject574.bin"/><Relationship Id="rId10" Type="http://schemas.openxmlformats.org/officeDocument/2006/relationships/image" Target="../media/image553.wmf"/><Relationship Id="rId4" Type="http://schemas.openxmlformats.org/officeDocument/2006/relationships/image" Target="../media/image550.wmf"/><Relationship Id="rId9" Type="http://schemas.openxmlformats.org/officeDocument/2006/relationships/oleObject" Target="../embeddings/oleObject576.bin"/></Relationships>
</file>

<file path=ppt/slides/_rels/slide206.xml.rels><?xml version="1.0" encoding="UTF-8" standalone="yes"?>
<Relationships xmlns="http://schemas.openxmlformats.org/package/2006/relationships"><Relationship Id="rId8" Type="http://schemas.openxmlformats.org/officeDocument/2006/relationships/image" Target="../media/image557.wmf"/><Relationship Id="rId3" Type="http://schemas.openxmlformats.org/officeDocument/2006/relationships/oleObject" Target="../embeddings/oleObject578.bin"/><Relationship Id="rId7" Type="http://schemas.openxmlformats.org/officeDocument/2006/relationships/oleObject" Target="../embeddings/oleObject580.bin"/><Relationship Id="rId12" Type="http://schemas.openxmlformats.org/officeDocument/2006/relationships/image" Target="../media/image559.wmf"/><Relationship Id="rId2" Type="http://schemas.openxmlformats.org/officeDocument/2006/relationships/slideLayout" Target="../slideLayouts/slideLayout2.xml"/><Relationship Id="rId1" Type="http://schemas.openxmlformats.org/officeDocument/2006/relationships/vmlDrawing" Target="../drawings/vmlDrawing165.vml"/><Relationship Id="rId6" Type="http://schemas.openxmlformats.org/officeDocument/2006/relationships/image" Target="../media/image556.wmf"/><Relationship Id="rId11" Type="http://schemas.openxmlformats.org/officeDocument/2006/relationships/oleObject" Target="../embeddings/oleObject582.bin"/><Relationship Id="rId5" Type="http://schemas.openxmlformats.org/officeDocument/2006/relationships/oleObject" Target="../embeddings/oleObject579.bin"/><Relationship Id="rId10" Type="http://schemas.openxmlformats.org/officeDocument/2006/relationships/image" Target="../media/image558.wmf"/><Relationship Id="rId4" Type="http://schemas.openxmlformats.org/officeDocument/2006/relationships/image" Target="../media/image555.wmf"/><Relationship Id="rId9" Type="http://schemas.openxmlformats.org/officeDocument/2006/relationships/oleObject" Target="../embeddings/oleObject581.bin"/></Relationships>
</file>

<file path=ppt/slides/_rels/slide207.xml.rels><?xml version="1.0" encoding="UTF-8" standalone="yes"?>
<Relationships xmlns="http://schemas.openxmlformats.org/package/2006/relationships"><Relationship Id="rId8" Type="http://schemas.openxmlformats.org/officeDocument/2006/relationships/image" Target="../media/image562.wmf"/><Relationship Id="rId3" Type="http://schemas.openxmlformats.org/officeDocument/2006/relationships/oleObject" Target="../embeddings/oleObject583.bin"/><Relationship Id="rId7" Type="http://schemas.openxmlformats.org/officeDocument/2006/relationships/oleObject" Target="../embeddings/oleObject585.bin"/><Relationship Id="rId12" Type="http://schemas.openxmlformats.org/officeDocument/2006/relationships/image" Target="../media/image564.wmf"/><Relationship Id="rId2" Type="http://schemas.openxmlformats.org/officeDocument/2006/relationships/slideLayout" Target="../slideLayouts/slideLayout2.xml"/><Relationship Id="rId1" Type="http://schemas.openxmlformats.org/officeDocument/2006/relationships/vmlDrawing" Target="../drawings/vmlDrawing166.vml"/><Relationship Id="rId6" Type="http://schemas.openxmlformats.org/officeDocument/2006/relationships/image" Target="../media/image561.wmf"/><Relationship Id="rId11" Type="http://schemas.openxmlformats.org/officeDocument/2006/relationships/oleObject" Target="../embeddings/oleObject587.bin"/><Relationship Id="rId5" Type="http://schemas.openxmlformats.org/officeDocument/2006/relationships/oleObject" Target="../embeddings/oleObject584.bin"/><Relationship Id="rId10" Type="http://schemas.openxmlformats.org/officeDocument/2006/relationships/image" Target="../media/image563.wmf"/><Relationship Id="rId4" Type="http://schemas.openxmlformats.org/officeDocument/2006/relationships/image" Target="../media/image560.wmf"/><Relationship Id="rId9" Type="http://schemas.openxmlformats.org/officeDocument/2006/relationships/oleObject" Target="../embeddings/oleObject586.bin"/></Relationships>
</file>

<file path=ppt/slides/_rels/slide208.xml.rels><?xml version="1.0" encoding="UTF-8" standalone="yes"?>
<Relationships xmlns="http://schemas.openxmlformats.org/package/2006/relationships"><Relationship Id="rId3" Type="http://schemas.openxmlformats.org/officeDocument/2006/relationships/oleObject" Target="../embeddings/oleObject588.bin"/><Relationship Id="rId2" Type="http://schemas.openxmlformats.org/officeDocument/2006/relationships/slideLayout" Target="../slideLayouts/slideLayout2.xml"/><Relationship Id="rId1" Type="http://schemas.openxmlformats.org/officeDocument/2006/relationships/vmlDrawing" Target="../drawings/vmlDrawing167.vml"/><Relationship Id="rId4" Type="http://schemas.openxmlformats.org/officeDocument/2006/relationships/image" Target="../media/image565.wmf"/></Relationships>
</file>

<file path=ppt/slides/_rels/slide209.xml.rels><?xml version="1.0" encoding="UTF-8" standalone="yes"?>
<Relationships xmlns="http://schemas.openxmlformats.org/package/2006/relationships"><Relationship Id="rId8" Type="http://schemas.openxmlformats.org/officeDocument/2006/relationships/image" Target="../media/image568.wmf"/><Relationship Id="rId13" Type="http://schemas.openxmlformats.org/officeDocument/2006/relationships/oleObject" Target="../embeddings/oleObject594.bin"/><Relationship Id="rId3" Type="http://schemas.openxmlformats.org/officeDocument/2006/relationships/oleObject" Target="../embeddings/oleObject589.bin"/><Relationship Id="rId7" Type="http://schemas.openxmlformats.org/officeDocument/2006/relationships/oleObject" Target="../embeddings/oleObject591.bin"/><Relationship Id="rId12" Type="http://schemas.openxmlformats.org/officeDocument/2006/relationships/image" Target="../media/image570.png"/><Relationship Id="rId2" Type="http://schemas.openxmlformats.org/officeDocument/2006/relationships/slideLayout" Target="../slideLayouts/slideLayout2.xml"/><Relationship Id="rId1" Type="http://schemas.openxmlformats.org/officeDocument/2006/relationships/vmlDrawing" Target="../drawings/vmlDrawing168.vml"/><Relationship Id="rId6" Type="http://schemas.openxmlformats.org/officeDocument/2006/relationships/image" Target="../media/image567.wmf"/><Relationship Id="rId11" Type="http://schemas.openxmlformats.org/officeDocument/2006/relationships/oleObject" Target="../embeddings/oleObject593.bin"/><Relationship Id="rId5" Type="http://schemas.openxmlformats.org/officeDocument/2006/relationships/oleObject" Target="../embeddings/oleObject590.bin"/><Relationship Id="rId10" Type="http://schemas.openxmlformats.org/officeDocument/2006/relationships/image" Target="../media/image569.wmf"/><Relationship Id="rId4" Type="http://schemas.openxmlformats.org/officeDocument/2006/relationships/image" Target="../media/image566.wmf"/><Relationship Id="rId9" Type="http://schemas.openxmlformats.org/officeDocument/2006/relationships/oleObject" Target="../embeddings/oleObject592.bin"/><Relationship Id="rId14" Type="http://schemas.openxmlformats.org/officeDocument/2006/relationships/image" Target="../media/image557.wmf"/></Relationships>
</file>

<file path=ppt/slides/_rels/slide210.xml.rels><?xml version="1.0" encoding="UTF-8" standalone="yes"?>
<Relationships xmlns="http://schemas.openxmlformats.org/package/2006/relationships"><Relationship Id="rId8" Type="http://schemas.openxmlformats.org/officeDocument/2006/relationships/image" Target="../media/image573.wmf"/><Relationship Id="rId13" Type="http://schemas.openxmlformats.org/officeDocument/2006/relationships/oleObject" Target="../embeddings/oleObject600.bin"/><Relationship Id="rId3" Type="http://schemas.openxmlformats.org/officeDocument/2006/relationships/oleObject" Target="../embeddings/oleObject595.bin"/><Relationship Id="rId7" Type="http://schemas.openxmlformats.org/officeDocument/2006/relationships/oleObject" Target="../embeddings/oleObject597.bin"/><Relationship Id="rId12" Type="http://schemas.openxmlformats.org/officeDocument/2006/relationships/image" Target="../media/image575.wmf"/><Relationship Id="rId2" Type="http://schemas.openxmlformats.org/officeDocument/2006/relationships/slideLayout" Target="../slideLayouts/slideLayout2.xml"/><Relationship Id="rId16" Type="http://schemas.openxmlformats.org/officeDocument/2006/relationships/image" Target="../media/image577.wmf"/><Relationship Id="rId1" Type="http://schemas.openxmlformats.org/officeDocument/2006/relationships/vmlDrawing" Target="../drawings/vmlDrawing169.vml"/><Relationship Id="rId6" Type="http://schemas.openxmlformats.org/officeDocument/2006/relationships/image" Target="../media/image572.wmf"/><Relationship Id="rId11" Type="http://schemas.openxmlformats.org/officeDocument/2006/relationships/oleObject" Target="../embeddings/oleObject599.bin"/><Relationship Id="rId5" Type="http://schemas.openxmlformats.org/officeDocument/2006/relationships/oleObject" Target="../embeddings/oleObject596.bin"/><Relationship Id="rId15" Type="http://schemas.openxmlformats.org/officeDocument/2006/relationships/oleObject" Target="../embeddings/oleObject601.bin"/><Relationship Id="rId10" Type="http://schemas.openxmlformats.org/officeDocument/2006/relationships/image" Target="../media/image574.wmf"/><Relationship Id="rId4" Type="http://schemas.openxmlformats.org/officeDocument/2006/relationships/image" Target="../media/image571.wmf"/><Relationship Id="rId9" Type="http://schemas.openxmlformats.org/officeDocument/2006/relationships/oleObject" Target="../embeddings/oleObject598.bin"/><Relationship Id="rId14" Type="http://schemas.openxmlformats.org/officeDocument/2006/relationships/image" Target="../media/image576.wmf"/></Relationships>
</file>

<file path=ppt/slides/_rels/slide211.xml.rels><?xml version="1.0" encoding="UTF-8" standalone="yes"?>
<Relationships xmlns="http://schemas.openxmlformats.org/package/2006/relationships"><Relationship Id="rId8" Type="http://schemas.openxmlformats.org/officeDocument/2006/relationships/image" Target="../media/image580.wmf"/><Relationship Id="rId3" Type="http://schemas.openxmlformats.org/officeDocument/2006/relationships/oleObject" Target="../embeddings/oleObject602.bin"/><Relationship Id="rId7" Type="http://schemas.openxmlformats.org/officeDocument/2006/relationships/oleObject" Target="../embeddings/oleObject604.bin"/><Relationship Id="rId2" Type="http://schemas.openxmlformats.org/officeDocument/2006/relationships/slideLayout" Target="../slideLayouts/slideLayout2.xml"/><Relationship Id="rId1" Type="http://schemas.openxmlformats.org/officeDocument/2006/relationships/vmlDrawing" Target="../drawings/vmlDrawing170.vml"/><Relationship Id="rId6" Type="http://schemas.openxmlformats.org/officeDocument/2006/relationships/image" Target="../media/image579.wmf"/><Relationship Id="rId5" Type="http://schemas.openxmlformats.org/officeDocument/2006/relationships/oleObject" Target="../embeddings/oleObject603.bin"/><Relationship Id="rId4" Type="http://schemas.openxmlformats.org/officeDocument/2006/relationships/image" Target="../media/image578.wmf"/></Relationships>
</file>

<file path=ppt/slides/_rels/slide212.xml.rels><?xml version="1.0" encoding="UTF-8" standalone="yes"?>
<Relationships xmlns="http://schemas.openxmlformats.org/package/2006/relationships"><Relationship Id="rId3" Type="http://schemas.openxmlformats.org/officeDocument/2006/relationships/oleObject" Target="../embeddings/oleObject605.bin"/><Relationship Id="rId2" Type="http://schemas.openxmlformats.org/officeDocument/2006/relationships/slideLayout" Target="../slideLayouts/slideLayout2.xml"/><Relationship Id="rId1" Type="http://schemas.openxmlformats.org/officeDocument/2006/relationships/vmlDrawing" Target="../drawings/vmlDrawing171.vml"/><Relationship Id="rId6" Type="http://schemas.openxmlformats.org/officeDocument/2006/relationships/image" Target="../media/image582.wmf"/><Relationship Id="rId5" Type="http://schemas.openxmlformats.org/officeDocument/2006/relationships/oleObject" Target="../embeddings/oleObject606.bin"/><Relationship Id="rId4" Type="http://schemas.openxmlformats.org/officeDocument/2006/relationships/image" Target="../media/image581.wmf"/></Relationships>
</file>

<file path=ppt/slides/_rels/slide213.xml.rels><?xml version="1.0" encoding="UTF-8" standalone="yes"?>
<Relationships xmlns="http://schemas.openxmlformats.org/package/2006/relationships"><Relationship Id="rId3" Type="http://schemas.openxmlformats.org/officeDocument/2006/relationships/oleObject" Target="../embeddings/oleObject607.bin"/><Relationship Id="rId2" Type="http://schemas.openxmlformats.org/officeDocument/2006/relationships/slideLayout" Target="../slideLayouts/slideLayout2.xml"/><Relationship Id="rId1" Type="http://schemas.openxmlformats.org/officeDocument/2006/relationships/vmlDrawing" Target="../drawings/vmlDrawing172.vml"/><Relationship Id="rId6" Type="http://schemas.openxmlformats.org/officeDocument/2006/relationships/image" Target="../media/image584.wmf"/><Relationship Id="rId5" Type="http://schemas.openxmlformats.org/officeDocument/2006/relationships/oleObject" Target="../embeddings/oleObject608.bin"/><Relationship Id="rId4" Type="http://schemas.openxmlformats.org/officeDocument/2006/relationships/image" Target="../media/image583.wmf"/></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8" Type="http://schemas.openxmlformats.org/officeDocument/2006/relationships/image" Target="../media/image587.wmf"/><Relationship Id="rId13" Type="http://schemas.openxmlformats.org/officeDocument/2006/relationships/oleObject" Target="../embeddings/oleObject607.bin"/><Relationship Id="rId3" Type="http://schemas.openxmlformats.org/officeDocument/2006/relationships/oleObject" Target="../embeddings/oleObject609.bin"/><Relationship Id="rId7" Type="http://schemas.openxmlformats.org/officeDocument/2006/relationships/oleObject" Target="../embeddings/oleObject611.bin"/><Relationship Id="rId12" Type="http://schemas.openxmlformats.org/officeDocument/2006/relationships/image" Target="../media/image589.wmf"/><Relationship Id="rId2" Type="http://schemas.openxmlformats.org/officeDocument/2006/relationships/slideLayout" Target="../slideLayouts/slideLayout2.xml"/><Relationship Id="rId1" Type="http://schemas.openxmlformats.org/officeDocument/2006/relationships/vmlDrawing" Target="../drawings/vmlDrawing173.vml"/><Relationship Id="rId6" Type="http://schemas.openxmlformats.org/officeDocument/2006/relationships/image" Target="../media/image586.wmf"/><Relationship Id="rId11" Type="http://schemas.openxmlformats.org/officeDocument/2006/relationships/oleObject" Target="../embeddings/oleObject613.bin"/><Relationship Id="rId5" Type="http://schemas.openxmlformats.org/officeDocument/2006/relationships/oleObject" Target="../embeddings/oleObject610.bin"/><Relationship Id="rId10" Type="http://schemas.openxmlformats.org/officeDocument/2006/relationships/image" Target="../media/image588.wmf"/><Relationship Id="rId4" Type="http://schemas.openxmlformats.org/officeDocument/2006/relationships/image" Target="../media/image585.wmf"/><Relationship Id="rId9" Type="http://schemas.openxmlformats.org/officeDocument/2006/relationships/oleObject" Target="../embeddings/oleObject612.bin"/><Relationship Id="rId14" Type="http://schemas.openxmlformats.org/officeDocument/2006/relationships/image" Target="../media/image583.wmf"/></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8" Type="http://schemas.openxmlformats.org/officeDocument/2006/relationships/image" Target="../media/image592.png"/><Relationship Id="rId3" Type="http://schemas.openxmlformats.org/officeDocument/2006/relationships/oleObject" Target="../embeddings/oleObject614.bin"/><Relationship Id="rId7" Type="http://schemas.openxmlformats.org/officeDocument/2006/relationships/oleObject" Target="../embeddings/oleObject616.bin"/><Relationship Id="rId2" Type="http://schemas.openxmlformats.org/officeDocument/2006/relationships/slideLayout" Target="../slideLayouts/slideLayout2.xml"/><Relationship Id="rId1" Type="http://schemas.openxmlformats.org/officeDocument/2006/relationships/vmlDrawing" Target="../drawings/vmlDrawing174.vml"/><Relationship Id="rId6" Type="http://schemas.openxmlformats.org/officeDocument/2006/relationships/image" Target="../media/image591.wmf"/><Relationship Id="rId5" Type="http://schemas.openxmlformats.org/officeDocument/2006/relationships/oleObject" Target="../embeddings/oleObject615.bin"/><Relationship Id="rId4" Type="http://schemas.openxmlformats.org/officeDocument/2006/relationships/image" Target="../media/image590.wmf"/><Relationship Id="rId9" Type="http://schemas.openxmlformats.org/officeDocument/2006/relationships/image" Target="../media/image593.gif"/></Relationships>
</file>

<file path=ppt/slides/_rels/slide219.xml.rels><?xml version="1.0" encoding="UTF-8" standalone="yes"?>
<Relationships xmlns="http://schemas.openxmlformats.org/package/2006/relationships"><Relationship Id="rId8" Type="http://schemas.openxmlformats.org/officeDocument/2006/relationships/image" Target="../media/image596.wmf"/><Relationship Id="rId3" Type="http://schemas.openxmlformats.org/officeDocument/2006/relationships/oleObject" Target="../embeddings/oleObject617.bin"/><Relationship Id="rId7" Type="http://schemas.openxmlformats.org/officeDocument/2006/relationships/oleObject" Target="../embeddings/oleObject619.bin"/><Relationship Id="rId2" Type="http://schemas.openxmlformats.org/officeDocument/2006/relationships/slideLayout" Target="../slideLayouts/slideLayout2.xml"/><Relationship Id="rId1" Type="http://schemas.openxmlformats.org/officeDocument/2006/relationships/vmlDrawing" Target="../drawings/vmlDrawing175.vml"/><Relationship Id="rId6" Type="http://schemas.openxmlformats.org/officeDocument/2006/relationships/image" Target="../media/image595.wmf"/><Relationship Id="rId5" Type="http://schemas.openxmlformats.org/officeDocument/2006/relationships/oleObject" Target="../embeddings/oleObject618.bin"/><Relationship Id="rId4" Type="http://schemas.openxmlformats.org/officeDocument/2006/relationships/image" Target="../media/image594.wmf"/></Relationships>
</file>

<file path=ppt/slides/_rels/slide220.xml.rels><?xml version="1.0" encoding="UTF-8" standalone="yes"?>
<Relationships xmlns="http://schemas.openxmlformats.org/package/2006/relationships"><Relationship Id="rId3" Type="http://schemas.openxmlformats.org/officeDocument/2006/relationships/oleObject" Target="../embeddings/oleObject620.bin"/><Relationship Id="rId2" Type="http://schemas.openxmlformats.org/officeDocument/2006/relationships/slideLayout" Target="../slideLayouts/slideLayout2.xml"/><Relationship Id="rId1" Type="http://schemas.openxmlformats.org/officeDocument/2006/relationships/vmlDrawing" Target="../drawings/vmlDrawing176.vml"/><Relationship Id="rId6" Type="http://schemas.openxmlformats.org/officeDocument/2006/relationships/image" Target="../media/image598.wmf"/><Relationship Id="rId5" Type="http://schemas.openxmlformats.org/officeDocument/2006/relationships/oleObject" Target="../embeddings/oleObject621.bin"/><Relationship Id="rId4" Type="http://schemas.openxmlformats.org/officeDocument/2006/relationships/image" Target="../media/image597.wmf"/></Relationships>
</file>

<file path=ppt/slides/_rels/slide221.xml.rels><?xml version="1.0" encoding="UTF-8" standalone="yes"?>
<Relationships xmlns="http://schemas.openxmlformats.org/package/2006/relationships"><Relationship Id="rId3" Type="http://schemas.openxmlformats.org/officeDocument/2006/relationships/oleObject" Target="../embeddings/oleObject622.bin"/><Relationship Id="rId2" Type="http://schemas.openxmlformats.org/officeDocument/2006/relationships/slideLayout" Target="../slideLayouts/slideLayout2.xml"/><Relationship Id="rId1" Type="http://schemas.openxmlformats.org/officeDocument/2006/relationships/vmlDrawing" Target="../drawings/vmlDrawing177.vml"/><Relationship Id="rId4" Type="http://schemas.openxmlformats.org/officeDocument/2006/relationships/image" Target="../media/image599.wmf"/></Relationships>
</file>

<file path=ppt/slides/_rels/slide222.xml.rels><?xml version="1.0" encoding="UTF-8" standalone="yes"?>
<Relationships xmlns="http://schemas.openxmlformats.org/package/2006/relationships"><Relationship Id="rId3" Type="http://schemas.openxmlformats.org/officeDocument/2006/relationships/oleObject" Target="../embeddings/oleObject623.bin"/><Relationship Id="rId2" Type="http://schemas.openxmlformats.org/officeDocument/2006/relationships/slideLayout" Target="../slideLayouts/slideLayout2.xml"/><Relationship Id="rId1" Type="http://schemas.openxmlformats.org/officeDocument/2006/relationships/vmlDrawing" Target="../drawings/vmlDrawing178.vml"/><Relationship Id="rId6" Type="http://schemas.openxmlformats.org/officeDocument/2006/relationships/image" Target="../media/image601.wmf"/><Relationship Id="rId5" Type="http://schemas.openxmlformats.org/officeDocument/2006/relationships/oleObject" Target="../embeddings/oleObject624.bin"/><Relationship Id="rId4" Type="http://schemas.openxmlformats.org/officeDocument/2006/relationships/image" Target="../media/image600.wmf"/></Relationships>
</file>

<file path=ppt/slides/_rels/slide223.xml.rels><?xml version="1.0" encoding="UTF-8" standalone="yes"?>
<Relationships xmlns="http://schemas.openxmlformats.org/package/2006/relationships"><Relationship Id="rId2" Type="http://schemas.openxmlformats.org/officeDocument/2006/relationships/image" Target="../media/image602.gif"/><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oleObject" Target="../embeddings/oleObject625.bin"/><Relationship Id="rId2" Type="http://schemas.openxmlformats.org/officeDocument/2006/relationships/slideLayout" Target="../slideLayouts/slideLayout2.xml"/><Relationship Id="rId1" Type="http://schemas.openxmlformats.org/officeDocument/2006/relationships/vmlDrawing" Target="../drawings/vmlDrawing179.vml"/><Relationship Id="rId4" Type="http://schemas.openxmlformats.org/officeDocument/2006/relationships/image" Target="../media/image603.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3" Type="http://schemas.openxmlformats.org/officeDocument/2006/relationships/oleObject" Target="../embeddings/oleObject626.bin"/><Relationship Id="rId2" Type="http://schemas.openxmlformats.org/officeDocument/2006/relationships/slideLayout" Target="../slideLayouts/slideLayout2.xml"/><Relationship Id="rId1" Type="http://schemas.openxmlformats.org/officeDocument/2006/relationships/vmlDrawing" Target="../drawings/vmlDrawing180.vml"/><Relationship Id="rId4" Type="http://schemas.openxmlformats.org/officeDocument/2006/relationships/image" Target="../media/image604.wmf"/></Relationships>
</file>

<file path=ppt/slides/_rels/slide227.xml.rels><?xml version="1.0" encoding="UTF-8" standalone="yes"?>
<Relationships xmlns="http://schemas.openxmlformats.org/package/2006/relationships"><Relationship Id="rId3" Type="http://schemas.openxmlformats.org/officeDocument/2006/relationships/oleObject" Target="../embeddings/oleObject627.bin"/><Relationship Id="rId2" Type="http://schemas.openxmlformats.org/officeDocument/2006/relationships/slideLayout" Target="../slideLayouts/slideLayout2.xml"/><Relationship Id="rId1" Type="http://schemas.openxmlformats.org/officeDocument/2006/relationships/vmlDrawing" Target="../drawings/vmlDrawing181.vml"/><Relationship Id="rId4" Type="http://schemas.openxmlformats.org/officeDocument/2006/relationships/image" Target="../media/image605.png"/></Relationships>
</file>

<file path=ppt/slides/_rels/slide228.xml.rels><?xml version="1.0" encoding="UTF-8" standalone="yes"?>
<Relationships xmlns="http://schemas.openxmlformats.org/package/2006/relationships"><Relationship Id="rId8" Type="http://schemas.openxmlformats.org/officeDocument/2006/relationships/image" Target="../media/image608.wmf"/><Relationship Id="rId13" Type="http://schemas.openxmlformats.org/officeDocument/2006/relationships/oleObject" Target="../embeddings/oleObject633.bin"/><Relationship Id="rId3" Type="http://schemas.openxmlformats.org/officeDocument/2006/relationships/oleObject" Target="../embeddings/oleObject628.bin"/><Relationship Id="rId7" Type="http://schemas.openxmlformats.org/officeDocument/2006/relationships/oleObject" Target="../embeddings/oleObject630.bin"/><Relationship Id="rId12" Type="http://schemas.openxmlformats.org/officeDocument/2006/relationships/image" Target="../media/image610.wmf"/><Relationship Id="rId2" Type="http://schemas.openxmlformats.org/officeDocument/2006/relationships/slideLayout" Target="../slideLayouts/slideLayout2.xml"/><Relationship Id="rId1" Type="http://schemas.openxmlformats.org/officeDocument/2006/relationships/vmlDrawing" Target="../drawings/vmlDrawing182.vml"/><Relationship Id="rId6" Type="http://schemas.openxmlformats.org/officeDocument/2006/relationships/image" Target="../media/image607.wmf"/><Relationship Id="rId11" Type="http://schemas.openxmlformats.org/officeDocument/2006/relationships/oleObject" Target="../embeddings/oleObject632.bin"/><Relationship Id="rId5" Type="http://schemas.openxmlformats.org/officeDocument/2006/relationships/oleObject" Target="../embeddings/oleObject629.bin"/><Relationship Id="rId10" Type="http://schemas.openxmlformats.org/officeDocument/2006/relationships/image" Target="../media/image609.wmf"/><Relationship Id="rId4" Type="http://schemas.openxmlformats.org/officeDocument/2006/relationships/image" Target="../media/image606.wmf"/><Relationship Id="rId9" Type="http://schemas.openxmlformats.org/officeDocument/2006/relationships/oleObject" Target="../embeddings/oleObject631.bin"/><Relationship Id="rId14" Type="http://schemas.openxmlformats.org/officeDocument/2006/relationships/image" Target="../media/image611.wmf"/></Relationships>
</file>

<file path=ppt/slides/_rels/slide229.xml.rels><?xml version="1.0" encoding="UTF-8" standalone="yes"?>
<Relationships xmlns="http://schemas.openxmlformats.org/package/2006/relationships"><Relationship Id="rId8" Type="http://schemas.openxmlformats.org/officeDocument/2006/relationships/image" Target="../media/image614.wmf"/><Relationship Id="rId13" Type="http://schemas.openxmlformats.org/officeDocument/2006/relationships/oleObject" Target="../embeddings/oleObject639.bin"/><Relationship Id="rId3" Type="http://schemas.openxmlformats.org/officeDocument/2006/relationships/oleObject" Target="../embeddings/oleObject634.bin"/><Relationship Id="rId7" Type="http://schemas.openxmlformats.org/officeDocument/2006/relationships/oleObject" Target="../embeddings/oleObject636.bin"/><Relationship Id="rId12" Type="http://schemas.openxmlformats.org/officeDocument/2006/relationships/image" Target="../media/image616.wmf"/><Relationship Id="rId2" Type="http://schemas.openxmlformats.org/officeDocument/2006/relationships/slideLayout" Target="../slideLayouts/slideLayout2.xml"/><Relationship Id="rId1" Type="http://schemas.openxmlformats.org/officeDocument/2006/relationships/vmlDrawing" Target="../drawings/vmlDrawing183.vml"/><Relationship Id="rId6" Type="http://schemas.openxmlformats.org/officeDocument/2006/relationships/image" Target="../media/image613.wmf"/><Relationship Id="rId11" Type="http://schemas.openxmlformats.org/officeDocument/2006/relationships/oleObject" Target="../embeddings/oleObject638.bin"/><Relationship Id="rId5" Type="http://schemas.openxmlformats.org/officeDocument/2006/relationships/oleObject" Target="../embeddings/oleObject635.bin"/><Relationship Id="rId10" Type="http://schemas.openxmlformats.org/officeDocument/2006/relationships/image" Target="../media/image615.wmf"/><Relationship Id="rId4" Type="http://schemas.openxmlformats.org/officeDocument/2006/relationships/image" Target="../media/image612.wmf"/><Relationship Id="rId9" Type="http://schemas.openxmlformats.org/officeDocument/2006/relationships/oleObject" Target="../embeddings/oleObject637.bin"/><Relationship Id="rId14" Type="http://schemas.openxmlformats.org/officeDocument/2006/relationships/image" Target="../media/image617.wmf"/></Relationships>
</file>

<file path=ppt/slides/_rels/slide230.xml.rels><?xml version="1.0" encoding="UTF-8" standalone="yes"?>
<Relationships xmlns="http://schemas.openxmlformats.org/package/2006/relationships"><Relationship Id="rId3" Type="http://schemas.openxmlformats.org/officeDocument/2006/relationships/oleObject" Target="../embeddings/oleObject640.bin"/><Relationship Id="rId2" Type="http://schemas.openxmlformats.org/officeDocument/2006/relationships/slideLayout" Target="../slideLayouts/slideLayout2.xml"/><Relationship Id="rId1" Type="http://schemas.openxmlformats.org/officeDocument/2006/relationships/vmlDrawing" Target="../drawings/vmlDrawing184.vml"/><Relationship Id="rId6" Type="http://schemas.openxmlformats.org/officeDocument/2006/relationships/image" Target="../media/image619.wmf"/><Relationship Id="rId5" Type="http://schemas.openxmlformats.org/officeDocument/2006/relationships/oleObject" Target="../embeddings/oleObject641.bin"/><Relationship Id="rId4" Type="http://schemas.openxmlformats.org/officeDocument/2006/relationships/image" Target="../media/image618.wmf"/></Relationships>
</file>

<file path=ppt/slides/_rels/slide231.xml.rels><?xml version="1.0" encoding="UTF-8" standalone="yes"?>
<Relationships xmlns="http://schemas.openxmlformats.org/package/2006/relationships"><Relationship Id="rId8" Type="http://schemas.openxmlformats.org/officeDocument/2006/relationships/image" Target="../media/image622.wmf"/><Relationship Id="rId13" Type="http://schemas.openxmlformats.org/officeDocument/2006/relationships/oleObject" Target="../embeddings/oleObject647.bin"/><Relationship Id="rId3" Type="http://schemas.openxmlformats.org/officeDocument/2006/relationships/oleObject" Target="../embeddings/oleObject642.bin"/><Relationship Id="rId7" Type="http://schemas.openxmlformats.org/officeDocument/2006/relationships/oleObject" Target="../embeddings/oleObject644.bin"/><Relationship Id="rId12" Type="http://schemas.openxmlformats.org/officeDocument/2006/relationships/image" Target="../media/image624.wmf"/><Relationship Id="rId2" Type="http://schemas.openxmlformats.org/officeDocument/2006/relationships/slideLayout" Target="../slideLayouts/slideLayout2.xml"/><Relationship Id="rId1" Type="http://schemas.openxmlformats.org/officeDocument/2006/relationships/vmlDrawing" Target="../drawings/vmlDrawing185.vml"/><Relationship Id="rId6" Type="http://schemas.openxmlformats.org/officeDocument/2006/relationships/image" Target="../media/image621.wmf"/><Relationship Id="rId11" Type="http://schemas.openxmlformats.org/officeDocument/2006/relationships/oleObject" Target="../embeddings/oleObject646.bin"/><Relationship Id="rId5" Type="http://schemas.openxmlformats.org/officeDocument/2006/relationships/oleObject" Target="../embeddings/oleObject643.bin"/><Relationship Id="rId10" Type="http://schemas.openxmlformats.org/officeDocument/2006/relationships/image" Target="../media/image623.wmf"/><Relationship Id="rId4" Type="http://schemas.openxmlformats.org/officeDocument/2006/relationships/image" Target="../media/image620.wmf"/><Relationship Id="rId9" Type="http://schemas.openxmlformats.org/officeDocument/2006/relationships/oleObject" Target="../embeddings/oleObject645.bin"/><Relationship Id="rId14" Type="http://schemas.openxmlformats.org/officeDocument/2006/relationships/image" Target="../media/image625.wmf"/></Relationships>
</file>

<file path=ppt/slides/_rels/slide232.xml.rels><?xml version="1.0" encoding="UTF-8" standalone="yes"?>
<Relationships xmlns="http://schemas.openxmlformats.org/package/2006/relationships"><Relationship Id="rId3" Type="http://schemas.openxmlformats.org/officeDocument/2006/relationships/oleObject" Target="../embeddings/oleObject648.bin"/><Relationship Id="rId2" Type="http://schemas.openxmlformats.org/officeDocument/2006/relationships/slideLayout" Target="../slideLayouts/slideLayout2.xml"/><Relationship Id="rId1" Type="http://schemas.openxmlformats.org/officeDocument/2006/relationships/vmlDrawing" Target="../drawings/vmlDrawing186.vml"/><Relationship Id="rId4" Type="http://schemas.openxmlformats.org/officeDocument/2006/relationships/image" Target="../media/image626.png"/></Relationships>
</file>

<file path=ppt/slides/_rels/slide233.xml.rels><?xml version="1.0" encoding="UTF-8" standalone="yes"?>
<Relationships xmlns="http://schemas.openxmlformats.org/package/2006/relationships"><Relationship Id="rId3" Type="http://schemas.openxmlformats.org/officeDocument/2006/relationships/oleObject" Target="../embeddings/oleObject649.bin"/><Relationship Id="rId2" Type="http://schemas.openxmlformats.org/officeDocument/2006/relationships/slideLayout" Target="../slideLayouts/slideLayout2.xml"/><Relationship Id="rId1" Type="http://schemas.openxmlformats.org/officeDocument/2006/relationships/vmlDrawing" Target="../drawings/vmlDrawing187.vml"/><Relationship Id="rId4" Type="http://schemas.openxmlformats.org/officeDocument/2006/relationships/image" Target="../media/image627.wmf"/></Relationships>
</file>

<file path=ppt/slides/_rels/slide234.xml.rels><?xml version="1.0" encoding="UTF-8" standalone="yes"?>
<Relationships xmlns="http://schemas.openxmlformats.org/package/2006/relationships"><Relationship Id="rId3" Type="http://schemas.openxmlformats.org/officeDocument/2006/relationships/oleObject" Target="../embeddings/oleObject650.bin"/><Relationship Id="rId2" Type="http://schemas.openxmlformats.org/officeDocument/2006/relationships/slideLayout" Target="../slideLayouts/slideLayout2.xml"/><Relationship Id="rId1" Type="http://schemas.openxmlformats.org/officeDocument/2006/relationships/vmlDrawing" Target="../drawings/vmlDrawing188.vml"/><Relationship Id="rId6" Type="http://schemas.openxmlformats.org/officeDocument/2006/relationships/image" Target="../media/image629.wmf"/><Relationship Id="rId5" Type="http://schemas.openxmlformats.org/officeDocument/2006/relationships/oleObject" Target="../embeddings/oleObject651.bin"/><Relationship Id="rId4" Type="http://schemas.openxmlformats.org/officeDocument/2006/relationships/image" Target="../media/image628.wmf"/></Relationships>
</file>

<file path=ppt/slides/_rels/slide235.xml.rels><?xml version="1.0" encoding="UTF-8" standalone="yes"?>
<Relationships xmlns="http://schemas.openxmlformats.org/package/2006/relationships"><Relationship Id="rId3" Type="http://schemas.openxmlformats.org/officeDocument/2006/relationships/oleObject" Target="../embeddings/oleObject652.bin"/><Relationship Id="rId2" Type="http://schemas.openxmlformats.org/officeDocument/2006/relationships/slideLayout" Target="../slideLayouts/slideLayout2.xml"/><Relationship Id="rId1" Type="http://schemas.openxmlformats.org/officeDocument/2006/relationships/vmlDrawing" Target="../drawings/vmlDrawing189.vml"/><Relationship Id="rId4" Type="http://schemas.openxmlformats.org/officeDocument/2006/relationships/image" Target="../media/image630.png"/></Relationships>
</file>

<file path=ppt/slides/_rels/slide236.xml.rels><?xml version="1.0" encoding="UTF-8" standalone="yes"?>
<Relationships xmlns="http://schemas.openxmlformats.org/package/2006/relationships"><Relationship Id="rId8" Type="http://schemas.openxmlformats.org/officeDocument/2006/relationships/image" Target="../media/image633.wmf"/><Relationship Id="rId3" Type="http://schemas.openxmlformats.org/officeDocument/2006/relationships/oleObject" Target="../embeddings/oleObject653.bin"/><Relationship Id="rId7" Type="http://schemas.openxmlformats.org/officeDocument/2006/relationships/oleObject" Target="../embeddings/oleObject655.bin"/><Relationship Id="rId12" Type="http://schemas.openxmlformats.org/officeDocument/2006/relationships/image" Target="../media/image635.wmf"/><Relationship Id="rId2" Type="http://schemas.openxmlformats.org/officeDocument/2006/relationships/slideLayout" Target="../slideLayouts/slideLayout2.xml"/><Relationship Id="rId1" Type="http://schemas.openxmlformats.org/officeDocument/2006/relationships/vmlDrawing" Target="../drawings/vmlDrawing190.vml"/><Relationship Id="rId6" Type="http://schemas.openxmlformats.org/officeDocument/2006/relationships/image" Target="../media/image632.wmf"/><Relationship Id="rId11" Type="http://schemas.openxmlformats.org/officeDocument/2006/relationships/oleObject" Target="../embeddings/oleObject657.bin"/><Relationship Id="rId5" Type="http://schemas.openxmlformats.org/officeDocument/2006/relationships/oleObject" Target="../embeddings/oleObject654.bin"/><Relationship Id="rId10" Type="http://schemas.openxmlformats.org/officeDocument/2006/relationships/image" Target="../media/image634.wmf"/><Relationship Id="rId4" Type="http://schemas.openxmlformats.org/officeDocument/2006/relationships/image" Target="../media/image631.wmf"/><Relationship Id="rId9" Type="http://schemas.openxmlformats.org/officeDocument/2006/relationships/oleObject" Target="../embeddings/oleObject656.bin"/></Relationships>
</file>

<file path=ppt/slides/_rels/slide237.xml.rels><?xml version="1.0" encoding="UTF-8" standalone="yes"?>
<Relationships xmlns="http://schemas.openxmlformats.org/package/2006/relationships"><Relationship Id="rId3" Type="http://schemas.openxmlformats.org/officeDocument/2006/relationships/oleObject" Target="../embeddings/oleObject658.bin"/><Relationship Id="rId2" Type="http://schemas.openxmlformats.org/officeDocument/2006/relationships/slideLayout" Target="../slideLayouts/slideLayout2.xml"/><Relationship Id="rId1" Type="http://schemas.openxmlformats.org/officeDocument/2006/relationships/vmlDrawing" Target="../drawings/vmlDrawing191.vml"/><Relationship Id="rId6" Type="http://schemas.openxmlformats.org/officeDocument/2006/relationships/image" Target="../media/image637.wmf"/><Relationship Id="rId5" Type="http://schemas.openxmlformats.org/officeDocument/2006/relationships/oleObject" Target="../embeddings/oleObject659.bin"/><Relationship Id="rId4" Type="http://schemas.openxmlformats.org/officeDocument/2006/relationships/image" Target="../media/image636.wmf"/></Relationships>
</file>

<file path=ppt/slides/_rels/slide238.xml.rels><?xml version="1.0" encoding="UTF-8" standalone="yes"?>
<Relationships xmlns="http://schemas.openxmlformats.org/package/2006/relationships"><Relationship Id="rId8" Type="http://schemas.openxmlformats.org/officeDocument/2006/relationships/image" Target="../media/image640.wmf"/><Relationship Id="rId3" Type="http://schemas.openxmlformats.org/officeDocument/2006/relationships/oleObject" Target="../embeddings/oleObject660.bin"/><Relationship Id="rId7" Type="http://schemas.openxmlformats.org/officeDocument/2006/relationships/oleObject" Target="../embeddings/oleObject662.bin"/><Relationship Id="rId2" Type="http://schemas.openxmlformats.org/officeDocument/2006/relationships/slideLayout" Target="../slideLayouts/slideLayout2.xml"/><Relationship Id="rId1" Type="http://schemas.openxmlformats.org/officeDocument/2006/relationships/vmlDrawing" Target="../drawings/vmlDrawing192.vml"/><Relationship Id="rId6" Type="http://schemas.openxmlformats.org/officeDocument/2006/relationships/image" Target="../media/image639.wmf"/><Relationship Id="rId5" Type="http://schemas.openxmlformats.org/officeDocument/2006/relationships/oleObject" Target="../embeddings/oleObject661.bin"/><Relationship Id="rId10" Type="http://schemas.openxmlformats.org/officeDocument/2006/relationships/image" Target="../media/image641.wmf"/><Relationship Id="rId4" Type="http://schemas.openxmlformats.org/officeDocument/2006/relationships/image" Target="../media/image638.wmf"/><Relationship Id="rId9" Type="http://schemas.openxmlformats.org/officeDocument/2006/relationships/oleObject" Target="../embeddings/oleObject663.bin"/></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8" Type="http://schemas.openxmlformats.org/officeDocument/2006/relationships/image" Target="../media/image644.wmf"/><Relationship Id="rId3" Type="http://schemas.openxmlformats.org/officeDocument/2006/relationships/oleObject" Target="../embeddings/oleObject664.bin"/><Relationship Id="rId7" Type="http://schemas.openxmlformats.org/officeDocument/2006/relationships/oleObject" Target="../embeddings/oleObject666.bin"/><Relationship Id="rId2" Type="http://schemas.openxmlformats.org/officeDocument/2006/relationships/slideLayout" Target="../slideLayouts/slideLayout2.xml"/><Relationship Id="rId1" Type="http://schemas.openxmlformats.org/officeDocument/2006/relationships/vmlDrawing" Target="../drawings/vmlDrawing193.vml"/><Relationship Id="rId6" Type="http://schemas.openxmlformats.org/officeDocument/2006/relationships/image" Target="../media/image643.wmf"/><Relationship Id="rId5" Type="http://schemas.openxmlformats.org/officeDocument/2006/relationships/oleObject" Target="../embeddings/oleObject665.bin"/><Relationship Id="rId4" Type="http://schemas.openxmlformats.org/officeDocument/2006/relationships/image" Target="../media/image642.wmf"/></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3" Type="http://schemas.openxmlformats.org/officeDocument/2006/relationships/oleObject" Target="../embeddings/oleObject667.bin"/><Relationship Id="rId2" Type="http://schemas.openxmlformats.org/officeDocument/2006/relationships/slideLayout" Target="../slideLayouts/slideLayout2.xml"/><Relationship Id="rId1" Type="http://schemas.openxmlformats.org/officeDocument/2006/relationships/vmlDrawing" Target="../drawings/vmlDrawing194.vml"/><Relationship Id="rId6" Type="http://schemas.openxmlformats.org/officeDocument/2006/relationships/image" Target="../media/image646.wmf"/><Relationship Id="rId5" Type="http://schemas.openxmlformats.org/officeDocument/2006/relationships/oleObject" Target="../embeddings/oleObject668.bin"/><Relationship Id="rId4" Type="http://schemas.openxmlformats.org/officeDocument/2006/relationships/image" Target="../media/image645.wmf"/></Relationships>
</file>

<file path=ppt/slides/_rels/slide243.xml.rels><?xml version="1.0" encoding="UTF-8" standalone="yes"?>
<Relationships xmlns="http://schemas.openxmlformats.org/package/2006/relationships"><Relationship Id="rId3" Type="http://schemas.openxmlformats.org/officeDocument/2006/relationships/oleObject" Target="../embeddings/oleObject669.bin"/><Relationship Id="rId2" Type="http://schemas.openxmlformats.org/officeDocument/2006/relationships/slideLayout" Target="../slideLayouts/slideLayout2.xml"/><Relationship Id="rId1" Type="http://schemas.openxmlformats.org/officeDocument/2006/relationships/vmlDrawing" Target="../drawings/vmlDrawing195.vml"/><Relationship Id="rId6" Type="http://schemas.openxmlformats.org/officeDocument/2006/relationships/image" Target="../media/image648.wmf"/><Relationship Id="rId5" Type="http://schemas.openxmlformats.org/officeDocument/2006/relationships/oleObject" Target="../embeddings/oleObject670.bin"/><Relationship Id="rId4" Type="http://schemas.openxmlformats.org/officeDocument/2006/relationships/image" Target="../media/image647.wmf"/></Relationships>
</file>

<file path=ppt/slides/_rels/slide244.xml.rels><?xml version="1.0" encoding="UTF-8" standalone="yes"?>
<Relationships xmlns="http://schemas.openxmlformats.org/package/2006/relationships"><Relationship Id="rId8" Type="http://schemas.openxmlformats.org/officeDocument/2006/relationships/image" Target="../media/image651.wmf"/><Relationship Id="rId3" Type="http://schemas.openxmlformats.org/officeDocument/2006/relationships/oleObject" Target="../embeddings/oleObject671.bin"/><Relationship Id="rId7" Type="http://schemas.openxmlformats.org/officeDocument/2006/relationships/oleObject" Target="../embeddings/oleObject673.bin"/><Relationship Id="rId2" Type="http://schemas.openxmlformats.org/officeDocument/2006/relationships/slideLayout" Target="../slideLayouts/slideLayout2.xml"/><Relationship Id="rId1" Type="http://schemas.openxmlformats.org/officeDocument/2006/relationships/vmlDrawing" Target="../drawings/vmlDrawing196.vml"/><Relationship Id="rId6" Type="http://schemas.openxmlformats.org/officeDocument/2006/relationships/image" Target="../media/image650.wmf"/><Relationship Id="rId5" Type="http://schemas.openxmlformats.org/officeDocument/2006/relationships/oleObject" Target="../embeddings/oleObject672.bin"/><Relationship Id="rId4" Type="http://schemas.openxmlformats.org/officeDocument/2006/relationships/image" Target="../media/image649.wmf"/></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8" Type="http://schemas.openxmlformats.org/officeDocument/2006/relationships/image" Target="../media/image654.wmf"/><Relationship Id="rId3" Type="http://schemas.openxmlformats.org/officeDocument/2006/relationships/oleObject" Target="../embeddings/oleObject674.bin"/><Relationship Id="rId7" Type="http://schemas.openxmlformats.org/officeDocument/2006/relationships/oleObject" Target="../embeddings/oleObject676.bin"/><Relationship Id="rId2" Type="http://schemas.openxmlformats.org/officeDocument/2006/relationships/slideLayout" Target="../slideLayouts/slideLayout2.xml"/><Relationship Id="rId1" Type="http://schemas.openxmlformats.org/officeDocument/2006/relationships/vmlDrawing" Target="../drawings/vmlDrawing197.vml"/><Relationship Id="rId6" Type="http://schemas.openxmlformats.org/officeDocument/2006/relationships/image" Target="../media/image653.wmf"/><Relationship Id="rId5" Type="http://schemas.openxmlformats.org/officeDocument/2006/relationships/oleObject" Target="../embeddings/oleObject675.bin"/><Relationship Id="rId10" Type="http://schemas.openxmlformats.org/officeDocument/2006/relationships/image" Target="../media/image655.wmf"/><Relationship Id="rId4" Type="http://schemas.openxmlformats.org/officeDocument/2006/relationships/image" Target="../media/image652.wmf"/><Relationship Id="rId9" Type="http://schemas.openxmlformats.org/officeDocument/2006/relationships/oleObject" Target="../embeddings/oleObject677.bin"/></Relationships>
</file>

<file path=ppt/slides/_rels/slide247.xml.rels><?xml version="1.0" encoding="UTF-8" standalone="yes"?>
<Relationships xmlns="http://schemas.openxmlformats.org/package/2006/relationships"><Relationship Id="rId8" Type="http://schemas.openxmlformats.org/officeDocument/2006/relationships/image" Target="../media/image658.wmf"/><Relationship Id="rId3" Type="http://schemas.openxmlformats.org/officeDocument/2006/relationships/oleObject" Target="../embeddings/oleObject678.bin"/><Relationship Id="rId7" Type="http://schemas.openxmlformats.org/officeDocument/2006/relationships/oleObject" Target="../embeddings/oleObject680.bin"/><Relationship Id="rId2" Type="http://schemas.openxmlformats.org/officeDocument/2006/relationships/slideLayout" Target="../slideLayouts/slideLayout2.xml"/><Relationship Id="rId1" Type="http://schemas.openxmlformats.org/officeDocument/2006/relationships/vmlDrawing" Target="../drawings/vmlDrawing198.vml"/><Relationship Id="rId6" Type="http://schemas.openxmlformats.org/officeDocument/2006/relationships/image" Target="../media/image657.wmf"/><Relationship Id="rId5" Type="http://schemas.openxmlformats.org/officeDocument/2006/relationships/oleObject" Target="../embeddings/oleObject679.bin"/><Relationship Id="rId4" Type="http://schemas.openxmlformats.org/officeDocument/2006/relationships/image" Target="../media/image656.png"/></Relationships>
</file>

<file path=ppt/slides/_rels/slide248.xml.rels><?xml version="1.0" encoding="UTF-8" standalone="yes"?>
<Relationships xmlns="http://schemas.openxmlformats.org/package/2006/relationships"><Relationship Id="rId3" Type="http://schemas.openxmlformats.org/officeDocument/2006/relationships/oleObject" Target="../embeddings/oleObject681.bin"/><Relationship Id="rId2" Type="http://schemas.openxmlformats.org/officeDocument/2006/relationships/slideLayout" Target="../slideLayouts/slideLayout2.xml"/><Relationship Id="rId1" Type="http://schemas.openxmlformats.org/officeDocument/2006/relationships/vmlDrawing" Target="../drawings/vmlDrawing199.vml"/><Relationship Id="rId4" Type="http://schemas.openxmlformats.org/officeDocument/2006/relationships/image" Target="../media/image659.wmf"/></Relationships>
</file>

<file path=ppt/slides/_rels/slide249.xml.rels><?xml version="1.0" encoding="UTF-8" standalone="yes"?>
<Relationships xmlns="http://schemas.openxmlformats.org/package/2006/relationships"><Relationship Id="rId8" Type="http://schemas.openxmlformats.org/officeDocument/2006/relationships/image" Target="../media/image662.wmf"/><Relationship Id="rId3" Type="http://schemas.openxmlformats.org/officeDocument/2006/relationships/oleObject" Target="../embeddings/oleObject682.bin"/><Relationship Id="rId7" Type="http://schemas.openxmlformats.org/officeDocument/2006/relationships/oleObject" Target="../embeddings/oleObject684.bin"/><Relationship Id="rId2" Type="http://schemas.openxmlformats.org/officeDocument/2006/relationships/slideLayout" Target="../slideLayouts/slideLayout2.xml"/><Relationship Id="rId1" Type="http://schemas.openxmlformats.org/officeDocument/2006/relationships/vmlDrawing" Target="../drawings/vmlDrawing200.vml"/><Relationship Id="rId6" Type="http://schemas.openxmlformats.org/officeDocument/2006/relationships/image" Target="../media/image661.wmf"/><Relationship Id="rId5" Type="http://schemas.openxmlformats.org/officeDocument/2006/relationships/oleObject" Target="../embeddings/oleObject683.bin"/><Relationship Id="rId4" Type="http://schemas.openxmlformats.org/officeDocument/2006/relationships/image" Target="../media/image660.wmf"/></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3" Type="http://schemas.openxmlformats.org/officeDocument/2006/relationships/oleObject" Target="../embeddings/oleObject685.bin"/><Relationship Id="rId2" Type="http://schemas.openxmlformats.org/officeDocument/2006/relationships/slideLayout" Target="../slideLayouts/slideLayout2.xml"/><Relationship Id="rId1" Type="http://schemas.openxmlformats.org/officeDocument/2006/relationships/vmlDrawing" Target="../drawings/vmlDrawing201.vml"/><Relationship Id="rId4" Type="http://schemas.openxmlformats.org/officeDocument/2006/relationships/image" Target="../media/image663.wmf"/></Relationships>
</file>

<file path=ppt/slides/_rels/slide252.xml.rels><?xml version="1.0" encoding="UTF-8" standalone="yes"?>
<Relationships xmlns="http://schemas.openxmlformats.org/package/2006/relationships"><Relationship Id="rId2" Type="http://schemas.openxmlformats.org/officeDocument/2006/relationships/image" Target="../media/image664.png"/><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8" Type="http://schemas.openxmlformats.org/officeDocument/2006/relationships/oleObject" Target="../embeddings/oleObject688.bin"/><Relationship Id="rId3" Type="http://schemas.openxmlformats.org/officeDocument/2006/relationships/image" Target="../media/image668.png"/><Relationship Id="rId7" Type="http://schemas.openxmlformats.org/officeDocument/2006/relationships/image" Target="../media/image665.wmf"/><Relationship Id="rId2" Type="http://schemas.openxmlformats.org/officeDocument/2006/relationships/slideLayout" Target="../slideLayouts/slideLayout2.xml"/><Relationship Id="rId1" Type="http://schemas.openxmlformats.org/officeDocument/2006/relationships/vmlDrawing" Target="../drawings/vmlDrawing202.vml"/><Relationship Id="rId6" Type="http://schemas.openxmlformats.org/officeDocument/2006/relationships/oleObject" Target="../embeddings/oleObject687.bin"/><Relationship Id="rId11" Type="http://schemas.openxmlformats.org/officeDocument/2006/relationships/image" Target="../media/image667.wmf"/><Relationship Id="rId5" Type="http://schemas.openxmlformats.org/officeDocument/2006/relationships/image" Target="../media/image652.wmf"/><Relationship Id="rId10" Type="http://schemas.openxmlformats.org/officeDocument/2006/relationships/oleObject" Target="../embeddings/oleObject689.bin"/><Relationship Id="rId4" Type="http://schemas.openxmlformats.org/officeDocument/2006/relationships/oleObject" Target="../embeddings/oleObject686.bin"/><Relationship Id="rId9" Type="http://schemas.openxmlformats.org/officeDocument/2006/relationships/image" Target="../media/image666.wmf"/></Relationships>
</file>

<file path=ppt/slides/_rels/slide254.xml.rels><?xml version="1.0" encoding="UTF-8" standalone="yes"?>
<Relationships xmlns="http://schemas.openxmlformats.org/package/2006/relationships"><Relationship Id="rId3" Type="http://schemas.openxmlformats.org/officeDocument/2006/relationships/oleObject" Target="../embeddings/oleObject690.bin"/><Relationship Id="rId2" Type="http://schemas.openxmlformats.org/officeDocument/2006/relationships/slideLayout" Target="../slideLayouts/slideLayout2.xml"/><Relationship Id="rId1" Type="http://schemas.openxmlformats.org/officeDocument/2006/relationships/vmlDrawing" Target="../drawings/vmlDrawing203.vml"/><Relationship Id="rId4" Type="http://schemas.openxmlformats.org/officeDocument/2006/relationships/image" Target="../media/image669.wmf"/></Relationships>
</file>

<file path=ppt/slides/_rels/slide255.xml.rels><?xml version="1.0" encoding="UTF-8" standalone="yes"?>
<Relationships xmlns="http://schemas.openxmlformats.org/package/2006/relationships"><Relationship Id="rId8" Type="http://schemas.openxmlformats.org/officeDocument/2006/relationships/image" Target="../media/image672.wmf"/><Relationship Id="rId3" Type="http://schemas.openxmlformats.org/officeDocument/2006/relationships/oleObject" Target="../embeddings/oleObject691.bin"/><Relationship Id="rId7" Type="http://schemas.openxmlformats.org/officeDocument/2006/relationships/oleObject" Target="../embeddings/oleObject693.bin"/><Relationship Id="rId2" Type="http://schemas.openxmlformats.org/officeDocument/2006/relationships/slideLayout" Target="../slideLayouts/slideLayout2.xml"/><Relationship Id="rId1" Type="http://schemas.openxmlformats.org/officeDocument/2006/relationships/vmlDrawing" Target="../drawings/vmlDrawing204.vml"/><Relationship Id="rId6" Type="http://schemas.openxmlformats.org/officeDocument/2006/relationships/image" Target="../media/image671.wmf"/><Relationship Id="rId5" Type="http://schemas.openxmlformats.org/officeDocument/2006/relationships/oleObject" Target="../embeddings/oleObject692.bin"/><Relationship Id="rId4" Type="http://schemas.openxmlformats.org/officeDocument/2006/relationships/image" Target="../media/image670.wmf"/></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3" Type="http://schemas.openxmlformats.org/officeDocument/2006/relationships/oleObject" Target="../embeddings/oleObject694.bin"/><Relationship Id="rId2" Type="http://schemas.openxmlformats.org/officeDocument/2006/relationships/slideLayout" Target="../slideLayouts/slideLayout2.xml"/><Relationship Id="rId1" Type="http://schemas.openxmlformats.org/officeDocument/2006/relationships/vmlDrawing" Target="../drawings/vmlDrawing205.vml"/><Relationship Id="rId4" Type="http://schemas.openxmlformats.org/officeDocument/2006/relationships/image" Target="../media/image663.wmf"/></Relationships>
</file>

<file path=ppt/slides/_rels/slide258.xml.rels><?xml version="1.0" encoding="UTF-8" standalone="yes"?>
<Relationships xmlns="http://schemas.openxmlformats.org/package/2006/relationships"><Relationship Id="rId8" Type="http://schemas.openxmlformats.org/officeDocument/2006/relationships/image" Target="../media/image675.wmf"/><Relationship Id="rId3" Type="http://schemas.openxmlformats.org/officeDocument/2006/relationships/oleObject" Target="../embeddings/oleObject695.bin"/><Relationship Id="rId7" Type="http://schemas.openxmlformats.org/officeDocument/2006/relationships/oleObject" Target="../embeddings/oleObject697.bin"/><Relationship Id="rId2" Type="http://schemas.openxmlformats.org/officeDocument/2006/relationships/slideLayout" Target="../slideLayouts/slideLayout2.xml"/><Relationship Id="rId1" Type="http://schemas.openxmlformats.org/officeDocument/2006/relationships/vmlDrawing" Target="../drawings/vmlDrawing206.vml"/><Relationship Id="rId6" Type="http://schemas.openxmlformats.org/officeDocument/2006/relationships/image" Target="../media/image674.wmf"/><Relationship Id="rId5" Type="http://schemas.openxmlformats.org/officeDocument/2006/relationships/oleObject" Target="../embeddings/oleObject696.bin"/><Relationship Id="rId10" Type="http://schemas.openxmlformats.org/officeDocument/2006/relationships/image" Target="../media/image676.wmf"/><Relationship Id="rId4" Type="http://schemas.openxmlformats.org/officeDocument/2006/relationships/image" Target="../media/image673.png"/><Relationship Id="rId9" Type="http://schemas.openxmlformats.org/officeDocument/2006/relationships/oleObject" Target="../embeddings/oleObject698.bin"/></Relationships>
</file>

<file path=ppt/slides/_rels/slide259.xml.rels><?xml version="1.0" encoding="UTF-8" standalone="yes"?>
<Relationships xmlns="http://schemas.openxmlformats.org/package/2006/relationships"><Relationship Id="rId8" Type="http://schemas.openxmlformats.org/officeDocument/2006/relationships/oleObject" Target="../embeddings/oleObject701.bin"/><Relationship Id="rId13" Type="http://schemas.openxmlformats.org/officeDocument/2006/relationships/image" Target="../media/image681.wmf"/><Relationship Id="rId3" Type="http://schemas.openxmlformats.org/officeDocument/2006/relationships/image" Target="../media/image682.png"/><Relationship Id="rId7" Type="http://schemas.openxmlformats.org/officeDocument/2006/relationships/image" Target="../media/image678.wmf"/><Relationship Id="rId12" Type="http://schemas.openxmlformats.org/officeDocument/2006/relationships/oleObject" Target="../embeddings/oleObject703.bin"/><Relationship Id="rId2" Type="http://schemas.openxmlformats.org/officeDocument/2006/relationships/slideLayout" Target="../slideLayouts/slideLayout2.xml"/><Relationship Id="rId1" Type="http://schemas.openxmlformats.org/officeDocument/2006/relationships/vmlDrawing" Target="../drawings/vmlDrawing207.vml"/><Relationship Id="rId6" Type="http://schemas.openxmlformats.org/officeDocument/2006/relationships/oleObject" Target="../embeddings/oleObject700.bin"/><Relationship Id="rId11" Type="http://schemas.openxmlformats.org/officeDocument/2006/relationships/image" Target="../media/image680.wmf"/><Relationship Id="rId5" Type="http://schemas.openxmlformats.org/officeDocument/2006/relationships/image" Target="../media/image677.wmf"/><Relationship Id="rId10" Type="http://schemas.openxmlformats.org/officeDocument/2006/relationships/oleObject" Target="../embeddings/oleObject702.bin"/><Relationship Id="rId4" Type="http://schemas.openxmlformats.org/officeDocument/2006/relationships/oleObject" Target="../embeddings/oleObject699.bin"/><Relationship Id="rId9" Type="http://schemas.openxmlformats.org/officeDocument/2006/relationships/image" Target="../media/image679.wmf"/></Relationships>
</file>

<file path=ppt/slides/_rels/slide260.xml.rels><?xml version="1.0" encoding="UTF-8" standalone="yes"?>
<Relationships xmlns="http://schemas.openxmlformats.org/package/2006/relationships"><Relationship Id="rId8" Type="http://schemas.openxmlformats.org/officeDocument/2006/relationships/image" Target="../media/image685.wmf"/><Relationship Id="rId3" Type="http://schemas.openxmlformats.org/officeDocument/2006/relationships/oleObject" Target="../embeddings/oleObject704.bin"/><Relationship Id="rId7" Type="http://schemas.openxmlformats.org/officeDocument/2006/relationships/oleObject" Target="../embeddings/oleObject706.bin"/><Relationship Id="rId2" Type="http://schemas.openxmlformats.org/officeDocument/2006/relationships/slideLayout" Target="../slideLayouts/slideLayout2.xml"/><Relationship Id="rId1" Type="http://schemas.openxmlformats.org/officeDocument/2006/relationships/vmlDrawing" Target="../drawings/vmlDrawing208.vml"/><Relationship Id="rId6" Type="http://schemas.openxmlformats.org/officeDocument/2006/relationships/image" Target="../media/image684.wmf"/><Relationship Id="rId5" Type="http://schemas.openxmlformats.org/officeDocument/2006/relationships/oleObject" Target="../embeddings/oleObject705.bin"/><Relationship Id="rId4" Type="http://schemas.openxmlformats.org/officeDocument/2006/relationships/image" Target="../media/image683.wmf"/></Relationships>
</file>

<file path=ppt/slides/_rels/slide261.xml.rels><?xml version="1.0" encoding="UTF-8" standalone="yes"?>
<Relationships xmlns="http://schemas.openxmlformats.org/package/2006/relationships"><Relationship Id="rId8" Type="http://schemas.openxmlformats.org/officeDocument/2006/relationships/image" Target="../media/image688.wmf"/><Relationship Id="rId3" Type="http://schemas.openxmlformats.org/officeDocument/2006/relationships/oleObject" Target="../embeddings/oleObject707.bin"/><Relationship Id="rId7" Type="http://schemas.openxmlformats.org/officeDocument/2006/relationships/oleObject" Target="../embeddings/oleObject709.bin"/><Relationship Id="rId2" Type="http://schemas.openxmlformats.org/officeDocument/2006/relationships/slideLayout" Target="../slideLayouts/slideLayout2.xml"/><Relationship Id="rId1" Type="http://schemas.openxmlformats.org/officeDocument/2006/relationships/vmlDrawing" Target="../drawings/vmlDrawing209.vml"/><Relationship Id="rId6" Type="http://schemas.openxmlformats.org/officeDocument/2006/relationships/image" Target="../media/image687.wmf"/><Relationship Id="rId5" Type="http://schemas.openxmlformats.org/officeDocument/2006/relationships/oleObject" Target="../embeddings/oleObject708.bin"/><Relationship Id="rId4" Type="http://schemas.openxmlformats.org/officeDocument/2006/relationships/image" Target="../media/image686.wmf"/></Relationships>
</file>

<file path=ppt/slides/_rels/slide262.xml.rels><?xml version="1.0" encoding="UTF-8" standalone="yes"?>
<Relationships xmlns="http://schemas.openxmlformats.org/package/2006/relationships"><Relationship Id="rId8" Type="http://schemas.openxmlformats.org/officeDocument/2006/relationships/image" Target="../media/image691.wmf"/><Relationship Id="rId3" Type="http://schemas.openxmlformats.org/officeDocument/2006/relationships/oleObject" Target="../embeddings/oleObject710.bin"/><Relationship Id="rId7" Type="http://schemas.openxmlformats.org/officeDocument/2006/relationships/oleObject" Target="../embeddings/oleObject712.bin"/><Relationship Id="rId2" Type="http://schemas.openxmlformats.org/officeDocument/2006/relationships/slideLayout" Target="../slideLayouts/slideLayout2.xml"/><Relationship Id="rId1" Type="http://schemas.openxmlformats.org/officeDocument/2006/relationships/vmlDrawing" Target="../drawings/vmlDrawing210.vml"/><Relationship Id="rId6" Type="http://schemas.openxmlformats.org/officeDocument/2006/relationships/image" Target="../media/image690.wmf"/><Relationship Id="rId5" Type="http://schemas.openxmlformats.org/officeDocument/2006/relationships/oleObject" Target="../embeddings/oleObject711.bin"/><Relationship Id="rId4" Type="http://schemas.openxmlformats.org/officeDocument/2006/relationships/image" Target="../media/image689.wmf"/></Relationships>
</file>

<file path=ppt/slides/_rels/slide263.xml.rels><?xml version="1.0" encoding="UTF-8" standalone="yes"?>
<Relationships xmlns="http://schemas.openxmlformats.org/package/2006/relationships"><Relationship Id="rId3" Type="http://schemas.openxmlformats.org/officeDocument/2006/relationships/oleObject" Target="../embeddings/oleObject713.bin"/><Relationship Id="rId2" Type="http://schemas.openxmlformats.org/officeDocument/2006/relationships/slideLayout" Target="../slideLayouts/slideLayout2.xml"/><Relationship Id="rId1" Type="http://schemas.openxmlformats.org/officeDocument/2006/relationships/vmlDrawing" Target="../drawings/vmlDrawing211.vml"/><Relationship Id="rId6" Type="http://schemas.openxmlformats.org/officeDocument/2006/relationships/image" Target="../media/image693.wmf"/><Relationship Id="rId5" Type="http://schemas.openxmlformats.org/officeDocument/2006/relationships/oleObject" Target="../embeddings/oleObject714.bin"/><Relationship Id="rId4" Type="http://schemas.openxmlformats.org/officeDocument/2006/relationships/image" Target="../media/image692.wmf"/></Relationships>
</file>

<file path=ppt/slides/_rels/slide264.xml.rels><?xml version="1.0" encoding="UTF-8" standalone="yes"?>
<Relationships xmlns="http://schemas.openxmlformats.org/package/2006/relationships"><Relationship Id="rId3" Type="http://schemas.openxmlformats.org/officeDocument/2006/relationships/oleObject" Target="../embeddings/oleObject715.bin"/><Relationship Id="rId2" Type="http://schemas.openxmlformats.org/officeDocument/2006/relationships/slideLayout" Target="../slideLayouts/slideLayout2.xml"/><Relationship Id="rId1" Type="http://schemas.openxmlformats.org/officeDocument/2006/relationships/vmlDrawing" Target="../drawings/vmlDrawing212.vml"/><Relationship Id="rId6" Type="http://schemas.openxmlformats.org/officeDocument/2006/relationships/image" Target="../media/image695.wmf"/><Relationship Id="rId5" Type="http://schemas.openxmlformats.org/officeDocument/2006/relationships/oleObject" Target="../embeddings/oleObject716.bin"/><Relationship Id="rId4" Type="http://schemas.openxmlformats.org/officeDocument/2006/relationships/image" Target="../media/image694.wmf"/></Relationships>
</file>

<file path=ppt/slides/_rels/slide265.xml.rels><?xml version="1.0" encoding="UTF-8" standalone="yes"?>
<Relationships xmlns="http://schemas.openxmlformats.org/package/2006/relationships"><Relationship Id="rId8" Type="http://schemas.openxmlformats.org/officeDocument/2006/relationships/image" Target="../media/image698.wmf"/><Relationship Id="rId13" Type="http://schemas.openxmlformats.org/officeDocument/2006/relationships/oleObject" Target="../embeddings/oleObject722.bin"/><Relationship Id="rId18" Type="http://schemas.openxmlformats.org/officeDocument/2006/relationships/oleObject" Target="../embeddings/oleObject725.bin"/><Relationship Id="rId3" Type="http://schemas.openxmlformats.org/officeDocument/2006/relationships/oleObject" Target="../embeddings/oleObject717.bin"/><Relationship Id="rId7" Type="http://schemas.openxmlformats.org/officeDocument/2006/relationships/oleObject" Target="../embeddings/oleObject719.bin"/><Relationship Id="rId12" Type="http://schemas.openxmlformats.org/officeDocument/2006/relationships/image" Target="../media/image700.wmf"/><Relationship Id="rId17" Type="http://schemas.openxmlformats.org/officeDocument/2006/relationships/oleObject" Target="../embeddings/oleObject724.bin"/><Relationship Id="rId2" Type="http://schemas.openxmlformats.org/officeDocument/2006/relationships/slideLayout" Target="../slideLayouts/slideLayout2.xml"/><Relationship Id="rId16" Type="http://schemas.openxmlformats.org/officeDocument/2006/relationships/image" Target="../media/image702.wmf"/><Relationship Id="rId20" Type="http://schemas.openxmlformats.org/officeDocument/2006/relationships/image" Target="../media/image703.wmf"/><Relationship Id="rId1" Type="http://schemas.openxmlformats.org/officeDocument/2006/relationships/vmlDrawing" Target="../drawings/vmlDrawing213.vml"/><Relationship Id="rId6" Type="http://schemas.openxmlformats.org/officeDocument/2006/relationships/image" Target="../media/image697.wmf"/><Relationship Id="rId11" Type="http://schemas.openxmlformats.org/officeDocument/2006/relationships/oleObject" Target="../embeddings/oleObject721.bin"/><Relationship Id="rId5" Type="http://schemas.openxmlformats.org/officeDocument/2006/relationships/oleObject" Target="../embeddings/oleObject718.bin"/><Relationship Id="rId15" Type="http://schemas.openxmlformats.org/officeDocument/2006/relationships/oleObject" Target="../embeddings/oleObject723.bin"/><Relationship Id="rId10" Type="http://schemas.openxmlformats.org/officeDocument/2006/relationships/image" Target="../media/image699.wmf"/><Relationship Id="rId19" Type="http://schemas.openxmlformats.org/officeDocument/2006/relationships/oleObject" Target="../embeddings/oleObject726.bin"/><Relationship Id="rId4" Type="http://schemas.openxmlformats.org/officeDocument/2006/relationships/image" Target="../media/image696.wmf"/><Relationship Id="rId9" Type="http://schemas.openxmlformats.org/officeDocument/2006/relationships/oleObject" Target="../embeddings/oleObject720.bin"/><Relationship Id="rId14" Type="http://schemas.openxmlformats.org/officeDocument/2006/relationships/image" Target="../media/image701.wmf"/></Relationships>
</file>

<file path=ppt/slides/_rels/slide266.xml.rels><?xml version="1.0" encoding="UTF-8" standalone="yes"?>
<Relationships xmlns="http://schemas.openxmlformats.org/package/2006/relationships"><Relationship Id="rId3" Type="http://schemas.openxmlformats.org/officeDocument/2006/relationships/oleObject" Target="../embeddings/oleObject727.bin"/><Relationship Id="rId2" Type="http://schemas.openxmlformats.org/officeDocument/2006/relationships/slideLayout" Target="../slideLayouts/slideLayout2.xml"/><Relationship Id="rId1" Type="http://schemas.openxmlformats.org/officeDocument/2006/relationships/vmlDrawing" Target="../drawings/vmlDrawing214.vml"/><Relationship Id="rId6" Type="http://schemas.openxmlformats.org/officeDocument/2006/relationships/image" Target="../media/image705.wmf"/><Relationship Id="rId5" Type="http://schemas.openxmlformats.org/officeDocument/2006/relationships/oleObject" Target="../embeddings/oleObject728.bin"/><Relationship Id="rId4" Type="http://schemas.openxmlformats.org/officeDocument/2006/relationships/image" Target="../media/image704.wmf"/></Relationships>
</file>

<file path=ppt/slides/_rels/slide267.xml.rels><?xml version="1.0" encoding="UTF-8" standalone="yes"?>
<Relationships xmlns="http://schemas.openxmlformats.org/package/2006/relationships"><Relationship Id="rId8" Type="http://schemas.openxmlformats.org/officeDocument/2006/relationships/image" Target="../media/image708.wmf"/><Relationship Id="rId3" Type="http://schemas.openxmlformats.org/officeDocument/2006/relationships/oleObject" Target="../embeddings/oleObject729.bin"/><Relationship Id="rId7" Type="http://schemas.openxmlformats.org/officeDocument/2006/relationships/oleObject" Target="../embeddings/oleObject731.bin"/><Relationship Id="rId2" Type="http://schemas.openxmlformats.org/officeDocument/2006/relationships/slideLayout" Target="../slideLayouts/slideLayout2.xml"/><Relationship Id="rId1" Type="http://schemas.openxmlformats.org/officeDocument/2006/relationships/vmlDrawing" Target="../drawings/vmlDrawing215.vml"/><Relationship Id="rId6" Type="http://schemas.openxmlformats.org/officeDocument/2006/relationships/image" Target="../media/image707.wmf"/><Relationship Id="rId5" Type="http://schemas.openxmlformats.org/officeDocument/2006/relationships/oleObject" Target="../embeddings/oleObject730.bin"/><Relationship Id="rId4" Type="http://schemas.openxmlformats.org/officeDocument/2006/relationships/image" Target="../media/image70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defRPr/>
            </a:pPr>
            <a:r>
              <a:rPr lang="en-US" altLang="zh-CN" smtClean="0"/>
              <a:t> </a:t>
            </a:r>
          </a:p>
        </p:txBody>
      </p:sp>
      <p:sp>
        <p:nvSpPr>
          <p:cNvPr id="4099" name="Rectangle 3" descr="Rectangle: Click to edit Master text styles&#10;Second level&#10;Third level&#10;Fourth level&#10;Fifth level"/>
          <p:cNvSpPr>
            <a:spLocks noGrp="1" noChangeArrowheads="1"/>
          </p:cNvSpPr>
          <p:nvPr>
            <p:ph type="body" idx="1"/>
          </p:nvPr>
        </p:nvSpPr>
        <p:spPr>
          <a:xfrm>
            <a:off x="838200" y="1485900"/>
            <a:ext cx="7772400" cy="3086100"/>
          </a:xfrm>
        </p:spPr>
        <p:txBody>
          <a:bodyPr/>
          <a:lstStyle/>
          <a:p>
            <a:pPr marL="0" indent="0" algn="ctr" eaLnBrk="1" hangingPunct="1">
              <a:buFont typeface="Wingdings" pitchFamily="2" charset="2"/>
              <a:buNone/>
            </a:pPr>
            <a:r>
              <a:rPr lang="zh-CN" altLang="en-US" sz="6000" smtClean="0">
                <a:solidFill>
                  <a:srgbClr val="808000"/>
                </a:solidFill>
                <a:latin typeface="隶书" pitchFamily="49" charset="-122"/>
                <a:ea typeface="隶书" pitchFamily="49" charset="-122"/>
              </a:rPr>
              <a:t>第</a:t>
            </a:r>
            <a:r>
              <a:rPr lang="en-US" altLang="zh-CN" sz="6000" smtClean="0">
                <a:solidFill>
                  <a:srgbClr val="808000"/>
                </a:solidFill>
                <a:latin typeface="隶书" pitchFamily="49" charset="-122"/>
                <a:ea typeface="隶书" pitchFamily="49" charset="-122"/>
              </a:rPr>
              <a:t>1</a:t>
            </a:r>
            <a:r>
              <a:rPr lang="zh-CN" altLang="en-US" sz="6000" smtClean="0">
                <a:solidFill>
                  <a:srgbClr val="808000"/>
                </a:solidFill>
                <a:latin typeface="隶书" pitchFamily="49" charset="-122"/>
                <a:ea typeface="隶书" pitchFamily="49" charset="-122"/>
              </a:rPr>
              <a:t>章  矢量分析</a:t>
            </a:r>
          </a:p>
        </p:txBody>
      </p:sp>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defRPr/>
            </a:pPr>
            <a:r>
              <a:rPr lang="en-US" altLang="zh-CN" smtClean="0"/>
              <a:t> </a:t>
            </a:r>
          </a:p>
        </p:txBody>
      </p:sp>
      <p:sp>
        <p:nvSpPr>
          <p:cNvPr id="5123" name="Rectangle 3" descr="Rectangle: Click to edit Master text styles&#10;Second level&#10;Third level&#10;Fourth level&#10;Fifth level"/>
          <p:cNvSpPr>
            <a:spLocks noGrp="1" noChangeArrowheads="1"/>
          </p:cNvSpPr>
          <p:nvPr>
            <p:ph type="body" idx="1"/>
          </p:nvPr>
        </p:nvSpPr>
        <p:spPr/>
        <p:txBody>
          <a:bodyPr/>
          <a:lstStyle/>
          <a:p>
            <a:pPr marL="0" indent="0" eaLnBrk="1" hangingPunct="1">
              <a:buFont typeface="Wingdings" pitchFamily="2" charset="2"/>
              <a:buNone/>
            </a:pPr>
            <a:r>
              <a:rPr lang="en-US" altLang="zh-CN" smtClean="0"/>
              <a:t> </a:t>
            </a:r>
          </a:p>
          <a:p>
            <a:pPr marL="0" indent="0" eaLnBrk="1" hangingPunct="1">
              <a:buFont typeface="Wingdings" pitchFamily="2" charset="2"/>
              <a:buNone/>
            </a:pPr>
            <a:endParaRPr lang="en-US" altLang="zh-CN" smtClean="0"/>
          </a:p>
          <a:p>
            <a:pPr marL="0" indent="0" eaLnBrk="1" hangingPunct="1">
              <a:buFont typeface="Wingdings" pitchFamily="2" charset="2"/>
              <a:buNone/>
            </a:pPr>
            <a:endParaRPr lang="en-US" altLang="zh-CN" smtClean="0"/>
          </a:p>
        </p:txBody>
      </p:sp>
      <p:grpSp>
        <p:nvGrpSpPr>
          <p:cNvPr id="5124" name="Group 4"/>
          <p:cNvGrpSpPr>
            <a:grpSpLocks noChangeAspect="1"/>
          </p:cNvGrpSpPr>
          <p:nvPr/>
        </p:nvGrpSpPr>
        <p:grpSpPr bwMode="auto">
          <a:xfrm>
            <a:off x="1676400" y="400050"/>
            <a:ext cx="5668963" cy="617538"/>
            <a:chOff x="1296" y="1824"/>
            <a:chExt cx="2976" cy="433"/>
          </a:xfrm>
        </p:grpSpPr>
        <p:sp>
          <p:nvSpPr>
            <p:cNvPr id="5150" name="AutoShape 5"/>
            <p:cNvSpPr>
              <a:spLocks noChangeAspect="1" noChangeArrowheads="1"/>
            </p:cNvSpPr>
            <p:nvPr/>
          </p:nvSpPr>
          <p:spPr bwMode="gray">
            <a:xfrm>
              <a:off x="1536" y="1899"/>
              <a:ext cx="2736" cy="288"/>
            </a:xfrm>
            <a:prstGeom prst="roundRect">
              <a:avLst>
                <a:gd name="adj" fmla="val 16667"/>
              </a:avLst>
            </a:prstGeom>
            <a:solidFill>
              <a:srgbClr val="CC6600"/>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endParaRPr lang="zh-CN" altLang="en-US"/>
            </a:p>
          </p:txBody>
        </p:sp>
        <p:sp>
          <p:nvSpPr>
            <p:cNvPr id="5151" name="AutoShape 6"/>
            <p:cNvSpPr>
              <a:spLocks noChangeAspect="1" noChangeArrowheads="1"/>
            </p:cNvSpPr>
            <p:nvPr/>
          </p:nvSpPr>
          <p:spPr bwMode="gray">
            <a:xfrm>
              <a:off x="1296" y="1824"/>
              <a:ext cx="432" cy="432"/>
            </a:xfrm>
            <a:prstGeom prst="diamond">
              <a:avLst/>
            </a:prstGeom>
            <a:solidFill>
              <a:srgbClr val="CC6600"/>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endParaRPr lang="zh-CN" altLang="en-US"/>
            </a:p>
          </p:txBody>
        </p:sp>
        <p:sp>
          <p:nvSpPr>
            <p:cNvPr id="5152" name="Text Box 7">
              <a:hlinkClick r:id="rId2" action="ppaction://hlinksldjump"/>
            </p:cNvPr>
            <p:cNvSpPr txBox="1">
              <a:spLocks noChangeAspect="1" noChangeArrowheads="1"/>
            </p:cNvSpPr>
            <p:nvPr/>
          </p:nvSpPr>
          <p:spPr bwMode="gray">
            <a:xfrm>
              <a:off x="1680" y="1934"/>
              <a:ext cx="2160" cy="323"/>
            </a:xfrm>
            <a:prstGeom prst="rect">
              <a:avLst/>
            </a:prstGeom>
            <a:solidFill>
              <a:srgbClr val="CC66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2400" b="1" dirty="0">
                  <a:solidFill>
                    <a:schemeClr val="bg1"/>
                  </a:solidFill>
                  <a:ea typeface="华文新魏" pitchFamily="2" charset="-122"/>
                </a:rPr>
                <a:t>矢量代数</a:t>
              </a:r>
            </a:p>
          </p:txBody>
        </p:sp>
        <p:sp>
          <p:nvSpPr>
            <p:cNvPr id="5153" name="Text Box 8"/>
            <p:cNvSpPr txBox="1">
              <a:spLocks noChangeAspect="1" noChangeArrowheads="1"/>
            </p:cNvSpPr>
            <p:nvPr/>
          </p:nvSpPr>
          <p:spPr bwMode="gray">
            <a:xfrm>
              <a:off x="1363" y="1911"/>
              <a:ext cx="284" cy="280"/>
            </a:xfrm>
            <a:prstGeom prst="rect">
              <a:avLst/>
            </a:prstGeom>
            <a:solidFill>
              <a:srgbClr val="CC66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en-US" altLang="zh-CN" sz="2000" b="1">
                  <a:solidFill>
                    <a:schemeClr val="bg1"/>
                  </a:solidFill>
                  <a:ea typeface="仿宋_GB2312" pitchFamily="49" charset="-122"/>
                </a:rPr>
                <a:t>1.1</a:t>
              </a:r>
            </a:p>
          </p:txBody>
        </p:sp>
      </p:grpSp>
      <p:grpSp>
        <p:nvGrpSpPr>
          <p:cNvPr id="5125" name="Group 9"/>
          <p:cNvGrpSpPr>
            <a:grpSpLocks noChangeAspect="1"/>
          </p:cNvGrpSpPr>
          <p:nvPr/>
        </p:nvGrpSpPr>
        <p:grpSpPr bwMode="auto">
          <a:xfrm>
            <a:off x="1676400" y="1143000"/>
            <a:ext cx="5668963" cy="617538"/>
            <a:chOff x="1296" y="1824"/>
            <a:chExt cx="2976" cy="433"/>
          </a:xfrm>
        </p:grpSpPr>
        <p:sp>
          <p:nvSpPr>
            <p:cNvPr id="5146" name="AutoShape 10">
              <a:hlinkClick r:id="rId3" action="ppaction://hlinksldjump"/>
            </p:cNvPr>
            <p:cNvSpPr>
              <a:spLocks noChangeAspect="1" noChangeArrowheads="1"/>
            </p:cNvSpPr>
            <p:nvPr/>
          </p:nvSpPr>
          <p:spPr bwMode="gray">
            <a:xfrm>
              <a:off x="1536" y="1899"/>
              <a:ext cx="2736" cy="288"/>
            </a:xfrm>
            <a:prstGeom prst="roundRect">
              <a:avLst>
                <a:gd name="adj" fmla="val 16667"/>
              </a:avLst>
            </a:prstGeom>
            <a:solidFill>
              <a:srgbClr val="0000CC"/>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endParaRPr lang="zh-CN" altLang="en-US"/>
            </a:p>
          </p:txBody>
        </p:sp>
        <p:sp>
          <p:nvSpPr>
            <p:cNvPr id="5147" name="AutoShape 11"/>
            <p:cNvSpPr>
              <a:spLocks noChangeAspect="1" noChangeArrowheads="1"/>
            </p:cNvSpPr>
            <p:nvPr/>
          </p:nvSpPr>
          <p:spPr bwMode="gray">
            <a:xfrm>
              <a:off x="1296" y="1824"/>
              <a:ext cx="432" cy="432"/>
            </a:xfrm>
            <a:prstGeom prst="diamond">
              <a:avLst/>
            </a:prstGeom>
            <a:solidFill>
              <a:srgbClr val="0000CC"/>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endParaRPr lang="zh-CN" altLang="en-US"/>
            </a:p>
          </p:txBody>
        </p:sp>
        <p:sp>
          <p:nvSpPr>
            <p:cNvPr id="5148" name="Text Box 12">
              <a:hlinkClick r:id="rId4" action="ppaction://hlinksldjump"/>
            </p:cNvPr>
            <p:cNvSpPr txBox="1">
              <a:spLocks noChangeAspect="1" noChangeArrowheads="1"/>
            </p:cNvSpPr>
            <p:nvPr/>
          </p:nvSpPr>
          <p:spPr bwMode="gray">
            <a:xfrm>
              <a:off x="1680" y="1934"/>
              <a:ext cx="2160" cy="323"/>
            </a:xfrm>
            <a:prstGeom prst="rect">
              <a:avLst/>
            </a:prstGeom>
            <a:solidFill>
              <a:srgbClr val="0000CC"/>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2400" b="1" dirty="0">
                  <a:solidFill>
                    <a:schemeClr val="bg1"/>
                  </a:solidFill>
                  <a:ea typeface="华文新魏" pitchFamily="2" charset="-122"/>
                </a:rPr>
                <a:t>矢量场的散度</a:t>
              </a:r>
            </a:p>
          </p:txBody>
        </p:sp>
        <p:sp>
          <p:nvSpPr>
            <p:cNvPr id="5149" name="Text Box 13"/>
            <p:cNvSpPr txBox="1">
              <a:spLocks noChangeAspect="1" noChangeArrowheads="1"/>
            </p:cNvSpPr>
            <p:nvPr/>
          </p:nvSpPr>
          <p:spPr bwMode="gray">
            <a:xfrm>
              <a:off x="1363" y="1911"/>
              <a:ext cx="284" cy="280"/>
            </a:xfrm>
            <a:prstGeom prst="rect">
              <a:avLst/>
            </a:prstGeom>
            <a:solidFill>
              <a:srgbClr val="0000CC"/>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en-US" altLang="zh-CN" sz="2000" b="1">
                  <a:solidFill>
                    <a:schemeClr val="bg1"/>
                  </a:solidFill>
                  <a:ea typeface="仿宋_GB2312" pitchFamily="49" charset="-122"/>
                </a:rPr>
                <a:t>1.2</a:t>
              </a:r>
            </a:p>
          </p:txBody>
        </p:sp>
      </p:grpSp>
      <p:grpSp>
        <p:nvGrpSpPr>
          <p:cNvPr id="5126" name="Group 14"/>
          <p:cNvGrpSpPr>
            <a:grpSpLocks noChangeAspect="1"/>
          </p:cNvGrpSpPr>
          <p:nvPr/>
        </p:nvGrpSpPr>
        <p:grpSpPr bwMode="auto">
          <a:xfrm>
            <a:off x="1676400" y="1943100"/>
            <a:ext cx="5668963" cy="617538"/>
            <a:chOff x="1296" y="1824"/>
            <a:chExt cx="2976" cy="433"/>
          </a:xfrm>
        </p:grpSpPr>
        <p:sp>
          <p:nvSpPr>
            <p:cNvPr id="5142" name="AutoShape 15">
              <a:hlinkClick r:id="rId5" action="ppaction://hlinksldjump"/>
            </p:cNvPr>
            <p:cNvSpPr>
              <a:spLocks noChangeAspect="1" noChangeArrowheads="1"/>
            </p:cNvSpPr>
            <p:nvPr/>
          </p:nvSpPr>
          <p:spPr bwMode="gray">
            <a:xfrm>
              <a:off x="1536" y="1899"/>
              <a:ext cx="2736" cy="288"/>
            </a:xfrm>
            <a:prstGeom prst="roundRect">
              <a:avLst>
                <a:gd name="adj" fmla="val 16667"/>
              </a:avLst>
            </a:prstGeom>
            <a:solidFill>
              <a:srgbClr val="CC0066"/>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endParaRPr lang="zh-CN" altLang="en-US"/>
            </a:p>
          </p:txBody>
        </p:sp>
        <p:sp>
          <p:nvSpPr>
            <p:cNvPr id="5143" name="AutoShape 16"/>
            <p:cNvSpPr>
              <a:spLocks noChangeAspect="1" noChangeArrowheads="1"/>
            </p:cNvSpPr>
            <p:nvPr/>
          </p:nvSpPr>
          <p:spPr bwMode="gray">
            <a:xfrm>
              <a:off x="1296" y="1824"/>
              <a:ext cx="432" cy="432"/>
            </a:xfrm>
            <a:prstGeom prst="diamond">
              <a:avLst/>
            </a:prstGeom>
            <a:solidFill>
              <a:srgbClr val="CC0066"/>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endParaRPr lang="zh-CN" altLang="en-US"/>
            </a:p>
          </p:txBody>
        </p:sp>
        <p:sp>
          <p:nvSpPr>
            <p:cNvPr id="5144" name="Text Box 17">
              <a:hlinkClick r:id="rId6" action="ppaction://hlinksldjump"/>
            </p:cNvPr>
            <p:cNvSpPr txBox="1">
              <a:spLocks noChangeAspect="1" noChangeArrowheads="1"/>
            </p:cNvSpPr>
            <p:nvPr/>
          </p:nvSpPr>
          <p:spPr bwMode="gray">
            <a:xfrm>
              <a:off x="1680" y="1934"/>
              <a:ext cx="2160" cy="323"/>
            </a:xfrm>
            <a:prstGeom prst="rect">
              <a:avLst/>
            </a:prstGeom>
            <a:solidFill>
              <a:srgbClr val="CC00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2400" b="1" dirty="0">
                  <a:solidFill>
                    <a:schemeClr val="bg1"/>
                  </a:solidFill>
                  <a:ea typeface="华文新魏" pitchFamily="2" charset="-122"/>
                </a:rPr>
                <a:t>矢量场的旋度</a:t>
              </a:r>
            </a:p>
          </p:txBody>
        </p:sp>
        <p:sp>
          <p:nvSpPr>
            <p:cNvPr id="5145" name="Text Box 18"/>
            <p:cNvSpPr txBox="1">
              <a:spLocks noChangeAspect="1" noChangeArrowheads="1"/>
            </p:cNvSpPr>
            <p:nvPr/>
          </p:nvSpPr>
          <p:spPr bwMode="gray">
            <a:xfrm>
              <a:off x="1363" y="1911"/>
              <a:ext cx="284" cy="280"/>
            </a:xfrm>
            <a:prstGeom prst="rect">
              <a:avLst/>
            </a:prstGeom>
            <a:solidFill>
              <a:srgbClr val="CC00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en-US" altLang="zh-CN" sz="2000" b="1">
                  <a:solidFill>
                    <a:schemeClr val="bg1"/>
                  </a:solidFill>
                  <a:ea typeface="仿宋_GB2312" pitchFamily="49" charset="-122"/>
                </a:rPr>
                <a:t>1.3</a:t>
              </a:r>
            </a:p>
          </p:txBody>
        </p:sp>
      </p:grpSp>
      <p:grpSp>
        <p:nvGrpSpPr>
          <p:cNvPr id="5127" name="Group 19"/>
          <p:cNvGrpSpPr>
            <a:grpSpLocks noChangeAspect="1"/>
          </p:cNvGrpSpPr>
          <p:nvPr/>
        </p:nvGrpSpPr>
        <p:grpSpPr bwMode="auto">
          <a:xfrm>
            <a:off x="1676400" y="2686050"/>
            <a:ext cx="5668963" cy="617538"/>
            <a:chOff x="1296" y="1824"/>
            <a:chExt cx="2976" cy="433"/>
          </a:xfrm>
        </p:grpSpPr>
        <p:sp>
          <p:nvSpPr>
            <p:cNvPr id="5138" name="AutoShape 20">
              <a:hlinkClick r:id="rId5" action="ppaction://hlinksldjump"/>
            </p:cNvPr>
            <p:cNvSpPr>
              <a:spLocks noChangeAspect="1" noChangeArrowheads="1"/>
            </p:cNvSpPr>
            <p:nvPr/>
          </p:nvSpPr>
          <p:spPr bwMode="gray">
            <a:xfrm>
              <a:off x="1536" y="1899"/>
              <a:ext cx="2736" cy="288"/>
            </a:xfrm>
            <a:prstGeom prst="roundRect">
              <a:avLst>
                <a:gd name="adj" fmla="val 16667"/>
              </a:avLst>
            </a:prstGeom>
            <a:solidFill>
              <a:srgbClr val="009900"/>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endParaRPr lang="zh-CN" altLang="en-US"/>
            </a:p>
          </p:txBody>
        </p:sp>
        <p:sp>
          <p:nvSpPr>
            <p:cNvPr id="5139" name="AutoShape 21"/>
            <p:cNvSpPr>
              <a:spLocks noChangeAspect="1" noChangeArrowheads="1"/>
            </p:cNvSpPr>
            <p:nvPr/>
          </p:nvSpPr>
          <p:spPr bwMode="gray">
            <a:xfrm>
              <a:off x="1296" y="1824"/>
              <a:ext cx="432" cy="432"/>
            </a:xfrm>
            <a:prstGeom prst="diamond">
              <a:avLst/>
            </a:prstGeom>
            <a:solidFill>
              <a:srgbClr val="009900"/>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endParaRPr lang="zh-CN" altLang="en-US"/>
            </a:p>
          </p:txBody>
        </p:sp>
        <p:sp>
          <p:nvSpPr>
            <p:cNvPr id="5140" name="Text Box 22">
              <a:hlinkClick r:id="" action="ppaction://noaction"/>
            </p:cNvPr>
            <p:cNvSpPr txBox="1">
              <a:spLocks noChangeAspect="1" noChangeArrowheads="1"/>
            </p:cNvSpPr>
            <p:nvPr/>
          </p:nvSpPr>
          <p:spPr bwMode="gray">
            <a:xfrm>
              <a:off x="1680" y="1934"/>
              <a:ext cx="2160" cy="323"/>
            </a:xfrm>
            <a:prstGeom prst="rect">
              <a:avLst/>
            </a:prstGeom>
            <a:solidFill>
              <a:srgbClr val="00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2400" b="1" dirty="0">
                  <a:solidFill>
                    <a:schemeClr val="bg1"/>
                  </a:solidFill>
                  <a:ea typeface="华文新魏" pitchFamily="2" charset="-122"/>
                </a:rPr>
                <a:t>标量场的梯度</a:t>
              </a:r>
            </a:p>
          </p:txBody>
        </p:sp>
        <p:sp>
          <p:nvSpPr>
            <p:cNvPr id="5141" name="Text Box 23"/>
            <p:cNvSpPr txBox="1">
              <a:spLocks noChangeAspect="1" noChangeArrowheads="1"/>
            </p:cNvSpPr>
            <p:nvPr/>
          </p:nvSpPr>
          <p:spPr bwMode="gray">
            <a:xfrm>
              <a:off x="1363" y="1911"/>
              <a:ext cx="284" cy="280"/>
            </a:xfrm>
            <a:prstGeom prst="rect">
              <a:avLst/>
            </a:prstGeom>
            <a:solidFill>
              <a:srgbClr val="00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en-US" altLang="zh-CN" sz="2000" b="1">
                  <a:solidFill>
                    <a:schemeClr val="bg1"/>
                  </a:solidFill>
                  <a:ea typeface="仿宋_GB2312" pitchFamily="49" charset="-122"/>
                </a:rPr>
                <a:t>1.4</a:t>
              </a:r>
            </a:p>
          </p:txBody>
        </p:sp>
      </p:grpSp>
      <p:grpSp>
        <p:nvGrpSpPr>
          <p:cNvPr id="5128" name="Group 24"/>
          <p:cNvGrpSpPr>
            <a:grpSpLocks noChangeAspect="1"/>
          </p:cNvGrpSpPr>
          <p:nvPr/>
        </p:nvGrpSpPr>
        <p:grpSpPr bwMode="auto">
          <a:xfrm>
            <a:off x="1676400" y="3429000"/>
            <a:ext cx="5668963" cy="617538"/>
            <a:chOff x="1296" y="1824"/>
            <a:chExt cx="2976" cy="433"/>
          </a:xfrm>
        </p:grpSpPr>
        <p:sp>
          <p:nvSpPr>
            <p:cNvPr id="5134" name="AutoShape 25">
              <a:hlinkClick r:id="rId5" action="ppaction://hlinksldjump"/>
            </p:cNvPr>
            <p:cNvSpPr>
              <a:spLocks noChangeAspect="1" noChangeArrowheads="1"/>
            </p:cNvSpPr>
            <p:nvPr/>
          </p:nvSpPr>
          <p:spPr bwMode="gray">
            <a:xfrm>
              <a:off x="1536" y="1899"/>
              <a:ext cx="2736" cy="288"/>
            </a:xfrm>
            <a:prstGeom prst="roundRect">
              <a:avLst>
                <a:gd name="adj" fmla="val 16667"/>
              </a:avLst>
            </a:prstGeom>
            <a:solidFill>
              <a:srgbClr val="666699"/>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endParaRPr lang="zh-CN" altLang="en-US"/>
            </a:p>
          </p:txBody>
        </p:sp>
        <p:sp>
          <p:nvSpPr>
            <p:cNvPr id="5135" name="AutoShape 26"/>
            <p:cNvSpPr>
              <a:spLocks noChangeAspect="1" noChangeArrowheads="1"/>
            </p:cNvSpPr>
            <p:nvPr/>
          </p:nvSpPr>
          <p:spPr bwMode="gray">
            <a:xfrm>
              <a:off x="1296" y="1824"/>
              <a:ext cx="432" cy="432"/>
            </a:xfrm>
            <a:prstGeom prst="diamond">
              <a:avLst/>
            </a:prstGeom>
            <a:solidFill>
              <a:srgbClr val="666699"/>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endParaRPr lang="zh-CN" altLang="en-US"/>
            </a:p>
          </p:txBody>
        </p:sp>
        <p:sp>
          <p:nvSpPr>
            <p:cNvPr id="5136" name="Text Box 27">
              <a:hlinkClick r:id="" action="ppaction://noaction"/>
            </p:cNvPr>
            <p:cNvSpPr txBox="1">
              <a:spLocks noChangeAspect="1" noChangeArrowheads="1"/>
            </p:cNvSpPr>
            <p:nvPr/>
          </p:nvSpPr>
          <p:spPr bwMode="gray">
            <a:xfrm>
              <a:off x="1680" y="1934"/>
              <a:ext cx="2160" cy="323"/>
            </a:xfrm>
            <a:prstGeom prst="rect">
              <a:avLst/>
            </a:prstGeom>
            <a:solidFill>
              <a:srgbClr val="666699"/>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2400" b="1">
                  <a:solidFill>
                    <a:schemeClr val="bg1"/>
                  </a:solidFill>
                  <a:ea typeface="华文新魏" pitchFamily="2" charset="-122"/>
                </a:rPr>
                <a:t>亥姆霍兹定理</a:t>
              </a:r>
            </a:p>
          </p:txBody>
        </p:sp>
        <p:sp>
          <p:nvSpPr>
            <p:cNvPr id="5137" name="Text Box 28"/>
            <p:cNvSpPr txBox="1">
              <a:spLocks noChangeAspect="1" noChangeArrowheads="1"/>
            </p:cNvSpPr>
            <p:nvPr/>
          </p:nvSpPr>
          <p:spPr bwMode="gray">
            <a:xfrm>
              <a:off x="1363" y="1911"/>
              <a:ext cx="284" cy="280"/>
            </a:xfrm>
            <a:prstGeom prst="rect">
              <a:avLst/>
            </a:prstGeom>
            <a:solidFill>
              <a:srgbClr val="666699"/>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en-US" altLang="zh-CN" sz="2000" b="1">
                  <a:solidFill>
                    <a:schemeClr val="bg1"/>
                  </a:solidFill>
                  <a:ea typeface="仿宋_GB2312" pitchFamily="49" charset="-122"/>
                </a:rPr>
                <a:t>1.5</a:t>
              </a:r>
            </a:p>
          </p:txBody>
        </p:sp>
      </p:grpSp>
      <p:grpSp>
        <p:nvGrpSpPr>
          <p:cNvPr id="5129" name="Group 29"/>
          <p:cNvGrpSpPr>
            <a:grpSpLocks noChangeAspect="1"/>
          </p:cNvGrpSpPr>
          <p:nvPr/>
        </p:nvGrpSpPr>
        <p:grpSpPr bwMode="auto">
          <a:xfrm>
            <a:off x="1676400" y="4171950"/>
            <a:ext cx="5668963" cy="617538"/>
            <a:chOff x="1296" y="1824"/>
            <a:chExt cx="2976" cy="433"/>
          </a:xfrm>
        </p:grpSpPr>
        <p:sp>
          <p:nvSpPr>
            <p:cNvPr id="5130" name="AutoShape 30">
              <a:hlinkClick r:id="rId5" action="ppaction://hlinksldjump"/>
            </p:cNvPr>
            <p:cNvSpPr>
              <a:spLocks noChangeAspect="1" noChangeArrowheads="1"/>
            </p:cNvSpPr>
            <p:nvPr/>
          </p:nvSpPr>
          <p:spPr bwMode="gray">
            <a:xfrm>
              <a:off x="1536" y="1899"/>
              <a:ext cx="2736" cy="288"/>
            </a:xfrm>
            <a:prstGeom prst="roundRect">
              <a:avLst>
                <a:gd name="adj" fmla="val 16667"/>
              </a:avLst>
            </a:prstGeom>
            <a:solidFill>
              <a:srgbClr val="008080"/>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endParaRPr lang="zh-CN" altLang="en-US"/>
            </a:p>
          </p:txBody>
        </p:sp>
        <p:sp>
          <p:nvSpPr>
            <p:cNvPr id="5131" name="AutoShape 31"/>
            <p:cNvSpPr>
              <a:spLocks noChangeAspect="1" noChangeArrowheads="1"/>
            </p:cNvSpPr>
            <p:nvPr/>
          </p:nvSpPr>
          <p:spPr bwMode="gray">
            <a:xfrm>
              <a:off x="1296" y="1824"/>
              <a:ext cx="432" cy="432"/>
            </a:xfrm>
            <a:prstGeom prst="diamond">
              <a:avLst/>
            </a:prstGeom>
            <a:solidFill>
              <a:srgbClr val="008080"/>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endParaRPr lang="zh-CN" altLang="en-US"/>
            </a:p>
          </p:txBody>
        </p:sp>
        <p:sp>
          <p:nvSpPr>
            <p:cNvPr id="5132" name="Text Box 32">
              <a:hlinkClick r:id="" action="ppaction://noaction"/>
            </p:cNvPr>
            <p:cNvSpPr txBox="1">
              <a:spLocks noChangeAspect="1" noChangeArrowheads="1"/>
            </p:cNvSpPr>
            <p:nvPr/>
          </p:nvSpPr>
          <p:spPr bwMode="gray">
            <a:xfrm>
              <a:off x="1680" y="1934"/>
              <a:ext cx="2160" cy="323"/>
            </a:xfrm>
            <a:prstGeom prst="rect">
              <a:avLst/>
            </a:prstGeom>
            <a:solidFill>
              <a:srgbClr val="00808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2400" b="1">
                  <a:solidFill>
                    <a:schemeClr val="bg1"/>
                  </a:solidFill>
                  <a:latin typeface="华文新魏" pitchFamily="2" charset="-122"/>
                  <a:ea typeface="华文新魏" pitchFamily="2" charset="-122"/>
                </a:rPr>
                <a:t>常用坐标系 </a:t>
              </a:r>
              <a:r>
                <a:rPr lang="zh-CN" altLang="en-US"/>
                <a:t> </a:t>
              </a:r>
            </a:p>
          </p:txBody>
        </p:sp>
        <p:sp>
          <p:nvSpPr>
            <p:cNvPr id="5133" name="Text Box 33"/>
            <p:cNvSpPr txBox="1">
              <a:spLocks noChangeAspect="1" noChangeArrowheads="1"/>
            </p:cNvSpPr>
            <p:nvPr/>
          </p:nvSpPr>
          <p:spPr bwMode="gray">
            <a:xfrm>
              <a:off x="1363" y="1911"/>
              <a:ext cx="284" cy="280"/>
            </a:xfrm>
            <a:prstGeom prst="rect">
              <a:avLst/>
            </a:prstGeom>
            <a:solidFill>
              <a:srgbClr val="00808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en-US" altLang="zh-CN" sz="2000" b="1">
                  <a:solidFill>
                    <a:schemeClr val="bg1"/>
                  </a:solidFill>
                  <a:ea typeface="仿宋_GB2312" pitchFamily="49" charset="-122"/>
                </a:rPr>
                <a:t>1.6</a:t>
              </a:r>
            </a:p>
          </p:txBody>
        </p:sp>
      </p:grpSp>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defRPr/>
            </a:pPr>
            <a:r>
              <a:rPr lang="en-US" altLang="zh-CN" smtClean="0"/>
              <a:t> </a:t>
            </a:r>
          </a:p>
        </p:txBody>
      </p:sp>
      <p:sp>
        <p:nvSpPr>
          <p:cNvPr id="57347" name="Rectangle 3" descr="Rectangle: Click to edit Master text styles&#10;Second level&#10;Third level&#10;Fourth level&#10;Fifth level"/>
          <p:cNvSpPr>
            <a:spLocks noGrp="1" noChangeArrowheads="1"/>
          </p:cNvSpPr>
          <p:nvPr>
            <p:ph type="body" idx="1"/>
          </p:nvPr>
        </p:nvSpPr>
        <p:spPr>
          <a:xfrm>
            <a:off x="838200" y="925810"/>
            <a:ext cx="7772400" cy="3086100"/>
          </a:xfrm>
        </p:spPr>
        <p:txBody>
          <a:bodyPr/>
          <a:lstStyle/>
          <a:p>
            <a:pPr marL="0" indent="0" eaLnBrk="1" hangingPunct="1">
              <a:buFont typeface="Wingdings" pitchFamily="2" charset="2"/>
              <a:buNone/>
              <a:defRPr/>
            </a:pPr>
            <a:r>
              <a:rPr lang="en-US" altLang="zh-CN" i="1" dirty="0" smtClean="0"/>
              <a:t>        </a:t>
            </a:r>
            <a:r>
              <a:rPr lang="en-US" altLang="zh-CN" i="1" dirty="0" smtClean="0">
                <a:latin typeface="黑体" pitchFamily="49" charset="-122"/>
                <a:ea typeface="黑体" pitchFamily="49" charset="-122"/>
              </a:rPr>
              <a:t>A</a:t>
            </a:r>
            <a:r>
              <a:rPr lang="en-US" altLang="zh-CN" i="1" dirty="0" smtClean="0"/>
              <a:t> </a:t>
            </a:r>
            <a:r>
              <a:rPr lang="en-US" altLang="zh-CN" dirty="0" smtClean="0"/>
              <a:t>= </a:t>
            </a:r>
            <a:r>
              <a:rPr lang="en-US" altLang="zh-CN" dirty="0" err="1" smtClean="0"/>
              <a:t>e</a:t>
            </a:r>
            <a:r>
              <a:rPr lang="en-US" altLang="zh-CN" baseline="-25000" dirty="0" err="1" smtClean="0"/>
              <a:t>x</a:t>
            </a:r>
            <a:r>
              <a:rPr lang="en-US" altLang="zh-CN" dirty="0" err="1" smtClean="0"/>
              <a:t>A</a:t>
            </a:r>
            <a:r>
              <a:rPr lang="en-US" altLang="zh-CN" baseline="-25000" dirty="0" err="1" smtClean="0"/>
              <a:t>x</a:t>
            </a:r>
            <a:r>
              <a:rPr lang="en-US" altLang="zh-CN" baseline="-25000" dirty="0" smtClean="0"/>
              <a:t> </a:t>
            </a:r>
            <a:r>
              <a:rPr lang="en-US" altLang="zh-CN" dirty="0" smtClean="0"/>
              <a:t>+ </a:t>
            </a:r>
            <a:r>
              <a:rPr lang="en-US" altLang="zh-CN" dirty="0" err="1" smtClean="0"/>
              <a:t>e</a:t>
            </a:r>
            <a:r>
              <a:rPr lang="en-US" altLang="zh-CN" baseline="-25000" dirty="0" err="1" smtClean="0"/>
              <a:t>y</a:t>
            </a:r>
            <a:r>
              <a:rPr lang="en-US" altLang="zh-CN" dirty="0" err="1" smtClean="0"/>
              <a:t>A</a:t>
            </a:r>
            <a:r>
              <a:rPr lang="en-US" altLang="zh-CN" baseline="-25000" dirty="0" err="1" smtClean="0"/>
              <a:t>y</a:t>
            </a:r>
            <a:r>
              <a:rPr lang="en-US" altLang="zh-CN" dirty="0" smtClean="0"/>
              <a:t> + </a:t>
            </a:r>
            <a:r>
              <a:rPr lang="en-US" altLang="zh-CN" dirty="0" err="1" smtClean="0"/>
              <a:t>e</a:t>
            </a:r>
            <a:r>
              <a:rPr lang="en-US" altLang="zh-CN" baseline="-25000" dirty="0" err="1" smtClean="0"/>
              <a:t>z</a:t>
            </a:r>
            <a:r>
              <a:rPr lang="en-US" altLang="zh-CN" dirty="0" err="1" smtClean="0"/>
              <a:t>A</a:t>
            </a:r>
            <a:r>
              <a:rPr lang="en-US" altLang="zh-CN" baseline="-25000" dirty="0" err="1" smtClean="0"/>
              <a:t>z</a:t>
            </a:r>
            <a:r>
              <a:rPr lang="en-US" altLang="zh-CN" dirty="0" smtClean="0"/>
              <a:t>                 </a:t>
            </a:r>
            <a:r>
              <a:rPr lang="en-US" altLang="zh-CN" dirty="0" smtClean="0">
                <a:latin typeface="宋体" pitchFamily="2" charset="-122"/>
              </a:rPr>
              <a:t>(1.1)</a:t>
            </a:r>
          </a:p>
          <a:p>
            <a:pPr marL="0" indent="0" eaLnBrk="1" hangingPunct="1">
              <a:buFont typeface="Wingdings" pitchFamily="2" charset="2"/>
              <a:buNone/>
              <a:defRPr/>
            </a:pPr>
            <a:r>
              <a:rPr lang="en-US" altLang="zh-CN" dirty="0" smtClean="0">
                <a:latin typeface="宋体" pitchFamily="2" charset="-122"/>
              </a:rPr>
              <a:t>    </a:t>
            </a:r>
            <a:r>
              <a:rPr lang="zh-CN" altLang="en-US" dirty="0" smtClean="0">
                <a:latin typeface="宋体" pitchFamily="2" charset="-122"/>
              </a:rPr>
              <a:t>由式</a:t>
            </a:r>
            <a:r>
              <a:rPr lang="en-US" altLang="zh-CN" dirty="0" smtClean="0">
                <a:latin typeface="宋体" pitchFamily="2" charset="-122"/>
              </a:rPr>
              <a:t>(1.1)</a:t>
            </a:r>
            <a:r>
              <a:rPr lang="zh-CN" altLang="en-US" dirty="0" smtClean="0">
                <a:latin typeface="宋体" pitchFamily="2" charset="-122"/>
              </a:rPr>
              <a:t>可以看出，一个矢量场对应三个标量场。</a:t>
            </a:r>
            <a:r>
              <a:rPr lang="zh-CN" altLang="en-US" dirty="0" smtClean="0"/>
              <a:t> </a:t>
            </a:r>
            <a:endParaRPr lang="en-US" altLang="zh-CN" dirty="0" smtClean="0"/>
          </a:p>
        </p:txBody>
      </p:sp>
      <p:sp>
        <p:nvSpPr>
          <p:cNvPr id="5" name="Rectangle 2"/>
          <p:cNvSpPr txBox="1">
            <a:spLocks noChangeArrowheads="1"/>
          </p:cNvSpPr>
          <p:nvPr/>
        </p:nvSpPr>
        <p:spPr bwMode="auto">
          <a:xfrm>
            <a:off x="755576" y="0"/>
            <a:ext cx="7772400" cy="857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2pPr>
            <a:lvl3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3pPr>
            <a:lvl4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4pPr>
            <a:lvl5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5pPr>
            <a:lvl6pPr marL="4572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6pPr>
            <a:lvl7pPr marL="9144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7pPr>
            <a:lvl8pPr marL="13716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8pPr>
            <a:lvl9pPr marL="18288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9pPr>
          </a:lstStyle>
          <a:p>
            <a:pPr eaLnBrk="1" hangingPunct="1">
              <a:defRPr/>
            </a:pPr>
            <a:r>
              <a:rPr lang="en-US" altLang="zh-CN" kern="0" smtClean="0"/>
              <a:t>1.1  </a:t>
            </a:r>
            <a:r>
              <a:rPr lang="zh-CN" altLang="en-US" kern="0" smtClean="0"/>
              <a:t>矢 量 代 数</a:t>
            </a:r>
            <a:endParaRPr lang="zh-CN" altLang="en-US" kern="0" dirty="0" smtClean="0"/>
          </a:p>
        </p:txBody>
      </p:sp>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09600" y="-552450"/>
            <a:ext cx="7772400" cy="857250"/>
          </a:xfrm>
        </p:spPr>
        <p:txBody>
          <a:bodyPr/>
          <a:lstStyle/>
          <a:p>
            <a:pPr eaLnBrk="1" hangingPunct="1">
              <a:defRPr/>
            </a:pPr>
            <a:r>
              <a:rPr lang="en-US" altLang="zh-CN" smtClean="0"/>
              <a:t> </a:t>
            </a:r>
          </a:p>
        </p:txBody>
      </p:sp>
      <p:sp>
        <p:nvSpPr>
          <p:cNvPr id="9219" name="Rectangle 3" descr="Rectangle: Click to edit Master text styles&#10;Second level&#10;Third level&#10;Fourth level&#10;Fifth level"/>
          <p:cNvSpPr>
            <a:spLocks noGrp="1" noChangeArrowheads="1"/>
          </p:cNvSpPr>
          <p:nvPr>
            <p:ph type="body" idx="1"/>
          </p:nvPr>
        </p:nvSpPr>
        <p:spPr>
          <a:xfrm>
            <a:off x="685800" y="-38100"/>
            <a:ext cx="8206680" cy="3086100"/>
          </a:xfrm>
        </p:spPr>
        <p:txBody>
          <a:bodyPr/>
          <a:lstStyle/>
          <a:p>
            <a:pPr lvl="1" indent="0" eaLnBrk="1" hangingPunct="1">
              <a:buFont typeface="Wingdings" pitchFamily="2" charset="2"/>
              <a:buNone/>
            </a:pPr>
            <a:r>
              <a:rPr lang="en-US" altLang="zh-CN" dirty="0" smtClean="0">
                <a:latin typeface="隶书" pitchFamily="49" charset="-122"/>
              </a:rPr>
              <a:t>  1.1.1 </a:t>
            </a:r>
            <a:r>
              <a:rPr lang="zh-CN" altLang="en-US" dirty="0" smtClean="0">
                <a:latin typeface="隶书" pitchFamily="49" charset="-122"/>
              </a:rPr>
              <a:t>矢量的加法和减法</a:t>
            </a:r>
          </a:p>
          <a:p>
            <a:pPr marL="0" indent="0" eaLnBrk="1" hangingPunct="1">
              <a:buFont typeface="Wingdings" pitchFamily="2" charset="2"/>
              <a:buNone/>
            </a:pPr>
            <a:endParaRPr lang="zh-CN" altLang="en-US" dirty="0" smtClean="0"/>
          </a:p>
          <a:p>
            <a:pPr marL="0" indent="0" eaLnBrk="1" hangingPunct="1">
              <a:buFont typeface="Wingdings" pitchFamily="2" charset="2"/>
              <a:buNone/>
            </a:pPr>
            <a:r>
              <a:rPr lang="en-US" altLang="zh-CN" i="1" dirty="0" smtClean="0"/>
              <a:t>A+B =</a:t>
            </a:r>
            <a:r>
              <a:rPr lang="en-US" altLang="zh-CN" dirty="0" smtClean="0"/>
              <a:t>e</a:t>
            </a:r>
            <a:r>
              <a:rPr lang="en-US" altLang="zh-CN" baseline="-25000" dirty="0" smtClean="0"/>
              <a:t>x</a:t>
            </a:r>
            <a:r>
              <a:rPr lang="en-US" altLang="zh-CN" dirty="0" smtClean="0"/>
              <a:t>(</a:t>
            </a:r>
            <a:r>
              <a:rPr lang="en-US" altLang="zh-CN" dirty="0" err="1" smtClean="0"/>
              <a:t>A</a:t>
            </a:r>
            <a:r>
              <a:rPr lang="en-US" altLang="zh-CN" baseline="-25000" dirty="0" err="1" smtClean="0"/>
              <a:t>x</a:t>
            </a:r>
            <a:r>
              <a:rPr lang="en-US" altLang="zh-CN" dirty="0" err="1" smtClean="0"/>
              <a:t>+B</a:t>
            </a:r>
            <a:r>
              <a:rPr lang="en-US" altLang="zh-CN" baseline="-25000" dirty="0" err="1" smtClean="0"/>
              <a:t>x</a:t>
            </a:r>
            <a:r>
              <a:rPr lang="en-US" altLang="zh-CN" dirty="0" smtClean="0"/>
              <a:t>)+</a:t>
            </a:r>
            <a:r>
              <a:rPr lang="en-US" altLang="zh-CN" dirty="0" err="1" smtClean="0"/>
              <a:t>e</a:t>
            </a:r>
            <a:r>
              <a:rPr lang="en-US" altLang="zh-CN" baseline="-25000" dirty="0" err="1" smtClean="0"/>
              <a:t>y</a:t>
            </a:r>
            <a:r>
              <a:rPr lang="en-US" altLang="zh-CN" dirty="0" smtClean="0"/>
              <a:t>(</a:t>
            </a:r>
            <a:r>
              <a:rPr lang="en-US" altLang="zh-CN" dirty="0" err="1" smtClean="0"/>
              <a:t>A</a:t>
            </a:r>
            <a:r>
              <a:rPr lang="en-US" altLang="zh-CN" baseline="-25000" dirty="0" err="1" smtClean="0"/>
              <a:t>y</a:t>
            </a:r>
            <a:r>
              <a:rPr lang="en-US" altLang="zh-CN" dirty="0" err="1" smtClean="0"/>
              <a:t>+B</a:t>
            </a:r>
            <a:r>
              <a:rPr lang="en-US" altLang="zh-CN" baseline="-25000" dirty="0" err="1" smtClean="0"/>
              <a:t>y</a:t>
            </a:r>
            <a:r>
              <a:rPr lang="en-US" altLang="zh-CN" dirty="0" smtClean="0"/>
              <a:t>)+</a:t>
            </a:r>
            <a:r>
              <a:rPr lang="en-US" altLang="zh-CN" dirty="0" err="1" smtClean="0"/>
              <a:t>e</a:t>
            </a:r>
            <a:r>
              <a:rPr lang="en-US" altLang="zh-CN" baseline="-25000" dirty="0" err="1" smtClean="0"/>
              <a:t>z</a:t>
            </a:r>
            <a:r>
              <a:rPr lang="en-US" altLang="zh-CN" dirty="0" smtClean="0"/>
              <a:t>(</a:t>
            </a:r>
            <a:r>
              <a:rPr lang="en-US" altLang="zh-CN" dirty="0" err="1" smtClean="0"/>
              <a:t>A</a:t>
            </a:r>
            <a:r>
              <a:rPr lang="en-US" altLang="zh-CN" baseline="-25000" dirty="0" err="1" smtClean="0"/>
              <a:t>z</a:t>
            </a:r>
            <a:r>
              <a:rPr lang="en-US" altLang="zh-CN" dirty="0" err="1" smtClean="0"/>
              <a:t>+B</a:t>
            </a:r>
            <a:r>
              <a:rPr lang="en-US" altLang="zh-CN" baseline="-25000" dirty="0" err="1" smtClean="0"/>
              <a:t>z</a:t>
            </a:r>
            <a:r>
              <a:rPr lang="en-US" altLang="zh-CN" dirty="0" smtClean="0"/>
              <a:t>)     </a:t>
            </a:r>
          </a:p>
          <a:p>
            <a:pPr marL="0" indent="0" eaLnBrk="1" hangingPunct="1">
              <a:buNone/>
            </a:pPr>
            <a:r>
              <a:rPr lang="en-US" altLang="zh-CN" dirty="0"/>
              <a:t>A-B=A+(-B)=ex(Ax-</a:t>
            </a:r>
            <a:r>
              <a:rPr lang="en-US" altLang="zh-CN" dirty="0" err="1"/>
              <a:t>Bx</a:t>
            </a:r>
            <a:r>
              <a:rPr lang="en-US" altLang="zh-CN" dirty="0"/>
              <a:t>)+</a:t>
            </a:r>
            <a:r>
              <a:rPr lang="en-US" altLang="zh-CN" dirty="0" err="1"/>
              <a:t>ey</a:t>
            </a:r>
            <a:r>
              <a:rPr lang="en-US" altLang="zh-CN" dirty="0"/>
              <a:t>(Ay-By)+</a:t>
            </a:r>
            <a:r>
              <a:rPr lang="en-US" altLang="zh-CN" dirty="0" err="1"/>
              <a:t>ez</a:t>
            </a:r>
            <a:r>
              <a:rPr lang="en-US" altLang="zh-CN" dirty="0"/>
              <a:t>(</a:t>
            </a:r>
            <a:r>
              <a:rPr lang="en-US" altLang="zh-CN" dirty="0" err="1"/>
              <a:t>Az-Bz</a:t>
            </a:r>
            <a:r>
              <a:rPr lang="en-US" altLang="zh-CN" dirty="0"/>
              <a:t>)</a:t>
            </a:r>
          </a:p>
          <a:p>
            <a:pPr marL="0" indent="0" eaLnBrk="1" hangingPunct="1">
              <a:buFont typeface="Wingdings" pitchFamily="2" charset="2"/>
              <a:buNone/>
            </a:pPr>
            <a:r>
              <a:rPr lang="zh-CN" altLang="en-US" dirty="0" smtClean="0"/>
              <a:t>矢量的加减运算满足</a:t>
            </a:r>
            <a:r>
              <a:rPr lang="zh-CN" altLang="en-US" dirty="0" smtClean="0">
                <a:solidFill>
                  <a:srgbClr val="FF0000"/>
                </a:solidFill>
              </a:rPr>
              <a:t>平行四边形法则</a:t>
            </a:r>
            <a:endParaRPr lang="en-US" altLang="zh-CN" dirty="0" smtClean="0">
              <a:solidFill>
                <a:srgbClr val="FF0000"/>
              </a:solidFill>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208473449"/>
              </p:ext>
            </p:extLst>
          </p:nvPr>
        </p:nvGraphicFramePr>
        <p:xfrm>
          <a:off x="723900" y="3018262"/>
          <a:ext cx="7543800" cy="1693863"/>
        </p:xfrm>
        <a:graphic>
          <a:graphicData uri="http://schemas.openxmlformats.org/presentationml/2006/ole">
            <mc:AlternateContent xmlns:mc="http://schemas.openxmlformats.org/markup-compatibility/2006">
              <mc:Choice xmlns:v="urn:schemas-microsoft-com:vml" Requires="v">
                <p:oleObj spid="_x0000_s98309" r:id="rId3" imgW="23019048" imgH="6885714" progId="">
                  <p:embed/>
                </p:oleObj>
              </mc:Choice>
              <mc:Fallback>
                <p:oleObj r:id="rId3" imgW="23019048" imgH="6885714" progId="">
                  <p:embed/>
                  <p:pic>
                    <p:nvPicPr>
                      <p:cNvPr id="1126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 y="3018262"/>
                        <a:ext cx="7543800" cy="169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en-US" altLang="zh-CN" smtClean="0"/>
              <a:t> </a:t>
            </a:r>
          </a:p>
        </p:txBody>
      </p:sp>
      <p:sp>
        <p:nvSpPr>
          <p:cNvPr id="12291" name="Rectangle 3" descr="Rectangle: Click to edit Master text styles&#10;Second level&#10;Third level&#10;Fourth level&#10;Fifth level"/>
          <p:cNvSpPr>
            <a:spLocks noGrp="1" noChangeArrowheads="1"/>
          </p:cNvSpPr>
          <p:nvPr>
            <p:ph type="body" idx="1"/>
          </p:nvPr>
        </p:nvSpPr>
        <p:spPr>
          <a:xfrm>
            <a:off x="685800" y="800100"/>
            <a:ext cx="7772400" cy="3086100"/>
          </a:xfrm>
        </p:spPr>
        <p:txBody>
          <a:bodyPr/>
          <a:lstStyle/>
          <a:p>
            <a:pPr lvl="1" indent="0" eaLnBrk="1" hangingPunct="1">
              <a:buFont typeface="Wingdings" pitchFamily="2" charset="2"/>
              <a:buNone/>
            </a:pPr>
            <a:r>
              <a:rPr lang="en-US" altLang="zh-CN" smtClean="0">
                <a:latin typeface="隶书" pitchFamily="49" charset="-122"/>
              </a:rPr>
              <a:t>  1.1.2 </a:t>
            </a:r>
            <a:r>
              <a:rPr lang="zh-CN" altLang="en-US" smtClean="0">
                <a:latin typeface="隶书" pitchFamily="49" charset="-122"/>
              </a:rPr>
              <a:t>标量与矢量相乘</a:t>
            </a:r>
          </a:p>
          <a:p>
            <a:pPr marL="0" indent="0" eaLnBrk="1" hangingPunct="1">
              <a:buFont typeface="Wingdings" pitchFamily="2" charset="2"/>
              <a:buNone/>
            </a:pPr>
            <a:endParaRPr lang="zh-CN" altLang="en-US" smtClean="0">
              <a:latin typeface="隶书" pitchFamily="49" charset="-122"/>
              <a:ea typeface="隶书" pitchFamily="49" charset="-122"/>
            </a:endParaRPr>
          </a:p>
          <a:p>
            <a:pPr marL="0" indent="0" eaLnBrk="1" hangingPunct="1">
              <a:buFont typeface="Wingdings" pitchFamily="2" charset="2"/>
              <a:buNone/>
            </a:pPr>
            <a:r>
              <a:rPr lang="zh-CN" altLang="en-US" smtClean="0">
                <a:latin typeface="宋体" pitchFamily="2" charset="-122"/>
              </a:rPr>
              <a:t>    标量</a:t>
            </a:r>
            <a:r>
              <a:rPr lang="en-US" altLang="zh-CN" smtClean="0">
                <a:latin typeface="宋体" pitchFamily="2" charset="-122"/>
              </a:rPr>
              <a:t>k</a:t>
            </a:r>
            <a:r>
              <a:rPr lang="zh-CN" altLang="en-US" smtClean="0">
                <a:latin typeface="宋体" pitchFamily="2" charset="-122"/>
              </a:rPr>
              <a:t>与矢量</a:t>
            </a:r>
            <a:r>
              <a:rPr lang="en-US" altLang="zh-CN" smtClean="0">
                <a:latin typeface="宋体" pitchFamily="2" charset="-122"/>
              </a:rPr>
              <a:t>A</a:t>
            </a:r>
            <a:r>
              <a:rPr lang="zh-CN" altLang="en-US" smtClean="0">
                <a:latin typeface="宋体" pitchFamily="2" charset="-122"/>
              </a:rPr>
              <a:t>相乘，结果是</a:t>
            </a:r>
            <a:r>
              <a:rPr lang="en-US" altLang="zh-CN" smtClean="0">
                <a:latin typeface="宋体" pitchFamily="2" charset="-122"/>
              </a:rPr>
              <a:t>A</a:t>
            </a:r>
            <a:r>
              <a:rPr lang="zh-CN" altLang="en-US" smtClean="0">
                <a:latin typeface="宋体" pitchFamily="2" charset="-122"/>
              </a:rPr>
              <a:t>的方向未变，大小改变了</a:t>
            </a:r>
            <a:r>
              <a:rPr lang="en-US" altLang="zh-CN" smtClean="0">
                <a:latin typeface="宋体" pitchFamily="2" charset="-122"/>
              </a:rPr>
              <a:t>k</a:t>
            </a:r>
            <a:r>
              <a:rPr lang="zh-CN" altLang="en-US" smtClean="0">
                <a:latin typeface="宋体" pitchFamily="2" charset="-122"/>
              </a:rPr>
              <a:t>倍，</a:t>
            </a:r>
          </a:p>
          <a:p>
            <a:pPr marL="0" indent="0" eaLnBrk="1" hangingPunct="1">
              <a:buFont typeface="Wingdings" pitchFamily="2" charset="2"/>
              <a:buNone/>
            </a:pPr>
            <a:r>
              <a:rPr lang="zh-CN" altLang="en-US" i="1" smtClean="0"/>
              <a:t>        </a:t>
            </a:r>
            <a:r>
              <a:rPr lang="en-US" altLang="zh-CN" i="1" smtClean="0"/>
              <a:t>kA=e</a:t>
            </a:r>
            <a:r>
              <a:rPr lang="en-US" altLang="zh-CN" i="1" baseline="-25000" smtClean="0"/>
              <a:t>A</a:t>
            </a:r>
            <a:r>
              <a:rPr lang="en-US" altLang="zh-CN" i="1" smtClean="0"/>
              <a:t>kA=e</a:t>
            </a:r>
            <a:r>
              <a:rPr lang="en-US" altLang="zh-CN" i="1" baseline="-25000" smtClean="0"/>
              <a:t>x</a:t>
            </a:r>
            <a:r>
              <a:rPr lang="en-US" altLang="zh-CN" i="1" smtClean="0"/>
              <a:t>kA</a:t>
            </a:r>
            <a:r>
              <a:rPr lang="en-US" altLang="zh-CN" i="1" baseline="-25000" smtClean="0"/>
              <a:t>x</a:t>
            </a:r>
            <a:r>
              <a:rPr lang="en-US" altLang="zh-CN" i="1" smtClean="0"/>
              <a:t>+e</a:t>
            </a:r>
            <a:r>
              <a:rPr lang="en-US" altLang="zh-CN" i="1" baseline="-25000" smtClean="0"/>
              <a:t>y</a:t>
            </a:r>
            <a:r>
              <a:rPr lang="en-US" altLang="zh-CN" i="1" smtClean="0"/>
              <a:t>kA</a:t>
            </a:r>
            <a:r>
              <a:rPr lang="en-US" altLang="zh-CN" i="1" baseline="-25000" smtClean="0"/>
              <a:t>y</a:t>
            </a:r>
            <a:r>
              <a:rPr lang="en-US" altLang="zh-CN" i="1" smtClean="0"/>
              <a:t>+e</a:t>
            </a:r>
            <a:r>
              <a:rPr lang="en-US" altLang="zh-CN" i="1" baseline="-25000" smtClean="0"/>
              <a:t>z</a:t>
            </a:r>
            <a:r>
              <a:rPr lang="en-US" altLang="zh-CN" i="1" smtClean="0"/>
              <a:t>kA</a:t>
            </a:r>
            <a:r>
              <a:rPr lang="en-US" altLang="zh-CN" i="1" baseline="-25000" smtClean="0"/>
              <a:t>z</a:t>
            </a:r>
            <a:r>
              <a:rPr lang="en-US" altLang="zh-CN" smtClean="0"/>
              <a:t>       (1.6)</a:t>
            </a:r>
          </a:p>
        </p:txBody>
      </p:sp>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defRPr/>
            </a:pPr>
            <a:r>
              <a:rPr lang="en-US" altLang="zh-CN" smtClean="0"/>
              <a:t> </a:t>
            </a:r>
          </a:p>
        </p:txBody>
      </p:sp>
      <p:sp>
        <p:nvSpPr>
          <p:cNvPr id="13315" name="Rectangle 3" descr="Rectangle: Click to edit Master text styles&#10;Second level&#10;Third level&#10;Fourth level&#10;Fifth level"/>
          <p:cNvSpPr>
            <a:spLocks noGrp="1" noChangeArrowheads="1"/>
          </p:cNvSpPr>
          <p:nvPr>
            <p:ph type="body" idx="1"/>
          </p:nvPr>
        </p:nvSpPr>
        <p:spPr>
          <a:xfrm>
            <a:off x="762000" y="742950"/>
            <a:ext cx="7772400" cy="3943350"/>
          </a:xfrm>
        </p:spPr>
        <p:txBody>
          <a:bodyPr/>
          <a:lstStyle/>
          <a:p>
            <a:pPr lvl="1" indent="0" eaLnBrk="1" hangingPunct="1">
              <a:buFont typeface="Wingdings" pitchFamily="2" charset="2"/>
              <a:buNone/>
            </a:pPr>
            <a:r>
              <a:rPr lang="en-US" altLang="zh-CN" dirty="0" smtClean="0"/>
              <a:t>    1.1.3 </a:t>
            </a:r>
            <a:r>
              <a:rPr lang="zh-CN" altLang="en-US" dirty="0" smtClean="0"/>
              <a:t>矢量的点积</a:t>
            </a:r>
          </a:p>
          <a:p>
            <a:pPr marL="0" indent="0" eaLnBrk="1" hangingPunct="1">
              <a:buFont typeface="Wingdings" pitchFamily="2" charset="2"/>
              <a:buNone/>
            </a:pPr>
            <a:r>
              <a:rPr lang="zh-CN" altLang="en-US" dirty="0" smtClean="0">
                <a:latin typeface="宋体" pitchFamily="2" charset="-122"/>
              </a:rPr>
              <a:t>    矢量</a:t>
            </a:r>
            <a:r>
              <a:rPr lang="en-US" altLang="zh-CN" dirty="0" smtClean="0">
                <a:latin typeface="宋体" pitchFamily="2" charset="-122"/>
              </a:rPr>
              <a:t>A</a:t>
            </a:r>
            <a:r>
              <a:rPr lang="zh-CN" altLang="en-US" dirty="0" smtClean="0">
                <a:latin typeface="宋体" pitchFamily="2" charset="-122"/>
              </a:rPr>
              <a:t>与矢量</a:t>
            </a:r>
            <a:r>
              <a:rPr lang="en-US" altLang="zh-CN" dirty="0" smtClean="0">
                <a:latin typeface="宋体" pitchFamily="2" charset="-122"/>
              </a:rPr>
              <a:t>B</a:t>
            </a:r>
            <a:r>
              <a:rPr lang="zh-CN" altLang="en-US" dirty="0" smtClean="0">
                <a:latin typeface="宋体" pitchFamily="2" charset="-122"/>
              </a:rPr>
              <a:t>的点积，写成</a:t>
            </a:r>
            <a:r>
              <a:rPr lang="en-US" altLang="zh-CN" dirty="0" smtClean="0">
                <a:latin typeface="宋体" pitchFamily="2" charset="-122"/>
              </a:rPr>
              <a:t>A · B </a:t>
            </a:r>
            <a:r>
              <a:rPr lang="zh-CN" altLang="en-US" dirty="0" smtClean="0">
                <a:latin typeface="宋体" pitchFamily="2" charset="-122"/>
              </a:rPr>
              <a:t>，它的结果是一个标量，其大小等于两个矢量的大小与它们夹角</a:t>
            </a:r>
            <a:r>
              <a:rPr lang="en-US" altLang="zh-CN" dirty="0" smtClean="0">
                <a:latin typeface="宋体" pitchFamily="2" charset="-122"/>
              </a:rPr>
              <a:t>θ</a:t>
            </a:r>
            <a:r>
              <a:rPr lang="zh-CN" altLang="en-US" dirty="0" smtClean="0">
                <a:latin typeface="宋体" pitchFamily="2" charset="-122"/>
              </a:rPr>
              <a:t>余弦的乘积，如图</a:t>
            </a:r>
            <a:r>
              <a:rPr lang="en-US" altLang="zh-CN" dirty="0" smtClean="0">
                <a:latin typeface="宋体" pitchFamily="2" charset="-122"/>
              </a:rPr>
              <a:t>1.2</a:t>
            </a:r>
            <a:r>
              <a:rPr lang="zh-CN" altLang="en-US" dirty="0" smtClean="0">
                <a:latin typeface="宋体" pitchFamily="2" charset="-122"/>
              </a:rPr>
              <a:t>所示，表示为</a:t>
            </a:r>
          </a:p>
          <a:p>
            <a:pPr marL="0" indent="0" eaLnBrk="1" hangingPunct="1">
              <a:buNone/>
            </a:pPr>
            <a:r>
              <a:rPr lang="en-US" altLang="zh-CN" i="1" dirty="0" smtClean="0"/>
              <a:t>A  ·  B  = AB </a:t>
            </a:r>
            <a:r>
              <a:rPr lang="en-US" altLang="zh-CN" i="1" dirty="0" err="1" smtClean="0">
                <a:latin typeface="+mn-ea"/>
              </a:rPr>
              <a:t>cosθ</a:t>
            </a:r>
            <a:endParaRPr lang="en-US" altLang="zh-CN" i="1" dirty="0" smtClean="0">
              <a:latin typeface="+mn-ea"/>
            </a:endParaRPr>
          </a:p>
          <a:p>
            <a:pPr marL="0" indent="0" eaLnBrk="1" hangingPunct="1">
              <a:buFont typeface="Wingdings" pitchFamily="2" charset="2"/>
              <a:buNone/>
            </a:pPr>
            <a:r>
              <a:rPr lang="en-US" altLang="zh-CN" i="1" dirty="0" smtClean="0"/>
              <a:t>A·B=</a:t>
            </a:r>
            <a:r>
              <a:rPr lang="en-US" altLang="zh-CN" i="1" dirty="0" err="1" smtClean="0"/>
              <a:t>AxBx+AyBy+AzBz</a:t>
            </a:r>
            <a:r>
              <a:rPr lang="en-US" altLang="zh-CN" dirty="0" smtClean="0"/>
              <a:t>       </a:t>
            </a:r>
          </a:p>
        </p:txBody>
      </p:sp>
      <p:graphicFrame>
        <p:nvGraphicFramePr>
          <p:cNvPr id="4" name="Object 3"/>
          <p:cNvGraphicFramePr>
            <a:graphicFrameLocks noChangeAspect="1"/>
          </p:cNvGraphicFramePr>
          <p:nvPr>
            <p:extLst>
              <p:ext uri="{D42A27DB-BD31-4B8C-83A1-F6EECF244321}">
                <p14:modId xmlns:p14="http://schemas.microsoft.com/office/powerpoint/2010/main" val="3537126626"/>
              </p:ext>
            </p:extLst>
          </p:nvPr>
        </p:nvGraphicFramePr>
        <p:xfrm>
          <a:off x="5436096" y="3147814"/>
          <a:ext cx="2516688" cy="1196329"/>
        </p:xfrm>
        <a:graphic>
          <a:graphicData uri="http://schemas.openxmlformats.org/presentationml/2006/ole">
            <mc:AlternateContent xmlns:mc="http://schemas.openxmlformats.org/markup-compatibility/2006">
              <mc:Choice xmlns:v="urn:schemas-microsoft-com:vml" Requires="v">
                <p:oleObj spid="_x0000_s99333" r:id="rId3" imgW="8161905" imgH="5171429" progId="">
                  <p:embed/>
                </p:oleObj>
              </mc:Choice>
              <mc:Fallback>
                <p:oleObj r:id="rId3" imgW="8161905" imgH="5171429" progId="">
                  <p:embed/>
                  <p:pic>
                    <p:nvPicPr>
                      <p:cNvPr id="1434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6096" y="3147814"/>
                        <a:ext cx="2516688" cy="1196329"/>
                      </a:xfrm>
                      <a:prstGeom prst="rect">
                        <a:avLst/>
                      </a:prstGeom>
                      <a:noFill/>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defRPr/>
            </a:pPr>
            <a:r>
              <a:rPr lang="en-US" altLang="zh-CN" smtClean="0"/>
              <a:t> </a:t>
            </a:r>
          </a:p>
        </p:txBody>
      </p:sp>
      <p:sp>
        <p:nvSpPr>
          <p:cNvPr id="15363" name="Rectangle 3" descr="Rectangle: Click to edit Master text styles&#10;Second level&#10;Third level&#10;Fourth level&#10;Fifth level"/>
          <p:cNvSpPr>
            <a:spLocks noGrp="1" noChangeArrowheads="1"/>
          </p:cNvSpPr>
          <p:nvPr>
            <p:ph type="body" idx="1"/>
          </p:nvPr>
        </p:nvSpPr>
        <p:spPr>
          <a:xfrm>
            <a:off x="457200" y="571500"/>
            <a:ext cx="8291264" cy="4343400"/>
          </a:xfrm>
        </p:spPr>
        <p:txBody>
          <a:bodyPr/>
          <a:lstStyle/>
          <a:p>
            <a:pPr lvl="1" indent="0" eaLnBrk="1" hangingPunct="1">
              <a:buFont typeface="Wingdings" pitchFamily="2" charset="2"/>
              <a:buNone/>
            </a:pPr>
            <a:r>
              <a:rPr lang="en-US" altLang="zh-CN" dirty="0" smtClean="0">
                <a:latin typeface="隶书" pitchFamily="49" charset="-122"/>
              </a:rPr>
              <a:t>   1.1.4 </a:t>
            </a:r>
            <a:r>
              <a:rPr lang="zh-CN" altLang="en-US" dirty="0" smtClean="0">
                <a:latin typeface="隶书" pitchFamily="49" charset="-122"/>
              </a:rPr>
              <a:t>矢量的叉积</a:t>
            </a:r>
          </a:p>
          <a:p>
            <a:pPr marL="0" indent="0" eaLnBrk="1" hangingPunct="1">
              <a:buFont typeface="Wingdings" pitchFamily="2" charset="2"/>
              <a:buNone/>
            </a:pPr>
            <a:r>
              <a:rPr lang="zh-CN" altLang="en-US" dirty="0" smtClean="0">
                <a:latin typeface="宋体" pitchFamily="2" charset="-122"/>
              </a:rPr>
              <a:t>    矢量 </a:t>
            </a:r>
            <a:r>
              <a:rPr lang="en-US" altLang="zh-CN" dirty="0" smtClean="0">
                <a:latin typeface="宋体" pitchFamily="2" charset="-122"/>
              </a:rPr>
              <a:t>A </a:t>
            </a:r>
            <a:r>
              <a:rPr lang="zh-CN" altLang="en-US" dirty="0" smtClean="0">
                <a:latin typeface="宋体" pitchFamily="2" charset="-122"/>
              </a:rPr>
              <a:t>矢量 </a:t>
            </a:r>
            <a:r>
              <a:rPr lang="en-US" altLang="zh-CN" dirty="0" smtClean="0">
                <a:latin typeface="宋体" pitchFamily="2" charset="-122"/>
              </a:rPr>
              <a:t>B </a:t>
            </a:r>
            <a:r>
              <a:rPr lang="zh-CN" altLang="en-US" dirty="0" smtClean="0">
                <a:latin typeface="宋体" pitchFamily="2" charset="-122"/>
              </a:rPr>
              <a:t>的叉积，写成 </a:t>
            </a:r>
            <a:r>
              <a:rPr lang="en-US" altLang="zh-CN" dirty="0" smtClean="0">
                <a:latin typeface="宋体" pitchFamily="2" charset="-122"/>
              </a:rPr>
              <a:t>A×B</a:t>
            </a:r>
            <a:r>
              <a:rPr lang="zh-CN" altLang="en-US" dirty="0" smtClean="0">
                <a:latin typeface="宋体" pitchFamily="2" charset="-122"/>
              </a:rPr>
              <a:t>，它的结果是一个矢量，其大小等于两个矢量的大小与它们夹角</a:t>
            </a:r>
            <a:r>
              <a:rPr lang="en-US" altLang="zh-CN" dirty="0" smtClean="0">
                <a:latin typeface="宋体" pitchFamily="2" charset="-122"/>
              </a:rPr>
              <a:t>θ</a:t>
            </a:r>
            <a:r>
              <a:rPr lang="zh-CN" altLang="en-US" dirty="0" smtClean="0">
                <a:latin typeface="宋体" pitchFamily="2" charset="-122"/>
              </a:rPr>
              <a:t>正弦的乘积，其方向垂直于矢量 </a:t>
            </a:r>
            <a:r>
              <a:rPr lang="en-US" altLang="zh-CN" dirty="0" smtClean="0">
                <a:latin typeface="宋体" pitchFamily="2" charset="-122"/>
              </a:rPr>
              <a:t>A </a:t>
            </a:r>
            <a:r>
              <a:rPr lang="zh-CN" altLang="en-US" dirty="0" smtClean="0">
                <a:latin typeface="宋体" pitchFamily="2" charset="-122"/>
              </a:rPr>
              <a:t>与矢量 </a:t>
            </a:r>
            <a:r>
              <a:rPr lang="en-US" altLang="zh-CN" dirty="0" smtClean="0">
                <a:latin typeface="宋体" pitchFamily="2" charset="-122"/>
              </a:rPr>
              <a:t>B </a:t>
            </a:r>
            <a:r>
              <a:rPr lang="zh-CN" altLang="en-US" dirty="0" smtClean="0">
                <a:latin typeface="宋体" pitchFamily="2" charset="-122"/>
              </a:rPr>
              <a:t>组成的平面</a:t>
            </a:r>
            <a:r>
              <a:rPr lang="en-US" altLang="zh-CN" dirty="0" smtClean="0">
                <a:latin typeface="宋体" pitchFamily="2" charset="-122"/>
              </a:rPr>
              <a:t>(</a:t>
            </a:r>
            <a:r>
              <a:rPr lang="zh-CN" altLang="en-US" dirty="0" smtClean="0">
                <a:latin typeface="宋体" pitchFamily="2" charset="-122"/>
              </a:rPr>
              <a:t>符合右手螺旋法则</a:t>
            </a:r>
            <a:r>
              <a:rPr lang="en-US" altLang="zh-CN" dirty="0" smtClean="0">
                <a:latin typeface="宋体" pitchFamily="2" charset="-122"/>
              </a:rPr>
              <a:t>)</a:t>
            </a:r>
            <a:r>
              <a:rPr lang="zh-CN" altLang="en-US" dirty="0" smtClean="0">
                <a:latin typeface="宋体" pitchFamily="2" charset="-122"/>
              </a:rPr>
              <a:t>，表示为</a:t>
            </a:r>
          </a:p>
          <a:p>
            <a:pPr marL="0" indent="0" eaLnBrk="1" hangingPunct="1">
              <a:buFont typeface="Wingdings" pitchFamily="2" charset="2"/>
              <a:buNone/>
            </a:pPr>
            <a:r>
              <a:rPr lang="en-US" altLang="zh-CN" dirty="0" smtClean="0"/>
              <a:t>A×B  =  </a:t>
            </a:r>
            <a:r>
              <a:rPr lang="en-US" altLang="zh-CN" i="1" dirty="0" err="1" smtClean="0"/>
              <a:t>e</a:t>
            </a:r>
            <a:r>
              <a:rPr lang="en-US" altLang="zh-CN" sz="2000" i="1" dirty="0" err="1" smtClean="0"/>
              <a:t>n</a:t>
            </a:r>
            <a:r>
              <a:rPr lang="en-US" altLang="zh-CN" i="1" dirty="0" err="1" smtClean="0"/>
              <a:t>AB</a:t>
            </a:r>
            <a:r>
              <a:rPr lang="en-US" altLang="zh-CN" i="1" dirty="0" smtClean="0"/>
              <a:t> </a:t>
            </a:r>
            <a:r>
              <a:rPr lang="en-US" altLang="zh-CN" i="1" dirty="0" err="1" smtClean="0"/>
              <a:t>sinθ</a:t>
            </a:r>
            <a:endParaRPr lang="en-US" altLang="zh-CN" dirty="0" smtClean="0"/>
          </a:p>
        </p:txBody>
      </p:sp>
      <p:graphicFrame>
        <p:nvGraphicFramePr>
          <p:cNvPr id="4" name="Object 8"/>
          <p:cNvGraphicFramePr>
            <a:graphicFrameLocks noGrp="1" noChangeAspect="1"/>
          </p:cNvGraphicFramePr>
          <p:nvPr>
            <p:extLst>
              <p:ext uri="{D42A27DB-BD31-4B8C-83A1-F6EECF244321}">
                <p14:modId xmlns:p14="http://schemas.microsoft.com/office/powerpoint/2010/main" val="1524284552"/>
              </p:ext>
            </p:extLst>
          </p:nvPr>
        </p:nvGraphicFramePr>
        <p:xfrm>
          <a:off x="4611184" y="3507854"/>
          <a:ext cx="2954288" cy="1221393"/>
        </p:xfrm>
        <a:graphic>
          <a:graphicData uri="http://schemas.openxmlformats.org/presentationml/2006/ole">
            <mc:AlternateContent xmlns:mc="http://schemas.openxmlformats.org/markup-compatibility/2006">
              <mc:Choice xmlns:v="urn:schemas-microsoft-com:vml" Requires="v">
                <p:oleObj spid="_x0000_s100357" r:id="rId3" imgW="14152381" imgH="7800000" progId="">
                  <p:embed/>
                </p:oleObj>
              </mc:Choice>
              <mc:Fallback>
                <p:oleObj r:id="rId3" imgW="14152381" imgH="7800000" progId="">
                  <p:embed/>
                  <p:pic>
                    <p:nvPicPr>
                      <p:cNvPr id="16390" name="Object 8"/>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1184" y="3507854"/>
                        <a:ext cx="2954288" cy="1221393"/>
                      </a:xfrm>
                      <a:prstGeom prst="rect">
                        <a:avLst/>
                      </a:prstGeom>
                      <a:noFill/>
                      <a:ln>
                        <a:noFill/>
                      </a:ln>
                      <a:effectLs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defRPr/>
            </a:pPr>
            <a:r>
              <a:rPr lang="en-US" altLang="zh-CN" dirty="0" smtClean="0"/>
              <a:t> </a:t>
            </a:r>
          </a:p>
        </p:txBody>
      </p:sp>
      <p:sp>
        <p:nvSpPr>
          <p:cNvPr id="17411" name="Rectangle 3" descr="Rectangle: Click to edit Master text styles&#10;Second level&#10;Third level&#10;Fourth level&#10;Fifth level"/>
          <p:cNvSpPr>
            <a:spLocks noGrp="1" noChangeArrowheads="1"/>
          </p:cNvSpPr>
          <p:nvPr>
            <p:ph type="body" idx="1"/>
          </p:nvPr>
        </p:nvSpPr>
        <p:spPr>
          <a:xfrm>
            <a:off x="1905000" y="1428750"/>
            <a:ext cx="5791200" cy="1905000"/>
          </a:xfrm>
        </p:spPr>
        <p:txBody>
          <a:bodyPr/>
          <a:lstStyle/>
          <a:p>
            <a:pPr marL="0" indent="0" eaLnBrk="1" hangingPunct="1">
              <a:buFont typeface="Wingdings" pitchFamily="2" charset="2"/>
              <a:buNone/>
            </a:pPr>
            <a:r>
              <a:rPr lang="en-US" altLang="zh-CN" dirty="0" smtClean="0"/>
              <a:t>                    </a:t>
            </a:r>
            <a:r>
              <a:rPr lang="en-US" altLang="zh-CN" i="1" dirty="0" smtClean="0"/>
              <a:t>e</a:t>
            </a:r>
            <a:r>
              <a:rPr lang="en-US" altLang="zh-CN" i="1" baseline="-25000" dirty="0" smtClean="0"/>
              <a:t>x</a:t>
            </a:r>
            <a:r>
              <a:rPr lang="en-US" altLang="zh-CN" i="1" dirty="0" smtClean="0"/>
              <a:t>      </a:t>
            </a:r>
            <a:r>
              <a:rPr lang="en-US" altLang="zh-CN" i="1" dirty="0" err="1" smtClean="0"/>
              <a:t>e</a:t>
            </a:r>
            <a:r>
              <a:rPr lang="en-US" altLang="zh-CN" i="1" baseline="-25000" dirty="0" err="1" smtClean="0"/>
              <a:t>y</a:t>
            </a:r>
            <a:r>
              <a:rPr lang="en-US" altLang="zh-CN" i="1" baseline="-25000" dirty="0" smtClean="0"/>
              <a:t> </a:t>
            </a:r>
            <a:r>
              <a:rPr lang="en-US" altLang="zh-CN" i="1" dirty="0" smtClean="0"/>
              <a:t>    </a:t>
            </a:r>
            <a:r>
              <a:rPr lang="en-US" altLang="zh-CN" i="1" dirty="0" err="1" smtClean="0"/>
              <a:t>e</a:t>
            </a:r>
            <a:r>
              <a:rPr lang="en-US" altLang="zh-CN" i="1" baseline="-25000" dirty="0" err="1" smtClean="0"/>
              <a:t>z</a:t>
            </a:r>
            <a:r>
              <a:rPr lang="en-US" altLang="zh-CN" i="1" dirty="0" smtClean="0"/>
              <a:t> </a:t>
            </a:r>
          </a:p>
          <a:p>
            <a:pPr marL="0" indent="0" eaLnBrk="1" hangingPunct="1">
              <a:buFont typeface="Wingdings" pitchFamily="2" charset="2"/>
              <a:buNone/>
            </a:pPr>
            <a:r>
              <a:rPr lang="en-US" altLang="zh-CN" i="1" dirty="0" smtClean="0"/>
              <a:t>A×B =      A</a:t>
            </a:r>
            <a:r>
              <a:rPr lang="en-US" altLang="zh-CN" i="1" baseline="-25000" dirty="0" smtClean="0"/>
              <a:t>x</a:t>
            </a:r>
            <a:r>
              <a:rPr lang="en-US" altLang="zh-CN" i="1" dirty="0" smtClean="0"/>
              <a:t>     A</a:t>
            </a:r>
            <a:r>
              <a:rPr lang="en-US" altLang="zh-CN" i="1" baseline="-25000" dirty="0" smtClean="0"/>
              <a:t>y</a:t>
            </a:r>
            <a:r>
              <a:rPr lang="en-US" altLang="zh-CN" i="1" dirty="0" smtClean="0"/>
              <a:t>    </a:t>
            </a:r>
            <a:r>
              <a:rPr lang="en-US" altLang="zh-CN" i="1" dirty="0" err="1" smtClean="0"/>
              <a:t>A</a:t>
            </a:r>
            <a:r>
              <a:rPr lang="en-US" altLang="zh-CN" i="1" baseline="-25000" dirty="0" err="1" smtClean="0"/>
              <a:t>z</a:t>
            </a:r>
            <a:r>
              <a:rPr lang="en-US" altLang="zh-CN" i="1" baseline="-25000" dirty="0" smtClean="0"/>
              <a:t>         </a:t>
            </a:r>
            <a:r>
              <a:rPr lang="en-US" altLang="zh-CN" baseline="-25000" dirty="0" smtClean="0">
                <a:latin typeface="宋体" pitchFamily="2" charset="-122"/>
              </a:rPr>
              <a:t>(1.8c)</a:t>
            </a:r>
          </a:p>
          <a:p>
            <a:pPr marL="0" indent="0" eaLnBrk="1" hangingPunct="1">
              <a:buFont typeface="Wingdings" pitchFamily="2" charset="2"/>
              <a:buNone/>
            </a:pPr>
            <a:r>
              <a:rPr lang="en-US" altLang="zh-CN" i="1" dirty="0" smtClean="0"/>
              <a:t>                   </a:t>
            </a:r>
            <a:r>
              <a:rPr lang="en-US" altLang="zh-CN" i="1" dirty="0" err="1" smtClean="0"/>
              <a:t>B</a:t>
            </a:r>
            <a:r>
              <a:rPr lang="en-US" altLang="zh-CN" i="1" baseline="-25000" dirty="0" err="1" smtClean="0"/>
              <a:t>x</a:t>
            </a:r>
            <a:r>
              <a:rPr lang="en-US" altLang="zh-CN" i="1" dirty="0" smtClean="0"/>
              <a:t>     B</a:t>
            </a:r>
            <a:r>
              <a:rPr lang="en-US" altLang="zh-CN" i="1" baseline="-25000" dirty="0" smtClean="0"/>
              <a:t>y</a:t>
            </a:r>
            <a:r>
              <a:rPr lang="en-US" altLang="zh-CN" i="1" dirty="0" smtClean="0"/>
              <a:t>    </a:t>
            </a:r>
            <a:r>
              <a:rPr lang="en-US" altLang="zh-CN" i="1" dirty="0" err="1" smtClean="0"/>
              <a:t>B</a:t>
            </a:r>
            <a:r>
              <a:rPr lang="en-US" altLang="zh-CN" i="1" baseline="-25000" dirty="0" err="1" smtClean="0"/>
              <a:t>z</a:t>
            </a:r>
            <a:endParaRPr lang="en-US" altLang="zh-CN" i="1" baseline="-25000" dirty="0" smtClean="0"/>
          </a:p>
        </p:txBody>
      </p:sp>
      <p:sp>
        <p:nvSpPr>
          <p:cNvPr id="17412" name="Line 4"/>
          <p:cNvSpPr>
            <a:spLocks noChangeShapeType="1"/>
          </p:cNvSpPr>
          <p:nvPr/>
        </p:nvSpPr>
        <p:spPr bwMode="auto">
          <a:xfrm>
            <a:off x="3657600" y="1600200"/>
            <a:ext cx="0" cy="1504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3" name="Line 5"/>
          <p:cNvSpPr>
            <a:spLocks noChangeShapeType="1"/>
          </p:cNvSpPr>
          <p:nvPr/>
        </p:nvSpPr>
        <p:spPr bwMode="auto">
          <a:xfrm>
            <a:off x="6172200" y="1600200"/>
            <a:ext cx="0" cy="1581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defRPr/>
            </a:pPr>
            <a:r>
              <a:rPr lang="en-US" altLang="zh-CN" smtClean="0"/>
              <a:t> </a:t>
            </a:r>
          </a:p>
        </p:txBody>
      </p:sp>
      <p:sp>
        <p:nvSpPr>
          <p:cNvPr id="18435" name="Rectangle 3" descr="Rectangle: Click to edit Master text styles&#10;Second level&#10;Third level&#10;Fourth level&#10;Fifth level"/>
          <p:cNvSpPr>
            <a:spLocks noGrp="1" noChangeArrowheads="1"/>
          </p:cNvSpPr>
          <p:nvPr>
            <p:ph type="body" idx="1"/>
          </p:nvPr>
        </p:nvSpPr>
        <p:spPr/>
        <p:txBody>
          <a:bodyPr/>
          <a:lstStyle/>
          <a:p>
            <a:pPr marL="609600" indent="-60960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例</a:t>
            </a:r>
            <a:r>
              <a:rPr lang="en-US" altLang="zh-CN" dirty="0" smtClean="0">
                <a:latin typeface="宋体" pitchFamily="2" charset="-122"/>
              </a:rPr>
              <a:t>1.1 </a:t>
            </a:r>
            <a:r>
              <a:rPr lang="zh-CN" altLang="en-US" dirty="0" smtClean="0">
                <a:latin typeface="宋体" pitchFamily="2" charset="-122"/>
              </a:rPr>
              <a:t>已知</a:t>
            </a:r>
            <a:r>
              <a:rPr lang="en-US" altLang="zh-CN" dirty="0" smtClean="0">
                <a:latin typeface="宋体" pitchFamily="2" charset="-122"/>
              </a:rPr>
              <a:t>A=e</a:t>
            </a:r>
            <a:r>
              <a:rPr lang="en-US" altLang="zh-CN" sz="2000" dirty="0" smtClean="0">
                <a:latin typeface="宋体" pitchFamily="2" charset="-122"/>
              </a:rPr>
              <a:t>x</a:t>
            </a:r>
            <a:r>
              <a:rPr lang="en-US" altLang="zh-CN" dirty="0" smtClean="0">
                <a:latin typeface="宋体" pitchFamily="2" charset="-122"/>
              </a:rPr>
              <a:t>3+e</a:t>
            </a:r>
            <a:r>
              <a:rPr lang="en-US" altLang="zh-CN" sz="2000" dirty="0" smtClean="0">
                <a:latin typeface="宋体" pitchFamily="2" charset="-122"/>
              </a:rPr>
              <a:t>y</a:t>
            </a:r>
            <a:r>
              <a:rPr lang="en-US" altLang="zh-CN" dirty="0" smtClean="0">
                <a:latin typeface="宋体" pitchFamily="2" charset="-122"/>
              </a:rPr>
              <a:t>4+e</a:t>
            </a:r>
            <a:r>
              <a:rPr lang="en-US" altLang="zh-CN" sz="2000" dirty="0" smtClean="0">
                <a:latin typeface="宋体" pitchFamily="2" charset="-122"/>
              </a:rPr>
              <a:t>z</a:t>
            </a:r>
            <a:r>
              <a:rPr lang="en-US" altLang="zh-CN" dirty="0" smtClean="0">
                <a:latin typeface="宋体" pitchFamily="2" charset="-122"/>
              </a:rPr>
              <a:t>2,B=e</a:t>
            </a:r>
            <a:r>
              <a:rPr lang="en-US" altLang="zh-CN" sz="2000" dirty="0" smtClean="0">
                <a:latin typeface="宋体" pitchFamily="2" charset="-122"/>
              </a:rPr>
              <a:t>x</a:t>
            </a:r>
            <a:r>
              <a:rPr lang="en-US" altLang="zh-CN" dirty="0" smtClean="0">
                <a:latin typeface="宋体" pitchFamily="2" charset="-122"/>
              </a:rPr>
              <a:t>2+e</a:t>
            </a:r>
            <a:r>
              <a:rPr lang="en-US" altLang="zh-CN" sz="2000" dirty="0" smtClean="0">
                <a:latin typeface="宋体" pitchFamily="2" charset="-122"/>
              </a:rPr>
              <a:t>y</a:t>
            </a:r>
            <a:r>
              <a:rPr lang="en-US" altLang="zh-CN" dirty="0" smtClean="0">
                <a:latin typeface="宋体" pitchFamily="2" charset="-122"/>
              </a:rPr>
              <a:t>4+e</a:t>
            </a:r>
            <a:r>
              <a:rPr lang="en-US" altLang="zh-CN" sz="2000" dirty="0" smtClean="0">
                <a:latin typeface="宋体" pitchFamily="2" charset="-122"/>
              </a:rPr>
              <a:t>z</a:t>
            </a:r>
            <a:r>
              <a:rPr lang="en-US" altLang="zh-CN" dirty="0" smtClean="0">
                <a:latin typeface="宋体" pitchFamily="2" charset="-122"/>
              </a:rPr>
              <a:t>7,</a:t>
            </a:r>
            <a:r>
              <a:rPr lang="zh-CN" altLang="en-US" dirty="0" smtClean="0">
                <a:latin typeface="宋体" pitchFamily="2" charset="-122"/>
              </a:rPr>
              <a:t>求</a:t>
            </a:r>
            <a:r>
              <a:rPr lang="en-US" altLang="zh-CN" dirty="0" smtClean="0">
                <a:latin typeface="宋体" pitchFamily="2" charset="-122"/>
              </a:rPr>
              <a:t>:</a:t>
            </a:r>
          </a:p>
          <a:p>
            <a:pPr marL="609600" indent="-609600" eaLnBrk="1" hangingPunct="1">
              <a:buFont typeface="Wingdings" pitchFamily="2" charset="2"/>
              <a:buNone/>
            </a:pPr>
            <a:r>
              <a:rPr lang="zh-CN" altLang="en-US" dirty="0" smtClean="0">
                <a:latin typeface="宋体" pitchFamily="2" charset="-122"/>
              </a:rPr>
              <a:t>（</a:t>
            </a:r>
            <a:r>
              <a:rPr lang="en-US" altLang="zh-CN" dirty="0" smtClean="0">
                <a:latin typeface="宋体" pitchFamily="2" charset="-122"/>
              </a:rPr>
              <a:t>1</a:t>
            </a:r>
            <a:r>
              <a:rPr lang="zh-CN" altLang="en-US" dirty="0" smtClean="0">
                <a:latin typeface="宋体" pitchFamily="2" charset="-122"/>
              </a:rPr>
              <a:t>）</a:t>
            </a:r>
            <a:r>
              <a:rPr lang="en-US" altLang="zh-CN" dirty="0" smtClean="0">
                <a:latin typeface="宋体" pitchFamily="2" charset="-122"/>
              </a:rPr>
              <a:t>A · B;   (2)A</a:t>
            </a:r>
            <a:r>
              <a:rPr lang="zh-CN" altLang="en-US" dirty="0" smtClean="0">
                <a:latin typeface="宋体" pitchFamily="2" charset="-122"/>
              </a:rPr>
              <a:t>与</a:t>
            </a:r>
            <a:r>
              <a:rPr lang="en-US" altLang="zh-CN" dirty="0" smtClean="0">
                <a:latin typeface="宋体" pitchFamily="2" charset="-122"/>
              </a:rPr>
              <a:t>B</a:t>
            </a:r>
            <a:r>
              <a:rPr lang="zh-CN" altLang="en-US" dirty="0" smtClean="0">
                <a:latin typeface="宋体" pitchFamily="2" charset="-122"/>
              </a:rPr>
              <a:t>的夹角</a:t>
            </a:r>
            <a:r>
              <a:rPr lang="en-US" altLang="zh-CN" dirty="0" smtClean="0">
                <a:latin typeface="宋体" pitchFamily="2" charset="-122"/>
              </a:rPr>
              <a:t>; (3)A</a:t>
            </a:r>
            <a:r>
              <a:rPr lang="en-US" altLang="en-US" dirty="0" smtClean="0">
                <a:latin typeface="宋体" pitchFamily="2" charset="-122"/>
              </a:rPr>
              <a:t>×</a:t>
            </a:r>
            <a:r>
              <a:rPr lang="en-US" altLang="zh-CN" dirty="0" smtClean="0">
                <a:latin typeface="宋体" pitchFamily="2" charset="-122"/>
              </a:rPr>
              <a:t>B</a:t>
            </a:r>
            <a:r>
              <a:rPr lang="zh-CN" altLang="en-US" dirty="0" smtClean="0">
                <a:latin typeface="宋体" pitchFamily="2" charset="-122"/>
              </a:rPr>
              <a:t>。</a:t>
            </a:r>
          </a:p>
        </p:txBody>
      </p:sp>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defRPr/>
            </a:pPr>
            <a:r>
              <a:rPr lang="en-US" altLang="zh-CN" smtClean="0"/>
              <a:t>1.2 </a:t>
            </a:r>
            <a:r>
              <a:rPr lang="zh-CN" altLang="en-US" smtClean="0"/>
              <a:t>矢量场的散度</a:t>
            </a:r>
          </a:p>
        </p:txBody>
      </p:sp>
      <p:sp>
        <p:nvSpPr>
          <p:cNvPr id="21507" name="Rectangle 3" descr="Rectangle: Click to edit Master text styles&#10;Second level&#10;Third level&#10;Fourth level&#10;Fifth level"/>
          <p:cNvSpPr>
            <a:spLocks noGrp="1" noChangeArrowheads="1"/>
          </p:cNvSpPr>
          <p:nvPr>
            <p:ph type="body" idx="1"/>
          </p:nvPr>
        </p:nvSpPr>
        <p:spPr>
          <a:xfrm>
            <a:off x="323528" y="1131590"/>
            <a:ext cx="8039128" cy="3086100"/>
          </a:xfrm>
        </p:spPr>
        <p:txBody>
          <a:bodyPr/>
          <a:lstStyle/>
          <a:p>
            <a:pPr lvl="1" indent="0" eaLnBrk="1" hangingPunct="1">
              <a:buFont typeface="Wingdings" pitchFamily="2" charset="2"/>
              <a:buNone/>
            </a:pPr>
            <a:r>
              <a:rPr lang="en-US" altLang="zh-CN" dirty="0" smtClean="0">
                <a:latin typeface="隶书" pitchFamily="49" charset="-122"/>
              </a:rPr>
              <a:t>   1.2.1 </a:t>
            </a:r>
            <a:r>
              <a:rPr lang="zh-CN" altLang="en-US" dirty="0" smtClean="0">
                <a:latin typeface="隶书" pitchFamily="49" charset="-122"/>
              </a:rPr>
              <a:t>矢量场的矢量线</a:t>
            </a:r>
          </a:p>
          <a:p>
            <a:pPr marL="0" indent="0" eaLnBrk="1" hangingPunct="1">
              <a:buFont typeface="Wingdings" pitchFamily="2" charset="2"/>
              <a:buNone/>
            </a:pPr>
            <a:r>
              <a:rPr lang="zh-CN" altLang="en-US" dirty="0" smtClean="0">
                <a:latin typeface="宋体" pitchFamily="2" charset="-122"/>
              </a:rPr>
              <a:t>    矢量场</a:t>
            </a:r>
            <a:r>
              <a:rPr lang="en-US" altLang="zh-CN" dirty="0" smtClean="0">
                <a:latin typeface="宋体" pitchFamily="2" charset="-122"/>
              </a:rPr>
              <a:t>A</a:t>
            </a:r>
            <a:r>
              <a:rPr lang="zh-CN" altLang="en-US" dirty="0" smtClean="0">
                <a:latin typeface="宋体" pitchFamily="2" charset="-122"/>
              </a:rPr>
              <a:t>可以用画图的方式描述，称为矢量场的矢量线（也叫做力线、流线、通量线等）图。矢量线图上每一点处的切线应当是该点矢量场的方向。</a:t>
            </a:r>
          </a:p>
        </p:txBody>
      </p:sp>
      <p:graphicFrame>
        <p:nvGraphicFramePr>
          <p:cNvPr id="4" name="Object 4"/>
          <p:cNvGraphicFramePr>
            <a:graphicFrameLocks noChangeAspect="1"/>
          </p:cNvGraphicFramePr>
          <p:nvPr>
            <p:extLst>
              <p:ext uri="{D42A27DB-BD31-4B8C-83A1-F6EECF244321}">
                <p14:modId xmlns:p14="http://schemas.microsoft.com/office/powerpoint/2010/main" val="3818831739"/>
              </p:ext>
            </p:extLst>
          </p:nvPr>
        </p:nvGraphicFramePr>
        <p:xfrm>
          <a:off x="5580112" y="3579862"/>
          <a:ext cx="1287735" cy="966986"/>
        </p:xfrm>
        <a:graphic>
          <a:graphicData uri="http://schemas.openxmlformats.org/presentationml/2006/ole">
            <mc:AlternateContent xmlns:mc="http://schemas.openxmlformats.org/markup-compatibility/2006">
              <mc:Choice xmlns:v="urn:schemas-microsoft-com:vml" Requires="v">
                <p:oleObj spid="_x0000_s101381" r:id="rId3" imgW="9380952" imgH="9390476" progId="">
                  <p:embed/>
                </p:oleObj>
              </mc:Choice>
              <mc:Fallback>
                <p:oleObj r:id="rId3" imgW="9380952" imgH="9390476" progId="">
                  <p:embed/>
                  <p:pic>
                    <p:nvPicPr>
                      <p:cNvPr id="22531"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112" y="3579862"/>
                        <a:ext cx="1287735" cy="966986"/>
                      </a:xfrm>
                      <a:prstGeom prst="rect">
                        <a:avLst/>
                      </a:prstGeom>
                      <a:noFill/>
                      <a:ln>
                        <a:noFill/>
                      </a:ln>
                      <a:effectLs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0072" y="837603"/>
            <a:ext cx="398883" cy="36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13"/>
          <p:cNvPicPr>
            <a:picLocks noChangeAspect="1" noChangeArrowheads="1"/>
          </p:cNvPicPr>
          <p:nvPr/>
        </p:nvPicPr>
        <p:blipFill>
          <a:blip r:embed="rId3">
            <a:extLst>
              <a:ext uri="{28A0092B-C50C-407E-A947-70E740481C1C}">
                <a14:useLocalDpi xmlns:a14="http://schemas.microsoft.com/office/drawing/2010/main" val="0"/>
              </a:ext>
            </a:extLst>
          </a:blip>
          <a:srcRect r="10495"/>
          <a:stretch>
            <a:fillRect/>
          </a:stretch>
        </p:blipFill>
        <p:spPr bwMode="auto">
          <a:xfrm>
            <a:off x="899592" y="843558"/>
            <a:ext cx="459583" cy="354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Picture 15"/>
          <p:cNvPicPr>
            <a:picLocks noChangeAspect="1" noChangeArrowheads="1"/>
          </p:cNvPicPr>
          <p:nvPr/>
        </p:nvPicPr>
        <p:blipFill>
          <a:blip r:embed="rId4">
            <a:extLst>
              <a:ext uri="{28A0092B-C50C-407E-A947-70E740481C1C}">
                <a14:useLocalDpi xmlns:a14="http://schemas.microsoft.com/office/drawing/2010/main" val="0"/>
              </a:ext>
            </a:extLst>
          </a:blip>
          <a:srcRect l="60851" t="40591" r="8463" b="36363"/>
          <a:stretch>
            <a:fillRect/>
          </a:stretch>
        </p:blipFill>
        <p:spPr bwMode="auto">
          <a:xfrm>
            <a:off x="4860032" y="1742539"/>
            <a:ext cx="380365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3560"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5616" y="2211710"/>
            <a:ext cx="320992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1" name="Rectangle 18"/>
          <p:cNvSpPr>
            <a:spLocks noChangeArrowheads="1"/>
          </p:cNvSpPr>
          <p:nvPr/>
        </p:nvSpPr>
        <p:spPr bwMode="auto">
          <a:xfrm>
            <a:off x="0" y="666750"/>
            <a:ext cx="88392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5000"/>
              </a:lnSpc>
            </a:pPr>
            <a:r>
              <a:rPr lang="zh-CN" altLang="en-US" sz="3200" b="1" dirty="0" smtClean="0">
                <a:solidFill>
                  <a:srgbClr val="FF0000"/>
                </a:solidFill>
                <a:latin typeface="Verdana" pitchFamily="34" charset="0"/>
              </a:rPr>
              <a:t>通量</a:t>
            </a:r>
            <a:r>
              <a:rPr lang="zh-CN" altLang="en-US" sz="3200" b="1" dirty="0" smtClean="0">
                <a:solidFill>
                  <a:srgbClr val="000000"/>
                </a:solidFill>
                <a:latin typeface="Verdana" pitchFamily="34" charset="0"/>
              </a:rPr>
              <a:t>    </a:t>
            </a:r>
            <a:r>
              <a:rPr lang="en-US" altLang="zh-CN" sz="3200" b="1" dirty="0">
                <a:solidFill>
                  <a:srgbClr val="000000"/>
                </a:solidFill>
              </a:rPr>
              <a:t>——</a:t>
            </a:r>
            <a:r>
              <a:rPr lang="zh-CN" altLang="en-US" sz="3200" b="1" dirty="0">
                <a:solidFill>
                  <a:srgbClr val="000000"/>
                </a:solidFill>
                <a:latin typeface="Verdana" pitchFamily="34" charset="0"/>
              </a:rPr>
              <a:t>矢量场穿过曲面    的通量线的总数，它可表示为矢量沿该曲面    的面积分。</a:t>
            </a:r>
          </a:p>
        </p:txBody>
      </p:sp>
      <p:pic>
        <p:nvPicPr>
          <p:cNvPr id="23562"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5838" y="1421313"/>
            <a:ext cx="388523"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827088" y="57150"/>
            <a:ext cx="5867400" cy="708025"/>
          </a:xfrm>
          <a:prstGeom prst="rect">
            <a:avLst/>
          </a:prstGeom>
        </p:spPr>
        <p:txBody>
          <a:bodyPr>
            <a:spAutoFit/>
          </a:bodyPr>
          <a:lstStyle/>
          <a:p>
            <a:pPr marL="190500" lvl="1" eaLnBrk="1" hangingPunct="1">
              <a:spcBef>
                <a:spcPct val="20000"/>
              </a:spcBef>
              <a:buClr>
                <a:srgbClr val="B2B2B2"/>
              </a:buClr>
              <a:buSzPct val="75000"/>
              <a:defRPr/>
            </a:pPr>
            <a:r>
              <a:rPr kumimoji="1" lang="en-US" altLang="zh-CN" sz="4000" b="1" kern="0" dirty="0">
                <a:solidFill>
                  <a:srgbClr val="1B285F"/>
                </a:solidFill>
                <a:latin typeface="隶书" pitchFamily="49" charset="-122"/>
                <a:ea typeface="隶书" pitchFamily="49" charset="-122"/>
              </a:rPr>
              <a:t>1.2.2 </a:t>
            </a:r>
            <a:r>
              <a:rPr kumimoji="1" lang="zh-CN" altLang="en-US" sz="4000" b="1" kern="0" dirty="0">
                <a:solidFill>
                  <a:srgbClr val="1B285F"/>
                </a:solidFill>
                <a:latin typeface="隶书" pitchFamily="49" charset="-122"/>
                <a:ea typeface="隶书" pitchFamily="49" charset="-122"/>
              </a:rPr>
              <a:t>矢量场的通量</a:t>
            </a:r>
          </a:p>
        </p:txBody>
      </p:sp>
      <p:sp>
        <p:nvSpPr>
          <p:cNvPr id="3" name="矩形 2"/>
          <p:cNvSpPr/>
          <p:nvPr/>
        </p:nvSpPr>
        <p:spPr>
          <a:xfrm>
            <a:off x="269776" y="3111227"/>
            <a:ext cx="7542584" cy="1692771"/>
          </a:xfrm>
          <a:prstGeom prst="rect">
            <a:avLst/>
          </a:prstGeom>
        </p:spPr>
        <p:txBody>
          <a:bodyPr wrap="square">
            <a:spAutoFit/>
          </a:bodyPr>
          <a:lstStyle/>
          <a:p>
            <a:pPr lvl="0" eaLnBrk="1" hangingPunct="1">
              <a:spcBef>
                <a:spcPct val="20000"/>
              </a:spcBef>
              <a:buClr>
                <a:srgbClr val="A50021"/>
              </a:buClr>
              <a:buSzPct val="75000"/>
            </a:pPr>
            <a:r>
              <a:rPr lang="zh-CN" altLang="en-US" sz="3200" b="1" kern="0" dirty="0">
                <a:solidFill>
                  <a:srgbClr val="000000"/>
                </a:solidFill>
                <a:latin typeface="Times New Roman"/>
                <a:ea typeface="宋体"/>
              </a:rPr>
              <a:t>在直角坐标系中，</a:t>
            </a:r>
          </a:p>
          <a:p>
            <a:pPr lvl="0" eaLnBrk="1" hangingPunct="1">
              <a:spcBef>
                <a:spcPct val="20000"/>
              </a:spcBef>
              <a:buClr>
                <a:srgbClr val="A50021"/>
              </a:buClr>
              <a:buSzPct val="75000"/>
            </a:pPr>
            <a:r>
              <a:rPr lang="zh-CN" altLang="en-US" sz="2800" b="1" kern="0" dirty="0">
                <a:solidFill>
                  <a:srgbClr val="000000"/>
                </a:solidFill>
                <a:latin typeface="Times New Roman"/>
                <a:ea typeface="宋体"/>
              </a:rPr>
              <a:t>∫</a:t>
            </a:r>
            <a:r>
              <a:rPr lang="en-US" altLang="zh-CN" sz="2800" b="1" kern="0" baseline="-25000" dirty="0">
                <a:solidFill>
                  <a:srgbClr val="000000"/>
                </a:solidFill>
                <a:latin typeface="Times New Roman"/>
                <a:ea typeface="宋体"/>
              </a:rPr>
              <a:t>S</a:t>
            </a:r>
            <a:r>
              <a:rPr lang="en-US" altLang="zh-CN" sz="2800" b="1" kern="0" dirty="0">
                <a:solidFill>
                  <a:srgbClr val="000000"/>
                </a:solidFill>
                <a:latin typeface="Times New Roman"/>
                <a:ea typeface="宋体"/>
              </a:rPr>
              <a:t> </a:t>
            </a:r>
            <a:r>
              <a:rPr lang="en-US" altLang="zh-CN" sz="2800" b="1" kern="0" dirty="0" err="1">
                <a:solidFill>
                  <a:srgbClr val="000000"/>
                </a:solidFill>
                <a:latin typeface="Times New Roman"/>
                <a:ea typeface="宋体"/>
              </a:rPr>
              <a:t>A·dS</a:t>
            </a:r>
            <a:r>
              <a:rPr lang="en-US" altLang="zh-CN" sz="2800" b="1" kern="0" dirty="0">
                <a:solidFill>
                  <a:srgbClr val="000000"/>
                </a:solidFill>
                <a:latin typeface="Times New Roman"/>
                <a:ea typeface="宋体"/>
              </a:rPr>
              <a:t> =∫</a:t>
            </a:r>
            <a:r>
              <a:rPr lang="en-US" altLang="zh-CN" sz="2800" b="1" kern="0" baseline="-25000" dirty="0">
                <a:solidFill>
                  <a:srgbClr val="000000"/>
                </a:solidFill>
                <a:latin typeface="Times New Roman"/>
                <a:ea typeface="宋体"/>
              </a:rPr>
              <a:t>S</a:t>
            </a:r>
            <a:r>
              <a:rPr lang="en-US" altLang="zh-CN" sz="2800" b="1" kern="0" dirty="0">
                <a:solidFill>
                  <a:srgbClr val="000000"/>
                </a:solidFill>
                <a:latin typeface="Times New Roman"/>
                <a:ea typeface="宋体"/>
              </a:rPr>
              <a:t>(</a:t>
            </a:r>
            <a:r>
              <a:rPr lang="en-US" altLang="zh-CN" sz="2800" b="1" kern="0" dirty="0" err="1">
                <a:solidFill>
                  <a:srgbClr val="000000"/>
                </a:solidFill>
                <a:latin typeface="Times New Roman"/>
                <a:ea typeface="宋体"/>
              </a:rPr>
              <a:t>e</a:t>
            </a:r>
            <a:r>
              <a:rPr lang="en-US" altLang="zh-CN" sz="2800" b="1" kern="0" baseline="-25000" dirty="0" err="1">
                <a:solidFill>
                  <a:srgbClr val="000000"/>
                </a:solidFill>
                <a:latin typeface="Times New Roman"/>
                <a:ea typeface="宋体"/>
              </a:rPr>
              <a:t>x</a:t>
            </a:r>
            <a:r>
              <a:rPr lang="en-US" altLang="zh-CN" sz="2800" b="1" kern="0" dirty="0" err="1">
                <a:solidFill>
                  <a:srgbClr val="000000"/>
                </a:solidFill>
                <a:latin typeface="Times New Roman"/>
                <a:ea typeface="宋体"/>
              </a:rPr>
              <a:t>A</a:t>
            </a:r>
            <a:r>
              <a:rPr lang="en-US" altLang="zh-CN" sz="2800" b="1" kern="0" baseline="-25000" dirty="0" err="1">
                <a:solidFill>
                  <a:srgbClr val="000000"/>
                </a:solidFill>
                <a:latin typeface="Times New Roman"/>
                <a:ea typeface="宋体"/>
              </a:rPr>
              <a:t>x</a:t>
            </a:r>
            <a:r>
              <a:rPr lang="en-US" altLang="zh-CN" sz="2800" b="1" kern="0" dirty="0" err="1">
                <a:solidFill>
                  <a:srgbClr val="000000"/>
                </a:solidFill>
                <a:latin typeface="Times New Roman"/>
                <a:ea typeface="宋体"/>
              </a:rPr>
              <a:t>+e</a:t>
            </a:r>
            <a:r>
              <a:rPr lang="en-US" altLang="zh-CN" sz="2800" b="1" kern="0" baseline="-25000" dirty="0" err="1">
                <a:solidFill>
                  <a:srgbClr val="000000"/>
                </a:solidFill>
                <a:latin typeface="Times New Roman"/>
                <a:ea typeface="宋体"/>
              </a:rPr>
              <a:t>y</a:t>
            </a:r>
            <a:r>
              <a:rPr lang="en-US" altLang="zh-CN" sz="2800" b="1" kern="0" dirty="0" err="1">
                <a:solidFill>
                  <a:srgbClr val="000000"/>
                </a:solidFill>
                <a:latin typeface="Times New Roman"/>
                <a:ea typeface="宋体"/>
              </a:rPr>
              <a:t>A</a:t>
            </a:r>
            <a:r>
              <a:rPr lang="en-US" altLang="zh-CN" sz="2800" b="1" kern="0" baseline="-25000" dirty="0" err="1">
                <a:solidFill>
                  <a:srgbClr val="000000"/>
                </a:solidFill>
                <a:latin typeface="Times New Roman"/>
                <a:ea typeface="宋体"/>
              </a:rPr>
              <a:t>y</a:t>
            </a:r>
            <a:r>
              <a:rPr lang="en-US" altLang="zh-CN" sz="2800" b="1" kern="0" dirty="0" err="1">
                <a:solidFill>
                  <a:srgbClr val="000000"/>
                </a:solidFill>
                <a:latin typeface="Times New Roman"/>
                <a:ea typeface="宋体"/>
              </a:rPr>
              <a:t>+e</a:t>
            </a:r>
            <a:r>
              <a:rPr lang="en-US" altLang="zh-CN" sz="2800" b="1" kern="0" baseline="-25000" dirty="0" err="1">
                <a:solidFill>
                  <a:srgbClr val="000000"/>
                </a:solidFill>
                <a:latin typeface="Times New Roman"/>
                <a:ea typeface="宋体"/>
              </a:rPr>
              <a:t>z</a:t>
            </a:r>
            <a:r>
              <a:rPr lang="en-US" altLang="zh-CN" sz="2800" b="1" kern="0" dirty="0" err="1">
                <a:solidFill>
                  <a:srgbClr val="000000"/>
                </a:solidFill>
                <a:latin typeface="Times New Roman"/>
                <a:ea typeface="宋体"/>
              </a:rPr>
              <a:t>A</a:t>
            </a:r>
            <a:r>
              <a:rPr lang="en-US" altLang="zh-CN" sz="2800" b="1" kern="0" baseline="-25000" dirty="0" err="1">
                <a:solidFill>
                  <a:srgbClr val="000000"/>
                </a:solidFill>
                <a:latin typeface="Times New Roman"/>
                <a:ea typeface="宋体"/>
              </a:rPr>
              <a:t>z</a:t>
            </a:r>
            <a:r>
              <a:rPr lang="en-US" altLang="zh-CN" sz="2800" b="1" kern="0" dirty="0">
                <a:solidFill>
                  <a:srgbClr val="000000"/>
                </a:solidFill>
                <a:latin typeface="Times New Roman"/>
                <a:ea typeface="宋体"/>
              </a:rPr>
              <a:t>)·(</a:t>
            </a:r>
            <a:r>
              <a:rPr lang="en-US" altLang="zh-CN" sz="2800" b="1" kern="0" dirty="0" err="1">
                <a:solidFill>
                  <a:srgbClr val="000000"/>
                </a:solidFill>
                <a:latin typeface="Times New Roman"/>
                <a:ea typeface="宋体"/>
              </a:rPr>
              <a:t>e</a:t>
            </a:r>
            <a:r>
              <a:rPr lang="en-US" altLang="zh-CN" sz="2800" b="1" kern="0" baseline="-25000" dirty="0" err="1">
                <a:solidFill>
                  <a:srgbClr val="000000"/>
                </a:solidFill>
                <a:latin typeface="Times New Roman"/>
                <a:ea typeface="宋体"/>
              </a:rPr>
              <a:t>x</a:t>
            </a:r>
            <a:r>
              <a:rPr lang="en-US" altLang="zh-CN" sz="2800" b="1" kern="0" dirty="0" err="1">
                <a:solidFill>
                  <a:srgbClr val="000000"/>
                </a:solidFill>
                <a:latin typeface="Times New Roman"/>
                <a:ea typeface="宋体"/>
              </a:rPr>
              <a:t>dS</a:t>
            </a:r>
            <a:r>
              <a:rPr lang="en-US" altLang="zh-CN" sz="2800" b="1" kern="0" baseline="-25000" dirty="0" err="1">
                <a:solidFill>
                  <a:srgbClr val="000000"/>
                </a:solidFill>
                <a:latin typeface="Times New Roman"/>
                <a:ea typeface="宋体"/>
              </a:rPr>
              <a:t>x</a:t>
            </a:r>
            <a:r>
              <a:rPr lang="en-US" altLang="zh-CN" sz="2800" b="1" kern="0" dirty="0" err="1">
                <a:solidFill>
                  <a:srgbClr val="000000"/>
                </a:solidFill>
                <a:latin typeface="Times New Roman"/>
                <a:ea typeface="宋体"/>
              </a:rPr>
              <a:t>+e</a:t>
            </a:r>
            <a:r>
              <a:rPr lang="en-US" altLang="zh-CN" sz="2800" b="1" kern="0" baseline="-25000" dirty="0" err="1">
                <a:solidFill>
                  <a:srgbClr val="000000"/>
                </a:solidFill>
                <a:latin typeface="Times New Roman"/>
                <a:ea typeface="宋体"/>
              </a:rPr>
              <a:t>y</a:t>
            </a:r>
            <a:r>
              <a:rPr lang="en-US" altLang="zh-CN" sz="2800" b="1" kern="0" dirty="0" err="1">
                <a:solidFill>
                  <a:srgbClr val="000000"/>
                </a:solidFill>
                <a:latin typeface="Times New Roman"/>
                <a:ea typeface="宋体"/>
              </a:rPr>
              <a:t>dS</a:t>
            </a:r>
            <a:r>
              <a:rPr lang="en-US" altLang="zh-CN" sz="2800" b="1" kern="0" baseline="-25000" dirty="0" err="1">
                <a:solidFill>
                  <a:srgbClr val="000000"/>
                </a:solidFill>
                <a:latin typeface="Times New Roman"/>
                <a:ea typeface="宋体"/>
              </a:rPr>
              <a:t>y</a:t>
            </a:r>
            <a:r>
              <a:rPr lang="en-US" altLang="zh-CN" sz="2800" b="1" kern="0" dirty="0" err="1">
                <a:solidFill>
                  <a:srgbClr val="000000"/>
                </a:solidFill>
                <a:latin typeface="Times New Roman"/>
                <a:ea typeface="宋体"/>
              </a:rPr>
              <a:t>+e</a:t>
            </a:r>
            <a:r>
              <a:rPr lang="en-US" altLang="zh-CN" sz="2800" b="1" kern="0" baseline="-25000" dirty="0" err="1">
                <a:solidFill>
                  <a:srgbClr val="000000"/>
                </a:solidFill>
                <a:latin typeface="Times New Roman"/>
                <a:ea typeface="宋体"/>
              </a:rPr>
              <a:t>z</a:t>
            </a:r>
            <a:r>
              <a:rPr lang="en-US" altLang="zh-CN" sz="2800" b="1" kern="0" dirty="0" err="1">
                <a:solidFill>
                  <a:srgbClr val="000000"/>
                </a:solidFill>
                <a:latin typeface="Times New Roman"/>
                <a:ea typeface="宋体"/>
              </a:rPr>
              <a:t>dS</a:t>
            </a:r>
            <a:r>
              <a:rPr lang="en-US" altLang="zh-CN" sz="2800" b="1" kern="0" baseline="-25000" dirty="0" err="1">
                <a:solidFill>
                  <a:srgbClr val="000000"/>
                </a:solidFill>
                <a:latin typeface="Times New Roman"/>
                <a:ea typeface="宋体"/>
              </a:rPr>
              <a:t>z</a:t>
            </a:r>
            <a:r>
              <a:rPr lang="en-US" altLang="zh-CN" sz="2800" b="1" kern="0" dirty="0">
                <a:solidFill>
                  <a:srgbClr val="000000"/>
                </a:solidFill>
                <a:latin typeface="Times New Roman"/>
                <a:ea typeface="宋体"/>
              </a:rPr>
              <a:t>)</a:t>
            </a:r>
          </a:p>
          <a:p>
            <a:pPr lvl="0" eaLnBrk="1" hangingPunct="1">
              <a:spcBef>
                <a:spcPct val="20000"/>
              </a:spcBef>
              <a:buClr>
                <a:srgbClr val="A50021"/>
              </a:buClr>
              <a:buSzPct val="75000"/>
            </a:pPr>
            <a:r>
              <a:rPr lang="en-US" altLang="zh-CN" sz="3200" b="1" kern="0" dirty="0">
                <a:solidFill>
                  <a:srgbClr val="000000"/>
                </a:solidFill>
                <a:latin typeface="Times New Roman"/>
                <a:ea typeface="宋体"/>
              </a:rPr>
              <a:t>            =∫</a:t>
            </a:r>
            <a:r>
              <a:rPr lang="en-US" altLang="zh-CN" sz="3200" b="1" kern="0" baseline="-25000" dirty="0">
                <a:solidFill>
                  <a:srgbClr val="000000"/>
                </a:solidFill>
                <a:latin typeface="Times New Roman"/>
                <a:ea typeface="宋体"/>
              </a:rPr>
              <a:t>S</a:t>
            </a:r>
            <a:r>
              <a:rPr lang="en-US" altLang="zh-CN" sz="3200" b="1" kern="0" dirty="0">
                <a:solidFill>
                  <a:srgbClr val="000000"/>
                </a:solidFill>
                <a:latin typeface="Times New Roman"/>
                <a:ea typeface="宋体"/>
              </a:rPr>
              <a:t>(</a:t>
            </a:r>
            <a:r>
              <a:rPr lang="en-US" altLang="zh-CN" sz="3200" b="1" kern="0" dirty="0" err="1">
                <a:solidFill>
                  <a:srgbClr val="000000"/>
                </a:solidFill>
                <a:latin typeface="Times New Roman"/>
                <a:ea typeface="宋体"/>
              </a:rPr>
              <a:t>A</a:t>
            </a:r>
            <a:r>
              <a:rPr lang="en-US" altLang="zh-CN" sz="3200" b="1" kern="0" baseline="-25000" dirty="0" err="1">
                <a:solidFill>
                  <a:srgbClr val="000000"/>
                </a:solidFill>
                <a:latin typeface="Times New Roman"/>
                <a:ea typeface="宋体"/>
              </a:rPr>
              <a:t>x</a:t>
            </a:r>
            <a:r>
              <a:rPr lang="en-US" altLang="zh-CN" sz="3200" b="1" kern="0" dirty="0" err="1">
                <a:solidFill>
                  <a:srgbClr val="000000"/>
                </a:solidFill>
                <a:latin typeface="Times New Roman"/>
                <a:ea typeface="宋体"/>
              </a:rPr>
              <a:t>dS</a:t>
            </a:r>
            <a:r>
              <a:rPr lang="en-US" altLang="zh-CN" sz="3200" b="1" kern="0" baseline="-25000" dirty="0" err="1">
                <a:solidFill>
                  <a:srgbClr val="000000"/>
                </a:solidFill>
                <a:latin typeface="Times New Roman"/>
                <a:ea typeface="宋体"/>
              </a:rPr>
              <a:t>x</a:t>
            </a:r>
            <a:r>
              <a:rPr lang="en-US" altLang="zh-CN" sz="3200" b="1" kern="0" dirty="0" err="1">
                <a:solidFill>
                  <a:srgbClr val="000000"/>
                </a:solidFill>
                <a:latin typeface="Times New Roman"/>
                <a:ea typeface="宋体"/>
              </a:rPr>
              <a:t>+A</a:t>
            </a:r>
            <a:r>
              <a:rPr lang="en-US" altLang="zh-CN" sz="3200" b="1" kern="0" baseline="-25000" dirty="0" err="1">
                <a:solidFill>
                  <a:srgbClr val="000000"/>
                </a:solidFill>
                <a:latin typeface="Times New Roman"/>
                <a:ea typeface="宋体"/>
              </a:rPr>
              <a:t>y</a:t>
            </a:r>
            <a:r>
              <a:rPr lang="en-US" altLang="zh-CN" sz="3200" b="1" kern="0" dirty="0" err="1">
                <a:solidFill>
                  <a:srgbClr val="000000"/>
                </a:solidFill>
                <a:latin typeface="Times New Roman"/>
                <a:ea typeface="宋体"/>
              </a:rPr>
              <a:t>dS</a:t>
            </a:r>
            <a:r>
              <a:rPr lang="en-US" altLang="zh-CN" sz="3200" b="1" kern="0" baseline="-25000" dirty="0" err="1">
                <a:solidFill>
                  <a:srgbClr val="000000"/>
                </a:solidFill>
                <a:latin typeface="Times New Roman"/>
                <a:ea typeface="宋体"/>
              </a:rPr>
              <a:t>y</a:t>
            </a:r>
            <a:r>
              <a:rPr lang="en-US" altLang="zh-CN" sz="3200" b="1" kern="0" dirty="0" err="1">
                <a:solidFill>
                  <a:srgbClr val="000000"/>
                </a:solidFill>
                <a:latin typeface="Times New Roman"/>
                <a:ea typeface="宋体"/>
              </a:rPr>
              <a:t>+A</a:t>
            </a:r>
            <a:r>
              <a:rPr lang="en-US" altLang="zh-CN" sz="3200" b="1" kern="0" baseline="-25000" dirty="0" err="1">
                <a:solidFill>
                  <a:srgbClr val="000000"/>
                </a:solidFill>
                <a:latin typeface="Times New Roman"/>
                <a:ea typeface="宋体"/>
              </a:rPr>
              <a:t>z</a:t>
            </a:r>
            <a:r>
              <a:rPr lang="en-US" altLang="zh-CN" sz="3200" b="1" kern="0" dirty="0" err="1">
                <a:solidFill>
                  <a:srgbClr val="000000"/>
                </a:solidFill>
                <a:latin typeface="Times New Roman"/>
                <a:ea typeface="宋体"/>
              </a:rPr>
              <a:t>dS</a:t>
            </a:r>
            <a:r>
              <a:rPr lang="en-US" altLang="zh-CN" sz="3200" b="1" kern="0" baseline="-25000" dirty="0" err="1">
                <a:solidFill>
                  <a:srgbClr val="000000"/>
                </a:solidFill>
                <a:latin typeface="Times New Roman"/>
                <a:ea typeface="宋体"/>
              </a:rPr>
              <a:t>z</a:t>
            </a:r>
            <a:r>
              <a:rPr lang="en-US" altLang="zh-CN" sz="3200" b="1" kern="0" dirty="0">
                <a:solidFill>
                  <a:srgbClr val="000000"/>
                </a:solidFill>
                <a:latin typeface="Times New Roman"/>
                <a:ea typeface="宋体"/>
              </a:rPr>
              <a:t>)</a:t>
            </a:r>
          </a:p>
        </p:txBody>
      </p:sp>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defRPr/>
            </a:pPr>
            <a:r>
              <a:rPr lang="en-US" altLang="zh-CN" smtClean="0"/>
              <a:t> </a:t>
            </a:r>
          </a:p>
        </p:txBody>
      </p:sp>
      <p:sp>
        <p:nvSpPr>
          <p:cNvPr id="27651" name="Rectangle 3" descr="Rectangle: Click to edit Master text styles&#10;Second level&#10;Third level&#10;Fourth level&#10;Fifth level"/>
          <p:cNvSpPr>
            <a:spLocks noGrp="1" noChangeArrowheads="1"/>
          </p:cNvSpPr>
          <p:nvPr>
            <p:ph type="body" idx="1"/>
          </p:nvPr>
        </p:nvSpPr>
        <p:spPr/>
        <p:txBody>
          <a:bodyPr/>
          <a:lstStyle/>
          <a:p>
            <a:pPr marL="0" indent="0" eaLnBrk="1" hangingPunct="1">
              <a:buFont typeface="Wingdings" pitchFamily="2" charset="2"/>
              <a:buNone/>
            </a:pPr>
            <a:r>
              <a:rPr lang="en-US" altLang="zh-CN" dirty="0" smtClean="0"/>
              <a:t> </a:t>
            </a:r>
            <a:r>
              <a:rPr lang="en-US" altLang="zh-CN" i="1" dirty="0" smtClean="0"/>
              <a:t>e</a:t>
            </a:r>
            <a:r>
              <a:rPr lang="en-US" altLang="zh-CN" i="1" baseline="-25000" dirty="0" smtClean="0"/>
              <a:t>n</a:t>
            </a:r>
            <a:r>
              <a:rPr lang="zh-CN" altLang="en-US" dirty="0" smtClean="0"/>
              <a:t>的</a:t>
            </a:r>
            <a:r>
              <a:rPr lang="zh-CN" altLang="en-US" dirty="0" smtClean="0">
                <a:solidFill>
                  <a:srgbClr val="C00000"/>
                </a:solidFill>
              </a:rPr>
              <a:t>取向</a:t>
            </a:r>
            <a:r>
              <a:rPr lang="zh-CN" altLang="en-US" dirty="0" smtClean="0"/>
              <a:t>有两种情形：一种是面元</a:t>
            </a:r>
            <a:r>
              <a:rPr lang="en-US" altLang="zh-CN" dirty="0" err="1" smtClean="0"/>
              <a:t>dS</a:t>
            </a:r>
            <a:r>
              <a:rPr lang="en-US" altLang="zh-CN" dirty="0" smtClean="0"/>
              <a:t> </a:t>
            </a:r>
            <a:r>
              <a:rPr lang="zh-CN" altLang="en-US" dirty="0" smtClean="0"/>
              <a:t>为开表面，这个</a:t>
            </a:r>
            <a:r>
              <a:rPr lang="zh-CN" altLang="en-US" dirty="0" smtClean="0">
                <a:solidFill>
                  <a:srgbClr val="C00000"/>
                </a:solidFill>
              </a:rPr>
              <a:t>开表面</a:t>
            </a:r>
            <a:r>
              <a:rPr lang="zh-CN" altLang="en-US" dirty="0" smtClean="0"/>
              <a:t>由一条闭合曲线</a:t>
            </a:r>
            <a:r>
              <a:rPr lang="en-US" altLang="zh-CN" dirty="0" smtClean="0"/>
              <a:t>C</a:t>
            </a:r>
            <a:r>
              <a:rPr lang="zh-CN" altLang="en-US" dirty="0" smtClean="0"/>
              <a:t>围成，选择</a:t>
            </a:r>
            <a:r>
              <a:rPr lang="en-US" altLang="zh-CN" dirty="0" smtClean="0"/>
              <a:t>C</a:t>
            </a:r>
            <a:r>
              <a:rPr lang="zh-CN" altLang="en-US" dirty="0" smtClean="0"/>
              <a:t>的环行方向后，按</a:t>
            </a:r>
            <a:r>
              <a:rPr lang="zh-CN" altLang="en-US" dirty="0" smtClean="0">
                <a:solidFill>
                  <a:srgbClr val="C00000"/>
                </a:solidFill>
              </a:rPr>
              <a:t>右手螺旋法则</a:t>
            </a:r>
            <a:r>
              <a:rPr lang="zh-CN" altLang="en-US" dirty="0" smtClean="0"/>
              <a:t>，螺旋前进的方向为</a:t>
            </a:r>
            <a:r>
              <a:rPr lang="en-US" altLang="zh-CN" i="1" dirty="0" smtClean="0"/>
              <a:t>e</a:t>
            </a:r>
            <a:r>
              <a:rPr lang="en-US" altLang="zh-CN" i="1" baseline="-25000" dirty="0" smtClean="0"/>
              <a:t>n</a:t>
            </a:r>
            <a:r>
              <a:rPr lang="zh-CN" altLang="en-US" dirty="0" smtClean="0"/>
              <a:t>的方向；另一种是面元</a:t>
            </a:r>
            <a:r>
              <a:rPr lang="en-US" altLang="zh-CN" dirty="0" err="1" smtClean="0"/>
              <a:t>dS</a:t>
            </a:r>
            <a:r>
              <a:rPr lang="zh-CN" altLang="en-US" dirty="0" smtClean="0"/>
              <a:t>为</a:t>
            </a:r>
            <a:r>
              <a:rPr lang="zh-CN" altLang="en-US" dirty="0" smtClean="0">
                <a:solidFill>
                  <a:srgbClr val="C00000"/>
                </a:solidFill>
              </a:rPr>
              <a:t>闭合面</a:t>
            </a:r>
            <a:r>
              <a:rPr lang="zh-CN" altLang="en-US" dirty="0" smtClean="0"/>
              <a:t>上的一个面元，则</a:t>
            </a:r>
            <a:r>
              <a:rPr lang="en-US" altLang="zh-CN" i="1" dirty="0" smtClean="0"/>
              <a:t>e</a:t>
            </a:r>
            <a:r>
              <a:rPr lang="en-US" altLang="zh-CN" i="1" baseline="-25000" dirty="0" smtClean="0"/>
              <a:t>n</a:t>
            </a:r>
            <a:r>
              <a:rPr lang="en-US" altLang="zh-CN" dirty="0" smtClean="0"/>
              <a:t> </a:t>
            </a:r>
            <a:r>
              <a:rPr lang="zh-CN" altLang="en-US" dirty="0" smtClean="0"/>
              <a:t>取闭合面的</a:t>
            </a:r>
            <a:r>
              <a:rPr lang="zh-CN" altLang="en-US" dirty="0" smtClean="0">
                <a:solidFill>
                  <a:srgbClr val="C00000"/>
                </a:solidFill>
              </a:rPr>
              <a:t>外法线</a:t>
            </a:r>
            <a:r>
              <a:rPr lang="zh-CN" altLang="en-US" dirty="0" smtClean="0"/>
              <a:t>方向。</a:t>
            </a:r>
          </a:p>
        </p:txBody>
      </p:sp>
      <p:sp>
        <p:nvSpPr>
          <p:cNvPr id="27652" name="矩形 3"/>
          <p:cNvSpPr>
            <a:spLocks noChangeArrowheads="1"/>
          </p:cNvSpPr>
          <p:nvPr/>
        </p:nvSpPr>
        <p:spPr bwMode="auto">
          <a:xfrm>
            <a:off x="1066800" y="742950"/>
            <a:ext cx="25161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600" b="1">
                <a:solidFill>
                  <a:srgbClr val="000000"/>
                </a:solidFill>
              </a:rPr>
              <a:t>d</a:t>
            </a:r>
            <a:r>
              <a:rPr lang="en-US" altLang="zh-CN" sz="3600" b="1">
                <a:solidFill>
                  <a:srgbClr val="000000"/>
                </a:solidFill>
                <a:latin typeface="黑体" pitchFamily="49" charset="-122"/>
                <a:ea typeface="黑体" pitchFamily="49" charset="-122"/>
              </a:rPr>
              <a:t>S</a:t>
            </a:r>
            <a:r>
              <a:rPr lang="en-US" altLang="zh-CN" sz="3600" b="1">
                <a:solidFill>
                  <a:srgbClr val="000000"/>
                </a:solidFill>
              </a:rPr>
              <a:t> = </a:t>
            </a:r>
            <a:r>
              <a:rPr lang="en-US" altLang="zh-CN" sz="3600" b="1" i="1">
                <a:solidFill>
                  <a:srgbClr val="000000"/>
                </a:solidFill>
              </a:rPr>
              <a:t>e</a:t>
            </a:r>
            <a:r>
              <a:rPr lang="en-US" altLang="zh-CN" sz="3600" b="1" i="1" baseline="-25000">
                <a:solidFill>
                  <a:srgbClr val="000000"/>
                </a:solidFill>
              </a:rPr>
              <a:t>n</a:t>
            </a:r>
            <a:r>
              <a:rPr lang="en-US" altLang="zh-CN" sz="3600" b="1" i="1">
                <a:solidFill>
                  <a:srgbClr val="000000"/>
                </a:solidFill>
              </a:rPr>
              <a:t> </a:t>
            </a:r>
            <a:r>
              <a:rPr lang="en-US" altLang="zh-CN" sz="3600" b="1">
                <a:solidFill>
                  <a:srgbClr val="000000"/>
                </a:solidFill>
              </a:rPr>
              <a:t>d</a:t>
            </a:r>
            <a:r>
              <a:rPr lang="en-US" altLang="zh-CN" sz="3600">
                <a:solidFill>
                  <a:srgbClr val="000000"/>
                </a:solidFill>
              </a:rPr>
              <a:t>S</a:t>
            </a:r>
            <a:r>
              <a:rPr lang="en-US" altLang="zh-CN" sz="3600" b="1">
                <a:solidFill>
                  <a:srgbClr val="000000"/>
                </a:solidFill>
              </a:rPr>
              <a:t> </a:t>
            </a:r>
            <a:endParaRPr lang="zh-CN" altLang="en-US" sz="3600" b="1">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defRPr/>
            </a:pPr>
            <a:r>
              <a:rPr lang="en-US" altLang="zh-CN" smtClean="0"/>
              <a:t> </a:t>
            </a:r>
          </a:p>
        </p:txBody>
      </p:sp>
      <p:sp>
        <p:nvSpPr>
          <p:cNvPr id="25603" name="Rectangle 3" descr="Rectangle: Click to edit Master text styles&#10;Second level&#10;Third level&#10;Fourth level&#10;Fifth level"/>
          <p:cNvSpPr>
            <a:spLocks noGrp="1" noChangeArrowheads="1"/>
          </p:cNvSpPr>
          <p:nvPr>
            <p:ph type="body" idx="1"/>
          </p:nvPr>
        </p:nvSpPr>
        <p:spPr>
          <a:xfrm>
            <a:off x="251520" y="51470"/>
            <a:ext cx="7772400" cy="3086100"/>
          </a:xfrm>
        </p:spPr>
        <p:txBody>
          <a:bodyPr/>
          <a:lstStyle/>
          <a:p>
            <a:pPr lvl="1" indent="0" eaLnBrk="1" hangingPunct="1">
              <a:lnSpc>
                <a:spcPct val="90000"/>
              </a:lnSpc>
              <a:buFont typeface="Wingdings" pitchFamily="2" charset="2"/>
              <a:buNone/>
            </a:pPr>
            <a:r>
              <a:rPr lang="en-US" altLang="zh-CN" dirty="0" smtClean="0">
                <a:latin typeface="隶书" pitchFamily="49" charset="-122"/>
              </a:rPr>
              <a:t>  1.2.3 </a:t>
            </a:r>
            <a:r>
              <a:rPr lang="zh-CN" altLang="en-US" dirty="0" smtClean="0">
                <a:latin typeface="隶书" pitchFamily="49" charset="-122"/>
              </a:rPr>
              <a:t>矢量场的散度</a:t>
            </a:r>
          </a:p>
          <a:p>
            <a:pPr marL="0" indent="0" eaLnBrk="1" hangingPunct="1">
              <a:lnSpc>
                <a:spcPct val="90000"/>
              </a:lnSpc>
              <a:buFont typeface="Wingdings" pitchFamily="2" charset="2"/>
              <a:buNone/>
            </a:pPr>
            <a:endParaRPr lang="zh-CN" altLang="en-US" dirty="0" smtClean="0"/>
          </a:p>
          <a:p>
            <a:pPr marL="0" indent="0" eaLnBrk="1" hangingPunct="1">
              <a:lnSpc>
                <a:spcPct val="90000"/>
              </a:lnSpc>
              <a:buFont typeface="Wingdings" pitchFamily="2" charset="2"/>
              <a:buNone/>
            </a:pPr>
            <a:r>
              <a:rPr lang="zh-CN" altLang="en-US" dirty="0" smtClean="0">
                <a:latin typeface="宋体" pitchFamily="2" charset="-122"/>
              </a:rPr>
              <a:t>    </a:t>
            </a:r>
            <a:r>
              <a:rPr lang="zh-CN" altLang="en-US" dirty="0" smtClean="0">
                <a:solidFill>
                  <a:srgbClr val="C00000"/>
                </a:solidFill>
                <a:latin typeface="宋体" pitchFamily="2" charset="-122"/>
              </a:rPr>
              <a:t>散度</a:t>
            </a:r>
            <a:r>
              <a:rPr lang="zh-CN" altLang="en-US" dirty="0" smtClean="0">
                <a:latin typeface="宋体" pitchFamily="2" charset="-122"/>
              </a:rPr>
              <a:t>的定义  </a:t>
            </a:r>
            <a:r>
              <a:rPr lang="zh-CN" altLang="en-US" dirty="0">
                <a:latin typeface="宋体" pitchFamily="2" charset="-122"/>
              </a:rPr>
              <a:t>对</a:t>
            </a:r>
            <a:r>
              <a:rPr lang="zh-CN" altLang="en-US" dirty="0" smtClean="0">
                <a:latin typeface="宋体" pitchFamily="2" charset="-122"/>
              </a:rPr>
              <a:t>矢量场</a:t>
            </a:r>
            <a:r>
              <a:rPr lang="en-US" altLang="zh-CN" dirty="0" smtClean="0">
                <a:latin typeface="宋体" pitchFamily="2" charset="-122"/>
              </a:rPr>
              <a:t>A</a:t>
            </a:r>
            <a:r>
              <a:rPr lang="zh-CN" altLang="en-US" dirty="0" smtClean="0">
                <a:latin typeface="宋体" pitchFamily="2" charset="-122"/>
              </a:rPr>
              <a:t>，设闭合面</a:t>
            </a:r>
            <a:r>
              <a:rPr lang="en-US" altLang="zh-CN" dirty="0" smtClean="0">
                <a:latin typeface="宋体" pitchFamily="2" charset="-122"/>
              </a:rPr>
              <a:t>S</a:t>
            </a:r>
            <a:r>
              <a:rPr lang="zh-CN" altLang="en-US" dirty="0" smtClean="0">
                <a:latin typeface="宋体" pitchFamily="2" charset="-122"/>
              </a:rPr>
              <a:t>以任意方式缩向点</a:t>
            </a:r>
            <a:r>
              <a:rPr lang="en-US" altLang="zh-CN" dirty="0" smtClean="0">
                <a:latin typeface="宋体" pitchFamily="2" charset="-122"/>
              </a:rPr>
              <a:t>P</a:t>
            </a:r>
            <a:r>
              <a:rPr lang="zh-CN" altLang="en-US" dirty="0" smtClean="0">
                <a:latin typeface="宋体" pitchFamily="2" charset="-122"/>
              </a:rPr>
              <a:t>时，每单位体积由闭合面</a:t>
            </a:r>
            <a:r>
              <a:rPr lang="en-US" altLang="zh-CN" dirty="0" smtClean="0">
                <a:latin typeface="宋体" pitchFamily="2" charset="-122"/>
              </a:rPr>
              <a:t>S</a:t>
            </a:r>
            <a:r>
              <a:rPr lang="zh-CN" altLang="en-US" dirty="0" smtClean="0">
                <a:latin typeface="宋体" pitchFamily="2" charset="-122"/>
              </a:rPr>
              <a:t>向外穿出的净通量为矢量场</a:t>
            </a:r>
            <a:r>
              <a:rPr lang="en-US" altLang="zh-CN" dirty="0" smtClean="0">
                <a:latin typeface="宋体" pitchFamily="2" charset="-122"/>
              </a:rPr>
              <a:t>A</a:t>
            </a:r>
            <a:r>
              <a:rPr lang="zh-CN" altLang="en-US" dirty="0" smtClean="0">
                <a:latin typeface="宋体" pitchFamily="2" charset="-122"/>
              </a:rPr>
              <a:t>在该点的散度，即</a:t>
            </a:r>
          </a:p>
        </p:txBody>
      </p:sp>
      <mc:AlternateContent xmlns:mc="http://schemas.openxmlformats.org/markup-compatibility/2006" xmlns:a14="http://schemas.microsoft.com/office/drawing/2010/main">
        <mc:Choice Requires="a14">
          <p:sp>
            <p:nvSpPr>
              <p:cNvPr id="4" name="文本框 3"/>
              <p:cNvSpPr txBox="1"/>
              <p:nvPr/>
            </p:nvSpPr>
            <p:spPr>
              <a:xfrm>
                <a:off x="1979712" y="2653848"/>
                <a:ext cx="4104456" cy="967444"/>
              </a:xfrm>
              <a:prstGeom prst="rect">
                <a:avLst/>
              </a:prstGeom>
              <a:noFill/>
            </p:spPr>
            <p:txBody>
              <a:bodyPr wrap="square" lIns="0" tIns="0" rIns="0" bIns="0" rtlCol="0">
                <a:spAutoFit/>
              </a:bodyPr>
              <a:lstStyle/>
              <a:p>
                <a:r>
                  <a:rPr lang="en-US" altLang="zh-CN" sz="3200" dirty="0" smtClean="0">
                    <a:solidFill>
                      <a:srgbClr val="000000"/>
                    </a:solidFill>
                  </a:rPr>
                  <a:t>div </a:t>
                </a:r>
                <a:r>
                  <a:rPr lang="en-US" altLang="zh-CN" sz="3200" i="1" dirty="0" smtClean="0">
                    <a:solidFill>
                      <a:srgbClr val="000000"/>
                    </a:solidFill>
                  </a:rPr>
                  <a:t>A</a:t>
                </a:r>
                <a:r>
                  <a:rPr lang="en-US" altLang="zh-CN" sz="3200" dirty="0" smtClean="0">
                    <a:solidFill>
                      <a:srgbClr val="000000"/>
                    </a:solidFill>
                  </a:rPr>
                  <a:t>=</a:t>
                </a:r>
                <a14:m>
                  <m:oMath xmlns:m="http://schemas.openxmlformats.org/officeDocument/2006/math">
                    <m:func>
                      <m:funcPr>
                        <m:ctrlPr>
                          <a:rPr lang="en-US" altLang="zh-CN" sz="3200" b="0" i="1" smtClean="0">
                            <a:solidFill>
                              <a:srgbClr val="000000"/>
                            </a:solidFill>
                            <a:latin typeface="Cambria Math" panose="02040503050406030204" pitchFamily="18" charset="0"/>
                          </a:rPr>
                        </m:ctrlPr>
                      </m:funcPr>
                      <m:fName>
                        <m:limLow>
                          <m:limLowPr>
                            <m:ctrlPr>
                              <a:rPr lang="en-US" altLang="zh-CN" sz="3200" b="0" i="1" smtClean="0">
                                <a:solidFill>
                                  <a:srgbClr val="000000"/>
                                </a:solidFill>
                                <a:latin typeface="Cambria Math" panose="02040503050406030204" pitchFamily="18" charset="0"/>
                              </a:rPr>
                            </m:ctrlPr>
                          </m:limLowPr>
                          <m:e>
                            <m:r>
                              <m:rPr>
                                <m:sty m:val="p"/>
                              </m:rPr>
                              <a:rPr lang="en-US" altLang="zh-CN" sz="3200" b="0" i="0" smtClean="0">
                                <a:solidFill>
                                  <a:srgbClr val="000000"/>
                                </a:solidFill>
                                <a:latin typeface="Cambria Math" panose="02040503050406030204" pitchFamily="18" charset="0"/>
                              </a:rPr>
                              <m:t>lim</m:t>
                            </m:r>
                          </m:e>
                          <m:lim>
                            <m:r>
                              <a:rPr lang="en-US" altLang="zh-CN" sz="3200" b="0" i="1" smtClean="0">
                                <a:solidFill>
                                  <a:srgbClr val="000000"/>
                                </a:solidFill>
                                <a:latin typeface="Cambria Math" panose="02040503050406030204" pitchFamily="18" charset="0"/>
                                <a:ea typeface="Cambria Math" panose="02040503050406030204" pitchFamily="18" charset="0"/>
                              </a:rPr>
                              <m:t>∆</m:t>
                            </m:r>
                            <m:r>
                              <a:rPr lang="zh-CN" altLang="en-US" sz="3200" b="0" i="1" smtClean="0">
                                <a:solidFill>
                                  <a:srgbClr val="000000"/>
                                </a:solidFill>
                                <a:latin typeface="Cambria Math" panose="02040503050406030204" pitchFamily="18" charset="0"/>
                                <a:ea typeface="Cambria Math" panose="02040503050406030204" pitchFamily="18" charset="0"/>
                              </a:rPr>
                              <m:t>𝜏</m:t>
                            </m:r>
                            <m:r>
                              <a:rPr lang="zh-CN" altLang="en-US" sz="3200" b="0" i="1" smtClean="0">
                                <a:solidFill>
                                  <a:srgbClr val="000000"/>
                                </a:solidFill>
                                <a:latin typeface="Cambria Math" panose="02040503050406030204" pitchFamily="18" charset="0"/>
                                <a:ea typeface="Cambria Math" panose="02040503050406030204" pitchFamily="18" charset="0"/>
                              </a:rPr>
                              <m:t>→0</m:t>
                            </m:r>
                          </m:lim>
                        </m:limLow>
                      </m:fName>
                      <m:e>
                        <m:f>
                          <m:fPr>
                            <m:ctrlPr>
                              <a:rPr lang="en-US" altLang="zh-CN" sz="3200" i="1">
                                <a:solidFill>
                                  <a:srgbClr val="000000"/>
                                </a:solidFill>
                                <a:latin typeface="Cambria Math" panose="02040503050406030204" pitchFamily="18" charset="0"/>
                              </a:rPr>
                            </m:ctrlPr>
                          </m:fPr>
                          <m:num>
                            <m:nary>
                              <m:naryPr>
                                <m:chr m:val="∮"/>
                                <m:ctrlPr>
                                  <a:rPr lang="en-US" altLang="zh-CN" sz="3200" i="1" smtClean="0">
                                    <a:solidFill>
                                      <a:srgbClr val="000000"/>
                                    </a:solidFill>
                                    <a:latin typeface="Cambria Math" panose="02040503050406030204" pitchFamily="18" charset="0"/>
                                  </a:rPr>
                                </m:ctrlPr>
                              </m:naryPr>
                              <m:sub>
                                <m:r>
                                  <m:rPr>
                                    <m:brk m:alnAt="23"/>
                                  </m:rPr>
                                  <a:rPr lang="en-US" altLang="zh-CN" sz="3200" b="0" i="1" smtClean="0">
                                    <a:solidFill>
                                      <a:srgbClr val="000000"/>
                                    </a:solidFill>
                                    <a:latin typeface="Cambria Math" panose="02040503050406030204" pitchFamily="18" charset="0"/>
                                  </a:rPr>
                                  <m:t>𝑆</m:t>
                                </m:r>
                              </m:sub>
                              <m:sup/>
                              <m:e>
                                <m:r>
                                  <a:rPr lang="en-US" altLang="zh-CN" sz="3200" b="0" i="1" smtClean="0">
                                    <a:solidFill>
                                      <a:srgbClr val="000000"/>
                                    </a:solidFill>
                                    <a:latin typeface="Cambria Math" panose="02040503050406030204" pitchFamily="18" charset="0"/>
                                  </a:rPr>
                                  <m:t>𝐴</m:t>
                                </m:r>
                                <m:r>
                                  <a:rPr lang="en-US" altLang="zh-CN" sz="3200" b="0" i="1" smtClean="0">
                                    <a:solidFill>
                                      <a:srgbClr val="000000"/>
                                    </a:solidFill>
                                    <a:latin typeface="Cambria Math" panose="02040503050406030204" pitchFamily="18" charset="0"/>
                                    <a:ea typeface="Cambria Math" panose="02040503050406030204" pitchFamily="18" charset="0"/>
                                  </a:rPr>
                                  <m:t>∙</m:t>
                                </m:r>
                                <m:r>
                                  <a:rPr lang="en-US" altLang="zh-CN" sz="3200" b="0" i="1" smtClean="0">
                                    <a:solidFill>
                                      <a:srgbClr val="000000"/>
                                    </a:solidFill>
                                    <a:latin typeface="Cambria Math" panose="02040503050406030204" pitchFamily="18" charset="0"/>
                                    <a:ea typeface="Cambria Math" panose="02040503050406030204" pitchFamily="18" charset="0"/>
                                  </a:rPr>
                                  <m:t>𝑑𝑆</m:t>
                                </m:r>
                              </m:e>
                            </m:nary>
                          </m:num>
                          <m:den>
                            <m:r>
                              <a:rPr lang="en-US" altLang="zh-CN" sz="3200" i="1">
                                <a:solidFill>
                                  <a:srgbClr val="000000"/>
                                </a:solidFill>
                                <a:latin typeface="Cambria Math" panose="02040503050406030204" pitchFamily="18" charset="0"/>
                                <a:ea typeface="Cambria Math" panose="02040503050406030204" pitchFamily="18" charset="0"/>
                              </a:rPr>
                              <m:t>∆</m:t>
                            </m:r>
                            <m:r>
                              <a:rPr lang="zh-CN" altLang="en-US" sz="3200" i="1">
                                <a:solidFill>
                                  <a:srgbClr val="000000"/>
                                </a:solidFill>
                                <a:latin typeface="Cambria Math" panose="02040503050406030204" pitchFamily="18" charset="0"/>
                                <a:ea typeface="Cambria Math" panose="02040503050406030204" pitchFamily="18" charset="0"/>
                              </a:rPr>
                              <m:t>𝜏</m:t>
                            </m:r>
                          </m:den>
                        </m:f>
                      </m:e>
                    </m:func>
                  </m:oMath>
                </a14:m>
                <a:endParaRPr lang="zh-CN" altLang="en-US" sz="3200" dirty="0">
                  <a:solidFill>
                    <a:srgbClr val="000000"/>
                  </a:solidFill>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979712" y="2653848"/>
                <a:ext cx="4104456" cy="967444"/>
              </a:xfrm>
              <a:prstGeom prst="rect">
                <a:avLst/>
              </a:prstGeom>
              <a:blipFill>
                <a:blip r:embed="rId3"/>
                <a:stretch>
                  <a:fillRect l="-6092" b="-8176"/>
                </a:stretch>
              </a:blipFill>
            </p:spPr>
            <p:txBody>
              <a:bodyPr/>
              <a:lstStyle/>
              <a:p>
                <a:r>
                  <a:rPr lang="zh-CN" altLang="en-US">
                    <a:noFill/>
                  </a:rPr>
                  <a:t> </a:t>
                </a:r>
              </a:p>
            </p:txBody>
          </p:sp>
        </mc:Fallback>
      </mc:AlternateContent>
      <p:sp>
        <p:nvSpPr>
          <p:cNvPr id="3" name="矩形 2"/>
          <p:cNvSpPr/>
          <p:nvPr/>
        </p:nvSpPr>
        <p:spPr>
          <a:xfrm>
            <a:off x="467544" y="3614418"/>
            <a:ext cx="7560840" cy="584775"/>
          </a:xfrm>
          <a:prstGeom prst="rect">
            <a:avLst/>
          </a:prstGeom>
        </p:spPr>
        <p:txBody>
          <a:bodyPr wrap="square">
            <a:spAutoFit/>
          </a:bodyPr>
          <a:lstStyle/>
          <a:p>
            <a:pPr lvl="0" eaLnBrk="1" hangingPunct="1">
              <a:spcBef>
                <a:spcPct val="20000"/>
              </a:spcBef>
              <a:buClr>
                <a:srgbClr val="A50021"/>
              </a:buClr>
              <a:buSzPct val="75000"/>
            </a:pPr>
            <a:r>
              <a:rPr lang="en-US" altLang="zh-CN" sz="3200" b="1" i="1" kern="0" dirty="0">
                <a:solidFill>
                  <a:srgbClr val="000000"/>
                </a:solidFill>
                <a:latin typeface="Times New Roman"/>
                <a:ea typeface="宋体"/>
              </a:rPr>
              <a:t>A</a:t>
            </a:r>
            <a:r>
              <a:rPr lang="zh-CN" altLang="en-US" sz="3200" b="1" kern="0" dirty="0">
                <a:solidFill>
                  <a:srgbClr val="000000"/>
                </a:solidFill>
                <a:latin typeface="Times New Roman"/>
                <a:ea typeface="宋体"/>
              </a:rPr>
              <a:t>的散度在直角坐标系中的计算公式为</a:t>
            </a:r>
          </a:p>
        </p:txBody>
      </p:sp>
      <p:graphicFrame>
        <p:nvGraphicFramePr>
          <p:cNvPr id="7" name="Object 4"/>
          <p:cNvGraphicFramePr>
            <a:graphicFrameLocks noChangeAspect="1"/>
          </p:cNvGraphicFramePr>
          <p:nvPr>
            <p:extLst>
              <p:ext uri="{D42A27DB-BD31-4B8C-83A1-F6EECF244321}">
                <p14:modId xmlns:p14="http://schemas.microsoft.com/office/powerpoint/2010/main" val="848885620"/>
              </p:ext>
            </p:extLst>
          </p:nvPr>
        </p:nvGraphicFramePr>
        <p:xfrm>
          <a:off x="1403648" y="4080602"/>
          <a:ext cx="4724400" cy="930275"/>
        </p:xfrm>
        <a:graphic>
          <a:graphicData uri="http://schemas.openxmlformats.org/presentationml/2006/ole">
            <mc:AlternateContent xmlns:mc="http://schemas.openxmlformats.org/markup-compatibility/2006">
              <mc:Choice xmlns:v="urn:schemas-microsoft-com:vml" Requires="v">
                <p:oleObj spid="_x0000_s102405" name="公式" r:id="rId4" imgW="1651000" imgH="457200" progId="Equation.3">
                  <p:embed/>
                </p:oleObj>
              </mc:Choice>
              <mc:Fallback>
                <p:oleObj name="公式" r:id="rId4" imgW="1651000" imgH="457200" progId="Equation.3">
                  <p:embed/>
                  <p:pic>
                    <p:nvPicPr>
                      <p:cNvPr id="29701"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648" y="4080602"/>
                        <a:ext cx="4724400" cy="93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defRPr/>
            </a:pPr>
            <a:r>
              <a:rPr lang="en-US" altLang="zh-CN" smtClean="0"/>
              <a:t> </a:t>
            </a:r>
          </a:p>
        </p:txBody>
      </p:sp>
      <p:sp>
        <p:nvSpPr>
          <p:cNvPr id="29699" name="Rectangle 3" descr="Rectangle: Click to edit Master text styles&#10;Second level&#10;Third level&#10;Fourth level&#10;Fifth level"/>
          <p:cNvSpPr>
            <a:spLocks noGrp="1" noChangeArrowheads="1"/>
          </p:cNvSpPr>
          <p:nvPr>
            <p:ph type="body" idx="1"/>
          </p:nvPr>
        </p:nvSpPr>
        <p:spPr>
          <a:xfrm>
            <a:off x="762000" y="1200150"/>
            <a:ext cx="7772400" cy="3086100"/>
          </a:xfrm>
        </p:spPr>
        <p:txBody>
          <a:bodyPr/>
          <a:lstStyle/>
          <a:p>
            <a:pPr marL="0" indent="0" eaLnBrk="1" hangingPunct="1">
              <a:buFont typeface="Wingdings" pitchFamily="2" charset="2"/>
              <a:buNone/>
            </a:pPr>
            <a:r>
              <a:rPr lang="en-US" altLang="zh-CN" i="1" dirty="0" smtClean="0"/>
              <a:t>A</a:t>
            </a:r>
            <a:r>
              <a:rPr lang="zh-CN" altLang="en-US" dirty="0" smtClean="0"/>
              <a:t>的散度在直角坐标系中的计算公式为</a:t>
            </a:r>
          </a:p>
          <a:p>
            <a:pPr marL="0" indent="0" eaLnBrk="1" hangingPunct="1">
              <a:buFont typeface="Wingdings" pitchFamily="2" charset="2"/>
              <a:buNone/>
            </a:pPr>
            <a:endParaRPr lang="zh-CN" altLang="en-US" dirty="0" smtClean="0"/>
          </a:p>
          <a:p>
            <a:pPr marL="0" indent="0" eaLnBrk="1" hangingPunct="1">
              <a:buFont typeface="Wingdings" pitchFamily="2" charset="2"/>
              <a:buNone/>
            </a:pPr>
            <a:endParaRPr lang="zh-CN" altLang="en-US" dirty="0" smtClean="0"/>
          </a:p>
          <a:p>
            <a:pPr marL="0" indent="0" eaLnBrk="1" hangingPunct="1">
              <a:buFont typeface="Wingdings" pitchFamily="2" charset="2"/>
              <a:buNone/>
            </a:pPr>
            <a:r>
              <a:rPr lang="zh-CN" altLang="en-US" dirty="0" smtClean="0"/>
              <a:t>                                                             </a:t>
            </a:r>
            <a:r>
              <a:rPr lang="en-US" altLang="zh-CN" dirty="0" smtClean="0"/>
              <a:t>(1.17)</a:t>
            </a:r>
          </a:p>
        </p:txBody>
      </p:sp>
      <p:sp>
        <p:nvSpPr>
          <p:cNvPr id="29700" name="Rectangle 5"/>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9701" name="Object 4"/>
          <p:cNvGraphicFramePr>
            <a:graphicFrameLocks noChangeAspect="1"/>
          </p:cNvGraphicFramePr>
          <p:nvPr/>
        </p:nvGraphicFramePr>
        <p:xfrm>
          <a:off x="1676400" y="2514600"/>
          <a:ext cx="4724400" cy="930275"/>
        </p:xfrm>
        <a:graphic>
          <a:graphicData uri="http://schemas.openxmlformats.org/presentationml/2006/ole">
            <mc:AlternateContent xmlns:mc="http://schemas.openxmlformats.org/markup-compatibility/2006">
              <mc:Choice xmlns:v="urn:schemas-microsoft-com:vml" Requires="v">
                <p:oleObj spid="_x0000_s29735" name="公式" r:id="rId3" imgW="1651000" imgH="457200" progId="Equation.3">
                  <p:embed/>
                </p:oleObj>
              </mc:Choice>
              <mc:Fallback>
                <p:oleObj name="公式" r:id="rId3" imgW="1651000" imgH="457200" progId="Equation.3">
                  <p:embed/>
                  <p:pic>
                    <p:nvPicPr>
                      <p:cNvPr id="0"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2514600"/>
                        <a:ext cx="4724400" cy="93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609600" y="-292100"/>
            <a:ext cx="7772400" cy="857250"/>
          </a:xfrm>
        </p:spPr>
        <p:txBody>
          <a:bodyPr/>
          <a:lstStyle/>
          <a:p>
            <a:pPr eaLnBrk="1" hangingPunct="1">
              <a:defRPr/>
            </a:pPr>
            <a:r>
              <a:rPr lang="en-US" altLang="zh-CN" smtClean="0"/>
              <a:t> </a:t>
            </a:r>
          </a:p>
        </p:txBody>
      </p:sp>
      <p:sp>
        <p:nvSpPr>
          <p:cNvPr id="30723" name="Rectangle 3" descr="Rectangle: Click to edit Master text styles&#10;Second level&#10;Third level&#10;Fourth level&#10;Fifth level"/>
          <p:cNvSpPr>
            <a:spLocks noGrp="1" noChangeArrowheads="1"/>
          </p:cNvSpPr>
          <p:nvPr>
            <p:ph type="body" idx="1"/>
          </p:nvPr>
        </p:nvSpPr>
        <p:spPr>
          <a:xfrm>
            <a:off x="609600" y="336550"/>
            <a:ext cx="7772400" cy="3086100"/>
          </a:xfrm>
        </p:spPr>
        <p:txBody>
          <a:bodyPr/>
          <a:lstStyle/>
          <a:p>
            <a:pPr marL="0" indent="0" eaLnBrk="1" hangingPunct="1">
              <a:buFont typeface="Wingdings" pitchFamily="2" charset="2"/>
              <a:buNone/>
            </a:pPr>
            <a:r>
              <a:rPr lang="zh-CN" altLang="en-US" dirty="0" smtClean="0"/>
              <a:t>引入一个矢量微分算子，称为</a:t>
            </a:r>
            <a:r>
              <a:rPr lang="zh-CN" altLang="en-US" dirty="0" smtClean="0">
                <a:solidFill>
                  <a:srgbClr val="C00000"/>
                </a:solidFill>
              </a:rPr>
              <a:t>哈密顿算子</a:t>
            </a:r>
            <a:r>
              <a:rPr lang="zh-CN" altLang="en-US" dirty="0" smtClean="0"/>
              <a:t>，它在直角坐标系表示为</a:t>
            </a:r>
          </a:p>
          <a:p>
            <a:pPr marL="0" indent="0" eaLnBrk="1" hangingPunct="1">
              <a:buFont typeface="Wingdings" pitchFamily="2" charset="2"/>
              <a:buNone/>
            </a:pPr>
            <a:r>
              <a:rPr lang="zh-CN" altLang="en-US" dirty="0" smtClean="0"/>
              <a:t>		    	            		         </a:t>
            </a:r>
          </a:p>
          <a:p>
            <a:pPr marL="0" indent="0" eaLnBrk="1" hangingPunct="1">
              <a:buFont typeface="Wingdings" pitchFamily="2" charset="2"/>
              <a:buNone/>
            </a:pPr>
            <a:r>
              <a:rPr lang="zh-CN" altLang="en-US" dirty="0" smtClean="0"/>
              <a:t>                                               </a:t>
            </a:r>
          </a:p>
        </p:txBody>
      </p:sp>
      <p:sp>
        <p:nvSpPr>
          <p:cNvPr id="30724" name="Rectangle 5"/>
          <p:cNvSpPr>
            <a:spLocks noChangeArrowheads="1"/>
          </p:cNvSpPr>
          <p:nvPr/>
        </p:nvSpPr>
        <p:spPr bwMode="auto">
          <a:xfrm>
            <a:off x="0" y="-704850"/>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0725" name="Object 4"/>
          <p:cNvGraphicFramePr>
            <a:graphicFrameLocks noChangeAspect="1"/>
          </p:cNvGraphicFramePr>
          <p:nvPr>
            <p:extLst>
              <p:ext uri="{D42A27DB-BD31-4B8C-83A1-F6EECF244321}">
                <p14:modId xmlns:p14="http://schemas.microsoft.com/office/powerpoint/2010/main" val="1976815545"/>
              </p:ext>
            </p:extLst>
          </p:nvPr>
        </p:nvGraphicFramePr>
        <p:xfrm>
          <a:off x="1259632" y="1563638"/>
          <a:ext cx="5257800" cy="752475"/>
        </p:xfrm>
        <a:graphic>
          <a:graphicData uri="http://schemas.openxmlformats.org/presentationml/2006/ole">
            <mc:AlternateContent xmlns:mc="http://schemas.openxmlformats.org/markup-compatibility/2006">
              <mc:Choice xmlns:v="urn:schemas-microsoft-com:vml" Requires="v">
                <p:oleObj spid="_x0000_s30795" name="公式" r:id="rId3" imgW="1727200" imgH="431800" progId="Equation.3">
                  <p:embed/>
                </p:oleObj>
              </mc:Choice>
              <mc:Fallback>
                <p:oleObj name="公式" r:id="rId3" imgW="1727200" imgH="431800" progId="Equation.3">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1563638"/>
                        <a:ext cx="5257800"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4"/>
          <p:cNvGraphicFramePr>
            <a:graphicFrameLocks noChangeAspect="1"/>
          </p:cNvGraphicFramePr>
          <p:nvPr>
            <p:extLst>
              <p:ext uri="{D42A27DB-BD31-4B8C-83A1-F6EECF244321}">
                <p14:modId xmlns:p14="http://schemas.microsoft.com/office/powerpoint/2010/main" val="1934879803"/>
              </p:ext>
            </p:extLst>
          </p:nvPr>
        </p:nvGraphicFramePr>
        <p:xfrm>
          <a:off x="1115616" y="2559171"/>
          <a:ext cx="5867400" cy="898525"/>
        </p:xfrm>
        <a:graphic>
          <a:graphicData uri="http://schemas.openxmlformats.org/presentationml/2006/ole">
            <mc:AlternateContent xmlns:mc="http://schemas.openxmlformats.org/markup-compatibility/2006">
              <mc:Choice xmlns:v="urn:schemas-microsoft-com:vml" Requires="v">
                <p:oleObj spid="_x0000_s30796" name="公式" r:id="rId5" imgW="2120900" imgH="457200" progId="Equation.3">
                  <p:embed/>
                </p:oleObj>
              </mc:Choice>
              <mc:Fallback>
                <p:oleObj name="公式" r:id="rId5" imgW="2120900" imgH="457200" progId="Equation.3">
                  <p:embed/>
                  <p:pic>
                    <p:nvPicPr>
                      <p:cNvPr id="31749"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5616" y="2559171"/>
                        <a:ext cx="5867400"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609600" y="-215900"/>
            <a:ext cx="7772400" cy="857250"/>
          </a:xfrm>
        </p:spPr>
        <p:txBody>
          <a:bodyPr/>
          <a:lstStyle/>
          <a:p>
            <a:pPr eaLnBrk="1" hangingPunct="1">
              <a:defRPr/>
            </a:pPr>
            <a:r>
              <a:rPr lang="en-US" altLang="zh-CN" smtClean="0"/>
              <a:t> </a:t>
            </a:r>
          </a:p>
        </p:txBody>
      </p:sp>
      <p:sp>
        <p:nvSpPr>
          <p:cNvPr id="32771" name="Rectangle 3" descr="Rectangle: Click to edit Master text styles&#10;Second level&#10;Third level&#10;Fourth level&#10;Fifth level"/>
          <p:cNvSpPr>
            <a:spLocks noGrp="1" noChangeArrowheads="1"/>
          </p:cNvSpPr>
          <p:nvPr>
            <p:ph type="body" idx="1"/>
          </p:nvPr>
        </p:nvSpPr>
        <p:spPr>
          <a:xfrm>
            <a:off x="838200" y="984250"/>
            <a:ext cx="7772400" cy="3086100"/>
          </a:xfrm>
        </p:spPr>
        <p:txBody>
          <a:bodyPr/>
          <a:lstStyle/>
          <a:p>
            <a:pPr marL="952500" lvl="1" indent="-762000" eaLnBrk="1" hangingPunct="1">
              <a:buFont typeface="Wingdings" pitchFamily="2" charset="2"/>
              <a:buNone/>
            </a:pPr>
            <a:r>
              <a:rPr lang="zh-CN" altLang="en-US" sz="3200" smtClean="0">
                <a:solidFill>
                  <a:srgbClr val="000000"/>
                </a:solidFill>
                <a:ea typeface="宋体" pitchFamily="2" charset="-122"/>
              </a:rPr>
              <a:t>例１</a:t>
            </a:r>
            <a:r>
              <a:rPr lang="en-US" altLang="zh-CN" sz="3200" smtClean="0">
                <a:solidFill>
                  <a:srgbClr val="000000"/>
                </a:solidFill>
                <a:ea typeface="宋体" pitchFamily="2" charset="-122"/>
              </a:rPr>
              <a:t>.</a:t>
            </a:r>
            <a:r>
              <a:rPr lang="zh-CN" altLang="en-US" sz="3200" smtClean="0">
                <a:solidFill>
                  <a:srgbClr val="000000"/>
                </a:solidFill>
                <a:ea typeface="宋体" pitchFamily="2" charset="-122"/>
              </a:rPr>
              <a:t>２　已知矢量场</a:t>
            </a:r>
          </a:p>
          <a:p>
            <a:pPr marL="952500" lvl="1" indent="-762000" eaLnBrk="1" hangingPunct="1">
              <a:buFont typeface="Wingdings" pitchFamily="2" charset="2"/>
              <a:buNone/>
            </a:pPr>
            <a:r>
              <a:rPr lang="zh-CN" altLang="en-US" smtClean="0"/>
              <a:t> </a:t>
            </a:r>
          </a:p>
          <a:p>
            <a:pPr marL="609600" indent="-609600" eaLnBrk="1" hangingPunct="1">
              <a:buFont typeface="Wingdings" pitchFamily="2" charset="2"/>
              <a:buNone/>
            </a:pPr>
            <a:r>
              <a:rPr lang="zh-CN" altLang="en-US" smtClean="0"/>
              <a:t>求：（</a:t>
            </a:r>
            <a:r>
              <a:rPr lang="en-US" altLang="zh-CN" smtClean="0"/>
              <a:t>1</a:t>
            </a:r>
            <a:r>
              <a:rPr lang="zh-CN" altLang="en-US" smtClean="0"/>
              <a:t>） </a:t>
            </a:r>
          </a:p>
          <a:p>
            <a:pPr marL="609600" indent="-609600" eaLnBrk="1" hangingPunct="1">
              <a:buFont typeface="Wingdings" pitchFamily="2" charset="2"/>
              <a:buNone/>
            </a:pPr>
            <a:r>
              <a:rPr lang="zh-CN" altLang="en-US" smtClean="0"/>
              <a:t>（</a:t>
            </a:r>
            <a:r>
              <a:rPr lang="en-US" altLang="zh-CN" smtClean="0"/>
              <a:t>2</a:t>
            </a:r>
            <a:r>
              <a:rPr lang="zh-CN" altLang="en-US" smtClean="0"/>
              <a:t>）计算通量　　　　　。积分区域为闭合面</a:t>
            </a:r>
            <a:r>
              <a:rPr lang="zh-CN" altLang="en-US" i="1" smtClean="0"/>
              <a:t>Ｓ</a:t>
            </a:r>
            <a:r>
              <a:rPr lang="zh-CN" altLang="en-US" smtClean="0"/>
              <a:t>，</a:t>
            </a:r>
            <a:r>
              <a:rPr lang="zh-CN" altLang="en-US" i="1" smtClean="0"/>
              <a:t>Ｓ</a:t>
            </a:r>
            <a:r>
              <a:rPr lang="zh-CN" altLang="en-US" smtClean="0"/>
              <a:t>为一个球心在原点、半径为  　　　　　</a:t>
            </a:r>
          </a:p>
          <a:p>
            <a:pPr marL="609600" indent="-609600" eaLnBrk="1" hangingPunct="1">
              <a:buFont typeface="Wingdings" pitchFamily="2" charset="2"/>
              <a:buNone/>
            </a:pPr>
            <a:r>
              <a:rPr lang="zh-CN" altLang="en-US" smtClean="0"/>
              <a:t>　　　的球面。</a:t>
            </a:r>
          </a:p>
        </p:txBody>
      </p:sp>
      <p:sp>
        <p:nvSpPr>
          <p:cNvPr id="32772" name="Rectangle 5"/>
          <p:cNvSpPr>
            <a:spLocks noChangeArrowheads="1"/>
          </p:cNvSpPr>
          <p:nvPr/>
        </p:nvSpPr>
        <p:spPr bwMode="auto">
          <a:xfrm>
            <a:off x="0" y="-628650"/>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2773" name="Object 4"/>
          <p:cNvGraphicFramePr>
            <a:graphicFrameLocks noChangeAspect="1"/>
          </p:cNvGraphicFramePr>
          <p:nvPr/>
        </p:nvGraphicFramePr>
        <p:xfrm>
          <a:off x="1828800" y="1441450"/>
          <a:ext cx="5791200" cy="593725"/>
        </p:xfrm>
        <a:graphic>
          <a:graphicData uri="http://schemas.openxmlformats.org/presentationml/2006/ole">
            <mc:AlternateContent xmlns:mc="http://schemas.openxmlformats.org/markup-compatibility/2006">
              <mc:Choice xmlns:v="urn:schemas-microsoft-com:vml" Requires="v">
                <p:oleObj spid="_x0000_s32908" name="公式" r:id="rId3" imgW="1739900" imgH="241300" progId="Equation.3">
                  <p:embed/>
                </p:oleObj>
              </mc:Choice>
              <mc:Fallback>
                <p:oleObj name="公式" r:id="rId3" imgW="1739900" imgH="241300" progId="Equation.3">
                  <p:embed/>
                  <p:pic>
                    <p:nvPicPr>
                      <p:cNvPr id="0" name="Picture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441450"/>
                        <a:ext cx="5791200" cy="593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74" name="Rectangle 7"/>
          <p:cNvSpPr>
            <a:spLocks noChangeArrowheads="1"/>
          </p:cNvSpPr>
          <p:nvPr/>
        </p:nvSpPr>
        <p:spPr bwMode="auto">
          <a:xfrm>
            <a:off x="0" y="187483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2775" name="Object 6"/>
          <p:cNvGraphicFramePr>
            <a:graphicFrameLocks noChangeAspect="1"/>
          </p:cNvGraphicFramePr>
          <p:nvPr/>
        </p:nvGraphicFramePr>
        <p:xfrm>
          <a:off x="2819400" y="2355850"/>
          <a:ext cx="1066800" cy="411163"/>
        </p:xfrm>
        <a:graphic>
          <a:graphicData uri="http://schemas.openxmlformats.org/presentationml/2006/ole">
            <mc:AlternateContent xmlns:mc="http://schemas.openxmlformats.org/markup-compatibility/2006">
              <mc:Choice xmlns:v="urn:schemas-microsoft-com:vml" Requires="v">
                <p:oleObj spid="_x0000_s32909" name="公式" r:id="rId5" imgW="355138" imgH="177569" progId="Equation.3">
                  <p:embed/>
                </p:oleObj>
              </mc:Choice>
              <mc:Fallback>
                <p:oleObj name="公式" r:id="rId5" imgW="355138" imgH="177569" progId="Equation.3">
                  <p:embed/>
                  <p:pic>
                    <p:nvPicPr>
                      <p:cNvPr id="0" name="Picture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2355850"/>
                        <a:ext cx="1066800"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76" name="Rectangle 9"/>
          <p:cNvSpPr>
            <a:spLocks noChangeArrowheads="1"/>
          </p:cNvSpPr>
          <p:nvPr/>
        </p:nvSpPr>
        <p:spPr bwMode="auto">
          <a:xfrm>
            <a:off x="0" y="-628650"/>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2777" name="Object 8"/>
          <p:cNvGraphicFramePr>
            <a:graphicFrameLocks noChangeAspect="1"/>
          </p:cNvGraphicFramePr>
          <p:nvPr/>
        </p:nvGraphicFramePr>
        <p:xfrm>
          <a:off x="3810000" y="2889250"/>
          <a:ext cx="1828800" cy="604838"/>
        </p:xfrm>
        <a:graphic>
          <a:graphicData uri="http://schemas.openxmlformats.org/presentationml/2006/ole">
            <mc:AlternateContent xmlns:mc="http://schemas.openxmlformats.org/markup-compatibility/2006">
              <mc:Choice xmlns:v="urn:schemas-microsoft-com:vml" Requires="v">
                <p:oleObj spid="_x0000_s32910" name="公式" r:id="rId7" imgW="622030" imgH="291973" progId="Equation.3">
                  <p:embed/>
                </p:oleObj>
              </mc:Choice>
              <mc:Fallback>
                <p:oleObj name="公式" r:id="rId7" imgW="622030" imgH="291973" progId="Equation.3">
                  <p:embed/>
                  <p:pic>
                    <p:nvPicPr>
                      <p:cNvPr id="0" name="Picture 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0" y="2889250"/>
                        <a:ext cx="1828800"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78" name="Rectangle 11"/>
          <p:cNvSpPr>
            <a:spLocks noChangeArrowheads="1"/>
          </p:cNvSpPr>
          <p:nvPr/>
        </p:nvSpPr>
        <p:spPr bwMode="auto">
          <a:xfrm>
            <a:off x="0" y="1889125"/>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2779" name="Object 10"/>
          <p:cNvGraphicFramePr>
            <a:graphicFrameLocks noChangeAspect="1"/>
          </p:cNvGraphicFramePr>
          <p:nvPr/>
        </p:nvGraphicFramePr>
        <p:xfrm>
          <a:off x="1676400" y="4075113"/>
          <a:ext cx="392113" cy="338137"/>
        </p:xfrm>
        <a:graphic>
          <a:graphicData uri="http://schemas.openxmlformats.org/presentationml/2006/ole">
            <mc:AlternateContent xmlns:mc="http://schemas.openxmlformats.org/markup-compatibility/2006">
              <mc:Choice xmlns:v="urn:schemas-microsoft-com:vml" Requires="v">
                <p:oleObj spid="_x0000_s32911" name="公式" r:id="rId9" imgW="126835" imgH="139518" progId="Equation.3">
                  <p:embed/>
                </p:oleObj>
              </mc:Choice>
              <mc:Fallback>
                <p:oleObj name="公式" r:id="rId9" imgW="126835" imgH="139518" progId="Equation.3">
                  <p:embed/>
                  <p:pic>
                    <p:nvPicPr>
                      <p:cNvPr id="0" name="Picture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76400" y="4075113"/>
                        <a:ext cx="392113" cy="338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defRPr/>
            </a:pPr>
            <a:r>
              <a:rPr lang="en-US" altLang="zh-CN" smtClean="0"/>
              <a:t> </a:t>
            </a:r>
          </a:p>
        </p:txBody>
      </p:sp>
      <p:sp>
        <p:nvSpPr>
          <p:cNvPr id="34819" name="Rectangle 3" descr="Rectangle: Click to edit Master text styles&#10;Second level&#10;Third level&#10;Fourth level&#10;Fifth level"/>
          <p:cNvSpPr>
            <a:spLocks noGrp="1" noChangeArrowheads="1"/>
          </p:cNvSpPr>
          <p:nvPr>
            <p:ph type="body" idx="1"/>
          </p:nvPr>
        </p:nvSpPr>
        <p:spPr>
          <a:xfrm>
            <a:off x="533400" y="209550"/>
            <a:ext cx="7772400" cy="4114800"/>
          </a:xfrm>
        </p:spPr>
        <p:txBody>
          <a:bodyPr/>
          <a:lstStyle/>
          <a:p>
            <a:pPr marL="952500" lvl="1" indent="-762000" eaLnBrk="1" hangingPunct="1">
              <a:lnSpc>
                <a:spcPct val="90000"/>
              </a:lnSpc>
              <a:buFont typeface="Wingdings" pitchFamily="2" charset="2"/>
              <a:buNone/>
            </a:pPr>
            <a:r>
              <a:rPr lang="en-US" altLang="zh-CN" dirty="0" smtClean="0">
                <a:latin typeface="隶书" pitchFamily="49" charset="-122"/>
              </a:rPr>
              <a:t>   1.2.4</a:t>
            </a:r>
            <a:r>
              <a:rPr lang="zh-CN" altLang="en-US" dirty="0" smtClean="0">
                <a:latin typeface="隶书" pitchFamily="49" charset="-122"/>
              </a:rPr>
              <a:t>散度定理</a:t>
            </a:r>
          </a:p>
          <a:p>
            <a:pPr marL="609600" indent="-609600" eaLnBrk="1" hangingPunct="1">
              <a:lnSpc>
                <a:spcPct val="90000"/>
              </a:lnSpc>
              <a:buFont typeface="Wingdings" pitchFamily="2" charset="2"/>
              <a:buNone/>
            </a:pPr>
            <a:endParaRPr lang="zh-CN" altLang="en-US" dirty="0" smtClean="0"/>
          </a:p>
          <a:p>
            <a:pPr marL="609600" indent="-609600" eaLnBrk="1" hangingPunct="1">
              <a:lnSpc>
                <a:spcPct val="90000"/>
              </a:lnSpc>
              <a:buFont typeface="Wingdings" pitchFamily="2" charset="2"/>
              <a:buNone/>
            </a:pPr>
            <a:r>
              <a:rPr lang="zh-CN" altLang="en-US" dirty="0" smtClean="0"/>
              <a:t>也称</a:t>
            </a:r>
            <a:r>
              <a:rPr lang="zh-CN" altLang="en-US" dirty="0" smtClean="0">
                <a:solidFill>
                  <a:srgbClr val="FF0000"/>
                </a:solidFill>
              </a:rPr>
              <a:t>高斯散度定理</a:t>
            </a:r>
            <a:r>
              <a:rPr lang="zh-CN" altLang="en-US" dirty="0" smtClean="0"/>
              <a:t>，表示为</a:t>
            </a:r>
          </a:p>
          <a:p>
            <a:pPr marL="609600" indent="-609600" eaLnBrk="1" hangingPunct="1">
              <a:lnSpc>
                <a:spcPct val="90000"/>
              </a:lnSpc>
              <a:buFont typeface="Wingdings" pitchFamily="2" charset="2"/>
              <a:buNone/>
            </a:pPr>
            <a:endParaRPr lang="zh-CN" altLang="en-US" dirty="0" smtClean="0"/>
          </a:p>
          <a:p>
            <a:pPr marL="609600" indent="-609600" eaLnBrk="1" hangingPunct="1">
              <a:lnSpc>
                <a:spcPct val="90000"/>
              </a:lnSpc>
              <a:buFont typeface="Wingdings" pitchFamily="2" charset="2"/>
              <a:buNone/>
            </a:pPr>
            <a:r>
              <a:rPr lang="zh-CN" altLang="en-US" dirty="0" smtClean="0"/>
              <a:t>                                                              </a:t>
            </a:r>
            <a:r>
              <a:rPr lang="en-US" altLang="zh-CN" dirty="0" smtClean="0"/>
              <a:t>(1.20)</a:t>
            </a:r>
          </a:p>
          <a:p>
            <a:pPr marL="609600" indent="-609600" eaLnBrk="1" hangingPunct="1">
              <a:lnSpc>
                <a:spcPct val="90000"/>
              </a:lnSpc>
              <a:buFont typeface="Wingdings" pitchFamily="2" charset="2"/>
              <a:buNone/>
            </a:pPr>
            <a:endParaRPr lang="en-US" altLang="zh-CN" dirty="0" smtClean="0"/>
          </a:p>
          <a:p>
            <a:pPr marL="609600" indent="-609600" eaLnBrk="1" hangingPunct="1">
              <a:lnSpc>
                <a:spcPct val="90000"/>
              </a:lnSpc>
              <a:buFont typeface="Wingdings" pitchFamily="2" charset="2"/>
              <a:buNone/>
            </a:pPr>
            <a:r>
              <a:rPr lang="zh-CN" altLang="en-US" dirty="0" smtClean="0"/>
              <a:t>   </a:t>
            </a:r>
          </a:p>
        </p:txBody>
      </p:sp>
      <p:sp>
        <p:nvSpPr>
          <p:cNvPr id="34820" name="Rectangle 5"/>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4821" name="Object 4"/>
          <p:cNvGraphicFramePr>
            <a:graphicFrameLocks noChangeAspect="1"/>
          </p:cNvGraphicFramePr>
          <p:nvPr>
            <p:extLst>
              <p:ext uri="{D42A27DB-BD31-4B8C-83A1-F6EECF244321}">
                <p14:modId xmlns:p14="http://schemas.microsoft.com/office/powerpoint/2010/main" val="1117980429"/>
              </p:ext>
            </p:extLst>
          </p:nvPr>
        </p:nvGraphicFramePr>
        <p:xfrm>
          <a:off x="2339752" y="1982181"/>
          <a:ext cx="3327722" cy="769938"/>
        </p:xfrm>
        <a:graphic>
          <a:graphicData uri="http://schemas.openxmlformats.org/presentationml/2006/ole">
            <mc:AlternateContent xmlns:mc="http://schemas.openxmlformats.org/markup-compatibility/2006">
              <mc:Choice xmlns:v="urn:schemas-microsoft-com:vml" Requires="v">
                <p:oleObj spid="_x0000_s34895" name="公式" r:id="rId3" imgW="1688760" imgH="291960" progId="Equation.3">
                  <p:embed/>
                </p:oleObj>
              </mc:Choice>
              <mc:Fallback>
                <p:oleObj name="公式" r:id="rId3" imgW="1688760" imgH="291960" progId="Equation.3">
                  <p:embed/>
                  <p:pic>
                    <p:nvPicPr>
                      <p:cNvPr id="0" name="Picture 28"/>
                      <p:cNvPicPr>
                        <a:picLocks noChangeAspect="1" noChangeArrowheads="1"/>
                      </p:cNvPicPr>
                      <p:nvPr/>
                    </p:nvPicPr>
                    <p:blipFill>
                      <a:blip r:embed="rId4"/>
                      <a:srcRect/>
                      <a:stretch>
                        <a:fillRect/>
                      </a:stretch>
                    </p:blipFill>
                    <p:spPr bwMode="auto">
                      <a:xfrm>
                        <a:off x="2339752" y="1982181"/>
                        <a:ext cx="3327722" cy="769938"/>
                      </a:xfrm>
                      <a:prstGeom prst="rect">
                        <a:avLst/>
                      </a:prstGeom>
                      <a:noFill/>
                      <a:extLst/>
                    </p:spPr>
                  </p:pic>
                </p:oleObj>
              </mc:Fallback>
            </mc:AlternateContent>
          </a:graphicData>
        </a:graphic>
      </p:graphicFrame>
      <p:sp>
        <p:nvSpPr>
          <p:cNvPr id="34822" name="Rectangle 7"/>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9" name="内容占位符 2" descr="Rectangle: Click to edit Master text styles&#10;Second level&#10;Third level&#10;Fourth level&#10;Fifth level"/>
          <p:cNvSpPr txBox="1">
            <a:spLocks/>
          </p:cNvSpPr>
          <p:nvPr/>
        </p:nvSpPr>
        <p:spPr bwMode="auto">
          <a:xfrm>
            <a:off x="467872" y="2931790"/>
            <a:ext cx="6912768"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A50021"/>
              </a:buClr>
              <a:buSzPct val="75000"/>
              <a:buFont typeface="Wingdings" pitchFamily="2" charset="2"/>
              <a:buChar char="•"/>
              <a:defRPr sz="3200" b="1">
                <a:solidFill>
                  <a:srgbClr val="000000"/>
                </a:solidFill>
                <a:latin typeface="+mn-lt"/>
                <a:ea typeface="+mn-ea"/>
                <a:cs typeface="+mn-cs"/>
              </a:defRPr>
            </a:lvl1pPr>
            <a:lvl2pPr marL="190500" indent="266700" algn="l" rtl="0" eaLnBrk="0" fontAlgn="base" hangingPunct="0">
              <a:spcBef>
                <a:spcPct val="20000"/>
              </a:spcBef>
              <a:spcAft>
                <a:spcPct val="0"/>
              </a:spcAft>
              <a:buClr>
                <a:schemeClr val="accent2"/>
              </a:buClr>
              <a:buSzPct val="75000"/>
              <a:buFont typeface="Wingdings" pitchFamily="2" charset="2"/>
              <a:buChar char="–"/>
              <a:defRPr kumimoji="1" sz="4000" b="1">
                <a:solidFill>
                  <a:schemeClr val="bg2"/>
                </a:solidFill>
                <a:latin typeface="+mn-lt"/>
                <a:ea typeface="隶书" pitchFamily="49" charset="-122"/>
                <a:cs typeface="+mn-cs"/>
              </a:defRPr>
            </a:lvl2pPr>
            <a:lvl3pPr marL="381000" indent="533400" algn="l" rtl="0" eaLnBrk="0" fontAlgn="base" hangingPunct="0">
              <a:spcBef>
                <a:spcPct val="20000"/>
              </a:spcBef>
              <a:spcAft>
                <a:spcPct val="0"/>
              </a:spcAft>
              <a:buClr>
                <a:srgbClr val="666699"/>
              </a:buClr>
              <a:buSzPct val="70000"/>
              <a:buFont typeface="Wingdings" pitchFamily="2" charset="2"/>
              <a:buChar char="•"/>
              <a:defRPr kumimoji="1" sz="3600" b="1">
                <a:solidFill>
                  <a:srgbClr val="FF0066"/>
                </a:solidFill>
                <a:latin typeface="+mn-lt"/>
                <a:ea typeface="华文行楷" pitchFamily="2" charset="-122"/>
                <a:cs typeface="+mn-cs"/>
              </a:defRPr>
            </a:lvl3pPr>
            <a:lvl4pPr marL="571500" indent="800100" algn="l" rtl="0" eaLnBrk="0" fontAlgn="base" hangingPunct="0">
              <a:spcBef>
                <a:spcPct val="20000"/>
              </a:spcBef>
              <a:spcAft>
                <a:spcPct val="0"/>
              </a:spcAft>
              <a:buSzPct val="60000"/>
              <a:buFont typeface="Wingdings" pitchFamily="2" charset="2"/>
              <a:buChar char="–"/>
              <a:defRPr sz="3400" b="1">
                <a:solidFill>
                  <a:srgbClr val="9900CC"/>
                </a:solidFill>
                <a:latin typeface="+mn-lt"/>
                <a:ea typeface="黑体" pitchFamily="2" charset="-122"/>
                <a:cs typeface="+mn-cs"/>
              </a:defRPr>
            </a:lvl4pPr>
            <a:lvl5pPr marL="762000" indent="1066800" algn="l" rtl="0" eaLnBrk="0" fontAlgn="base" hangingPunct="0">
              <a:spcBef>
                <a:spcPct val="20000"/>
              </a:spcBef>
              <a:spcAft>
                <a:spcPct val="0"/>
              </a:spcAft>
              <a:buClr>
                <a:schemeClr val="hlink"/>
              </a:buClr>
              <a:buSzPct val="55000"/>
              <a:buFont typeface="Wingdings" pitchFamily="2" charset="2"/>
              <a:buChar char="»"/>
              <a:defRPr sz="3200" b="1">
                <a:solidFill>
                  <a:srgbClr val="008080"/>
                </a:solidFill>
                <a:effectLst>
                  <a:outerShdw blurRad="38100" dist="38100" dir="2700000" algn="tl">
                    <a:srgbClr val="C0C0C0"/>
                  </a:outerShdw>
                </a:effectLst>
                <a:latin typeface="+mn-lt"/>
                <a:ea typeface="+mn-ea"/>
                <a:cs typeface="+mn-cs"/>
              </a:defRPr>
            </a:lvl5pPr>
            <a:lvl6pPr marL="12192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6pPr>
            <a:lvl7pPr marL="16764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7pPr>
            <a:lvl8pPr marL="21336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8pPr>
            <a:lvl9pPr marL="25908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9pPr>
          </a:lstStyle>
          <a:p>
            <a:pPr>
              <a:buFont typeface="Wingdings" pitchFamily="2" charset="2"/>
              <a:buNone/>
            </a:pPr>
            <a:r>
              <a:rPr lang="zh-CN" altLang="en-US" kern="0" dirty="0" smtClean="0">
                <a:solidFill>
                  <a:srgbClr val="FF0000"/>
                </a:solidFill>
                <a:latin typeface="宋体" pitchFamily="2" charset="-122"/>
              </a:rPr>
              <a:t>散度定理意义：</a:t>
            </a:r>
            <a:r>
              <a:rPr lang="zh-CN" altLang="en-US" kern="0" dirty="0" smtClean="0">
                <a:latin typeface="宋体" pitchFamily="2" charset="-122"/>
              </a:rPr>
              <a:t>矢量场在空间任意闭合曲面的</a:t>
            </a:r>
            <a:r>
              <a:rPr lang="zh-CN" altLang="en-US" kern="0" dirty="0" smtClean="0">
                <a:solidFill>
                  <a:srgbClr val="FF0000"/>
                </a:solidFill>
                <a:latin typeface="宋体" pitchFamily="2" charset="-122"/>
              </a:rPr>
              <a:t>通量</a:t>
            </a:r>
            <a:r>
              <a:rPr lang="zh-CN" altLang="en-US" kern="0" dirty="0" smtClean="0">
                <a:latin typeface="宋体" pitchFamily="2" charset="-122"/>
              </a:rPr>
              <a:t>等于该闭合曲面所包含体积中矢量场</a:t>
            </a:r>
            <a:r>
              <a:rPr lang="zh-CN" altLang="en-US" kern="0" dirty="0" smtClean="0">
                <a:solidFill>
                  <a:srgbClr val="FF0000"/>
                </a:solidFill>
                <a:latin typeface="宋体" pitchFamily="2" charset="-122"/>
              </a:rPr>
              <a:t>散度的积分</a:t>
            </a:r>
            <a:r>
              <a:rPr lang="zh-CN" altLang="en-US" kern="0" dirty="0" smtClean="0">
                <a:latin typeface="宋体" pitchFamily="2" charset="-122"/>
              </a:rPr>
              <a:t>。</a:t>
            </a:r>
          </a:p>
          <a:p>
            <a:endParaRPr lang="zh-CN" altLang="en-US" kern="0" dirty="0" smtClean="0"/>
          </a:p>
        </p:txBody>
      </p:sp>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defRPr/>
            </a:pPr>
            <a:r>
              <a:rPr lang="en-US" altLang="zh-CN" smtClean="0"/>
              <a:t> </a:t>
            </a:r>
          </a:p>
        </p:txBody>
      </p:sp>
      <p:sp>
        <p:nvSpPr>
          <p:cNvPr id="37891" name="Rectangle 3" descr="Rectangle: Click to edit Master text styles&#10;Second level&#10;Third level&#10;Fourth level&#10;Fifth level"/>
          <p:cNvSpPr>
            <a:spLocks noGrp="1" noChangeArrowheads="1"/>
          </p:cNvSpPr>
          <p:nvPr>
            <p:ph type="body" idx="1"/>
          </p:nvPr>
        </p:nvSpPr>
        <p:spPr>
          <a:xfrm>
            <a:off x="285720" y="500048"/>
            <a:ext cx="7772400" cy="3086100"/>
          </a:xfrm>
        </p:spPr>
        <p:txBody>
          <a:bodyPr/>
          <a:lstStyle/>
          <a:p>
            <a:pPr marL="952500" lvl="1" indent="-762000" eaLnBrk="1" hangingPunct="1">
              <a:buFont typeface="Wingdings" pitchFamily="2" charset="2"/>
              <a:buNone/>
            </a:pPr>
            <a:r>
              <a:rPr lang="zh-CN" altLang="en-US" sz="3200" dirty="0" smtClean="0">
                <a:solidFill>
                  <a:srgbClr val="000000"/>
                </a:solidFill>
                <a:latin typeface="宋体" pitchFamily="2" charset="-122"/>
                <a:ea typeface="宋体" pitchFamily="2" charset="-122"/>
              </a:rPr>
              <a:t>例</a:t>
            </a:r>
            <a:r>
              <a:rPr lang="en-US" altLang="zh-CN" sz="3200" dirty="0" smtClean="0">
                <a:solidFill>
                  <a:srgbClr val="000000"/>
                </a:solidFill>
                <a:latin typeface="宋体" pitchFamily="2" charset="-122"/>
                <a:ea typeface="宋体" pitchFamily="2" charset="-122"/>
              </a:rPr>
              <a:t>1.3 </a:t>
            </a:r>
            <a:r>
              <a:rPr lang="zh-CN" altLang="en-US" sz="3200" dirty="0" smtClean="0">
                <a:solidFill>
                  <a:srgbClr val="000000"/>
                </a:solidFill>
                <a:latin typeface="宋体" pitchFamily="2" charset="-122"/>
                <a:ea typeface="宋体" pitchFamily="2" charset="-122"/>
              </a:rPr>
              <a:t>已知             </a:t>
            </a:r>
          </a:p>
          <a:p>
            <a:pPr marL="952500" lvl="1" indent="-762000" eaLnBrk="1" hangingPunct="1">
              <a:buFont typeface="Wingdings" pitchFamily="2" charset="2"/>
              <a:buNone/>
            </a:pPr>
            <a:r>
              <a:rPr lang="zh-CN" altLang="en-US" sz="3200" dirty="0" smtClean="0">
                <a:solidFill>
                  <a:srgbClr val="000000"/>
                </a:solidFill>
                <a:latin typeface="宋体" pitchFamily="2" charset="-122"/>
                <a:ea typeface="宋体" pitchFamily="2" charset="-122"/>
              </a:rPr>
              <a:t>现有一个边长为</a:t>
            </a:r>
            <a:r>
              <a:rPr lang="en-US" altLang="zh-CN" sz="3200" dirty="0" smtClean="0">
                <a:solidFill>
                  <a:srgbClr val="000000"/>
                </a:solidFill>
                <a:latin typeface="宋体" pitchFamily="2" charset="-122"/>
                <a:ea typeface="宋体" pitchFamily="2" charset="-122"/>
              </a:rPr>
              <a:t>1</a:t>
            </a:r>
            <a:r>
              <a:rPr lang="zh-CN" altLang="en-US" sz="3200" dirty="0" smtClean="0">
                <a:solidFill>
                  <a:srgbClr val="000000"/>
                </a:solidFill>
                <a:latin typeface="宋体" pitchFamily="2" charset="-122"/>
                <a:ea typeface="宋体" pitchFamily="2" charset="-122"/>
              </a:rPr>
              <a:t>的单位立方体，它的一</a:t>
            </a:r>
          </a:p>
          <a:p>
            <a:pPr marL="952500" lvl="1" indent="-762000" eaLnBrk="1" hangingPunct="1">
              <a:buFont typeface="Wingdings" pitchFamily="2" charset="2"/>
              <a:buNone/>
            </a:pPr>
            <a:r>
              <a:rPr lang="zh-CN" altLang="en-US" sz="3200" dirty="0" smtClean="0">
                <a:solidFill>
                  <a:srgbClr val="000000"/>
                </a:solidFill>
                <a:latin typeface="宋体" pitchFamily="2" charset="-122"/>
                <a:ea typeface="宋体" pitchFamily="2" charset="-122"/>
              </a:rPr>
              <a:t>个顶点在原点，</a:t>
            </a:r>
            <a:endParaRPr lang="en-US" altLang="zh-CN" sz="3200" dirty="0" smtClean="0">
              <a:solidFill>
                <a:srgbClr val="000000"/>
              </a:solidFill>
              <a:latin typeface="宋体" pitchFamily="2" charset="-122"/>
              <a:ea typeface="宋体" pitchFamily="2" charset="-122"/>
            </a:endParaRPr>
          </a:p>
        </p:txBody>
      </p:sp>
      <p:sp>
        <p:nvSpPr>
          <p:cNvPr id="37892" name="Rectangle 5"/>
          <p:cNvSpPr>
            <a:spLocks noChangeArrowheads="1"/>
          </p:cNvSpPr>
          <p:nvPr/>
        </p:nvSpPr>
        <p:spPr bwMode="auto">
          <a:xfrm>
            <a:off x="0" y="227330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7893" name="Object 4"/>
          <p:cNvGraphicFramePr>
            <a:graphicFrameLocks noChangeAspect="1"/>
          </p:cNvGraphicFramePr>
          <p:nvPr/>
        </p:nvGraphicFramePr>
        <p:xfrm>
          <a:off x="2714612" y="500048"/>
          <a:ext cx="5105400" cy="479425"/>
        </p:xfrm>
        <a:graphic>
          <a:graphicData uri="http://schemas.openxmlformats.org/presentationml/2006/ole">
            <mc:AlternateContent xmlns:mc="http://schemas.openxmlformats.org/markup-compatibility/2006">
              <mc:Choice xmlns:v="urn:schemas-microsoft-com:vml" Requires="v">
                <p:oleObj spid="_x0000_s37978" name="公式" r:id="rId3" imgW="2044700" imgH="254000" progId="Equation.3">
                  <p:embed/>
                </p:oleObj>
              </mc:Choice>
              <mc:Fallback>
                <p:oleObj name="公式" r:id="rId3" imgW="2044700" imgH="254000" progId="Equation.3">
                  <p:embed/>
                  <p:pic>
                    <p:nvPicPr>
                      <p:cNvPr id="0"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4612" y="500048"/>
                        <a:ext cx="5105400"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p:cNvSpPr txBox="1">
            <a:spLocks noChangeArrowheads="1"/>
          </p:cNvSpPr>
          <p:nvPr/>
        </p:nvSpPr>
        <p:spPr bwMode="auto">
          <a:xfrm>
            <a:off x="609600" y="228600"/>
            <a:ext cx="7772400" cy="857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4000" b="1" i="0" u="none" strike="noStrike" kern="0" cap="none" spc="0" normalizeH="0" baseline="0" noProof="0" smtClean="0">
                <a:ln>
                  <a:noFill/>
                </a:ln>
                <a:solidFill>
                  <a:srgbClr val="0000FF"/>
                </a:solidFill>
                <a:effectLst>
                  <a:outerShdw blurRad="38100" dist="38100" dir="2700000" algn="tl">
                    <a:srgbClr val="C0C0C0"/>
                  </a:outerShdw>
                </a:effectLst>
                <a:uLnTx/>
                <a:uFillTx/>
                <a:latin typeface="+mj-lt"/>
                <a:ea typeface="+mj-ea"/>
                <a:cs typeface="+mj-cs"/>
              </a:rPr>
              <a:t> </a:t>
            </a:r>
          </a:p>
        </p:txBody>
      </p:sp>
      <p:graphicFrame>
        <p:nvGraphicFramePr>
          <p:cNvPr id="7" name="Object 3"/>
          <p:cNvGraphicFramePr>
            <a:graphicFrameLocks noGrp="1" noChangeAspect="1"/>
          </p:cNvGraphicFramePr>
          <p:nvPr>
            <p:extLst>
              <p:ext uri="{D42A27DB-BD31-4B8C-83A1-F6EECF244321}">
                <p14:modId xmlns:p14="http://schemas.microsoft.com/office/powerpoint/2010/main" val="1547802003"/>
              </p:ext>
            </p:extLst>
          </p:nvPr>
        </p:nvGraphicFramePr>
        <p:xfrm>
          <a:off x="5796428" y="1654577"/>
          <a:ext cx="3243672" cy="2214578"/>
        </p:xfrm>
        <a:graphic>
          <a:graphicData uri="http://schemas.openxmlformats.org/presentationml/2006/ole">
            <mc:AlternateContent xmlns:mc="http://schemas.openxmlformats.org/markup-compatibility/2006">
              <mc:Choice xmlns:v="urn:schemas-microsoft-com:vml" Requires="v">
                <p:oleObj spid="_x0000_s37979" r:id="rId5" imgW="10609524" imgH="9657143" progId="">
                  <p:embed/>
                </p:oleObj>
              </mc:Choice>
              <mc:Fallback>
                <p:oleObj r:id="rId5" imgW="10609524" imgH="9657143" progId="">
                  <p:embed/>
                  <p:pic>
                    <p:nvPicPr>
                      <p:cNvPr id="0" name="Picture 15"/>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6428" y="1654577"/>
                        <a:ext cx="3243672" cy="22145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6"/>
          <p:cNvSpPr>
            <a:spLocks noChangeArrowheads="1"/>
          </p:cNvSpPr>
          <p:nvPr/>
        </p:nvSpPr>
        <p:spPr bwMode="auto">
          <a:xfrm>
            <a:off x="6156176" y="3507854"/>
            <a:ext cx="28225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r>
              <a:rPr lang="en-US" altLang="zh-CN" sz="2400" b="1" dirty="0">
                <a:solidFill>
                  <a:srgbClr val="000000"/>
                </a:solidFill>
                <a:latin typeface="宋体" pitchFamily="2" charset="-122"/>
              </a:rPr>
              <a:t>  </a:t>
            </a:r>
            <a:r>
              <a:rPr lang="zh-CN" altLang="en-US" sz="2400" b="1" dirty="0">
                <a:solidFill>
                  <a:srgbClr val="000000"/>
                </a:solidFill>
                <a:latin typeface="宋体" pitchFamily="2" charset="-122"/>
              </a:rPr>
              <a:t>图</a:t>
            </a:r>
            <a:r>
              <a:rPr lang="en-US" altLang="zh-CN" sz="2400" b="1" dirty="0">
                <a:solidFill>
                  <a:srgbClr val="000000"/>
                </a:solidFill>
                <a:latin typeface="宋体" pitchFamily="2" charset="-122"/>
              </a:rPr>
              <a:t>1.7  </a:t>
            </a:r>
            <a:r>
              <a:rPr lang="zh-CN" altLang="en-US" sz="2400" b="1" dirty="0">
                <a:solidFill>
                  <a:srgbClr val="000000"/>
                </a:solidFill>
                <a:latin typeface="宋体" pitchFamily="2" charset="-122"/>
              </a:rPr>
              <a:t>例</a:t>
            </a:r>
            <a:r>
              <a:rPr lang="en-US" altLang="zh-CN" sz="2400" b="1" dirty="0">
                <a:solidFill>
                  <a:srgbClr val="000000"/>
                </a:solidFill>
                <a:latin typeface="宋体" pitchFamily="2" charset="-122"/>
              </a:rPr>
              <a:t>1.3</a:t>
            </a:r>
            <a:r>
              <a:rPr lang="zh-CN" altLang="en-US" sz="2400" b="1" dirty="0">
                <a:solidFill>
                  <a:srgbClr val="000000"/>
                </a:solidFill>
                <a:latin typeface="宋体" pitchFamily="2" charset="-122"/>
              </a:rPr>
              <a:t>图 </a:t>
            </a:r>
          </a:p>
        </p:txBody>
      </p:sp>
      <p:sp>
        <p:nvSpPr>
          <p:cNvPr id="9" name="Rectangle 2"/>
          <p:cNvSpPr txBox="1">
            <a:spLocks noChangeArrowheads="1"/>
          </p:cNvSpPr>
          <p:nvPr/>
        </p:nvSpPr>
        <p:spPr bwMode="auto">
          <a:xfrm>
            <a:off x="-74984" y="977230"/>
            <a:ext cx="7772400" cy="857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2pPr>
            <a:lvl3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3pPr>
            <a:lvl4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4pPr>
            <a:lvl5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5pPr>
            <a:lvl6pPr marL="4572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6pPr>
            <a:lvl7pPr marL="9144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7pPr>
            <a:lvl8pPr marL="13716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8pPr>
            <a:lvl9pPr marL="18288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9pPr>
          </a:lstStyle>
          <a:p>
            <a:pPr eaLnBrk="1" hangingPunct="1">
              <a:defRPr/>
            </a:pPr>
            <a:r>
              <a:rPr lang="en-US" altLang="zh-CN" smtClean="0"/>
              <a:t> </a:t>
            </a:r>
          </a:p>
        </p:txBody>
      </p:sp>
      <p:sp>
        <p:nvSpPr>
          <p:cNvPr id="10" name="Rectangle 3" descr="Rectangle: Click to edit Master text styles&#10;Second level&#10;Third level&#10;Fourth level&#10;Fifth level"/>
          <p:cNvSpPr txBox="1">
            <a:spLocks noChangeArrowheads="1"/>
          </p:cNvSpPr>
          <p:nvPr/>
        </p:nvSpPr>
        <p:spPr bwMode="auto">
          <a:xfrm>
            <a:off x="1216" y="2005930"/>
            <a:ext cx="77724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A50021"/>
              </a:buClr>
              <a:buSzPct val="75000"/>
              <a:buFont typeface="Wingdings" pitchFamily="2" charset="2"/>
              <a:buChar char="•"/>
              <a:defRPr sz="3200" b="1">
                <a:solidFill>
                  <a:srgbClr val="000000"/>
                </a:solidFill>
                <a:latin typeface="+mn-lt"/>
                <a:ea typeface="+mn-ea"/>
                <a:cs typeface="+mn-cs"/>
              </a:defRPr>
            </a:lvl1pPr>
            <a:lvl2pPr marL="190500" indent="266700" algn="l" rtl="0" eaLnBrk="0" fontAlgn="base" hangingPunct="0">
              <a:spcBef>
                <a:spcPct val="20000"/>
              </a:spcBef>
              <a:spcAft>
                <a:spcPct val="0"/>
              </a:spcAft>
              <a:buClr>
                <a:schemeClr val="accent2"/>
              </a:buClr>
              <a:buSzPct val="75000"/>
              <a:buFont typeface="Wingdings" pitchFamily="2" charset="2"/>
              <a:buChar char="–"/>
              <a:defRPr kumimoji="1" sz="4000" b="1">
                <a:solidFill>
                  <a:schemeClr val="bg2"/>
                </a:solidFill>
                <a:latin typeface="+mn-lt"/>
                <a:ea typeface="隶书" pitchFamily="49" charset="-122"/>
                <a:cs typeface="+mn-cs"/>
              </a:defRPr>
            </a:lvl2pPr>
            <a:lvl3pPr marL="381000" indent="533400" algn="l" rtl="0" eaLnBrk="0" fontAlgn="base" hangingPunct="0">
              <a:spcBef>
                <a:spcPct val="20000"/>
              </a:spcBef>
              <a:spcAft>
                <a:spcPct val="0"/>
              </a:spcAft>
              <a:buClr>
                <a:srgbClr val="666699"/>
              </a:buClr>
              <a:buSzPct val="70000"/>
              <a:buFont typeface="Wingdings" pitchFamily="2" charset="2"/>
              <a:buChar char="•"/>
              <a:defRPr kumimoji="1" sz="3600" b="1">
                <a:solidFill>
                  <a:srgbClr val="FF0066"/>
                </a:solidFill>
                <a:latin typeface="+mn-lt"/>
                <a:ea typeface="华文行楷" pitchFamily="2" charset="-122"/>
                <a:cs typeface="+mn-cs"/>
              </a:defRPr>
            </a:lvl3pPr>
            <a:lvl4pPr marL="571500" indent="800100" algn="l" rtl="0" eaLnBrk="0" fontAlgn="base" hangingPunct="0">
              <a:spcBef>
                <a:spcPct val="20000"/>
              </a:spcBef>
              <a:spcAft>
                <a:spcPct val="0"/>
              </a:spcAft>
              <a:buSzPct val="60000"/>
              <a:buFont typeface="Wingdings" pitchFamily="2" charset="2"/>
              <a:buChar char="–"/>
              <a:defRPr sz="3400" b="1">
                <a:solidFill>
                  <a:srgbClr val="9900CC"/>
                </a:solidFill>
                <a:latin typeface="+mn-lt"/>
                <a:ea typeface="黑体" pitchFamily="2" charset="-122"/>
                <a:cs typeface="+mn-cs"/>
              </a:defRPr>
            </a:lvl4pPr>
            <a:lvl5pPr marL="762000" indent="1066800" algn="l" rtl="0" eaLnBrk="0" fontAlgn="base" hangingPunct="0">
              <a:spcBef>
                <a:spcPct val="20000"/>
              </a:spcBef>
              <a:spcAft>
                <a:spcPct val="0"/>
              </a:spcAft>
              <a:buClr>
                <a:schemeClr val="hlink"/>
              </a:buClr>
              <a:buSzPct val="55000"/>
              <a:buFont typeface="Wingdings" pitchFamily="2" charset="2"/>
              <a:buChar char="»"/>
              <a:defRPr sz="3200" b="1">
                <a:solidFill>
                  <a:srgbClr val="008080"/>
                </a:solidFill>
                <a:effectLst>
                  <a:outerShdw blurRad="38100" dist="38100" dir="2700000" algn="tl">
                    <a:srgbClr val="C0C0C0"/>
                  </a:outerShdw>
                </a:effectLst>
                <a:latin typeface="+mn-lt"/>
                <a:ea typeface="+mn-ea"/>
                <a:cs typeface="+mn-cs"/>
              </a:defRPr>
            </a:lvl5pPr>
            <a:lvl6pPr marL="12192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6pPr>
            <a:lvl7pPr marL="16764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7pPr>
            <a:lvl8pPr marL="21336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8pPr>
            <a:lvl9pPr marL="25908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9pPr>
          </a:lstStyle>
          <a:p>
            <a:pPr marL="0" indent="0" eaLnBrk="1" hangingPunct="1">
              <a:buFont typeface="Wingdings" pitchFamily="2" charset="2"/>
              <a:buNone/>
            </a:pPr>
            <a:r>
              <a:rPr lang="zh-CN" altLang="en-US" dirty="0" smtClean="0"/>
              <a:t>求：</a:t>
            </a:r>
          </a:p>
          <a:p>
            <a:pPr marL="0" indent="0" eaLnBrk="1" hangingPunct="1">
              <a:buFont typeface="Wingdings" pitchFamily="2" charset="2"/>
              <a:buNone/>
            </a:pPr>
            <a:r>
              <a:rPr lang="zh-CN" altLang="en-US" dirty="0" smtClean="0"/>
              <a:t>（</a:t>
            </a:r>
            <a:r>
              <a:rPr lang="en-US" altLang="zh-CN" dirty="0" smtClean="0"/>
              <a:t>1</a:t>
            </a:r>
            <a:r>
              <a:rPr lang="zh-CN" altLang="en-US" dirty="0" smtClean="0"/>
              <a:t>）矢量场的散度；    </a:t>
            </a:r>
          </a:p>
          <a:p>
            <a:pPr marL="0" indent="0" eaLnBrk="1" hangingPunct="1">
              <a:buFont typeface="Wingdings" pitchFamily="2" charset="2"/>
              <a:buNone/>
            </a:pPr>
            <a:r>
              <a:rPr lang="zh-CN" altLang="en-US" dirty="0" smtClean="0"/>
              <a:t>（</a:t>
            </a:r>
            <a:r>
              <a:rPr lang="en-US" altLang="zh-CN" dirty="0" smtClean="0"/>
              <a:t>2</a:t>
            </a:r>
            <a:r>
              <a:rPr lang="zh-CN" altLang="en-US" dirty="0" smtClean="0"/>
              <a:t>）计算通量               ，</a:t>
            </a:r>
            <a:endParaRPr lang="en-US" altLang="zh-CN" dirty="0" smtClean="0"/>
          </a:p>
          <a:p>
            <a:pPr marL="0" indent="0" eaLnBrk="1" hangingPunct="1">
              <a:buFont typeface="Wingdings" pitchFamily="2" charset="2"/>
              <a:buNone/>
            </a:pPr>
            <a:r>
              <a:rPr lang="zh-CN" altLang="en-US" dirty="0" smtClean="0"/>
              <a:t>积分区域为如图所示的单位立方体；</a:t>
            </a:r>
          </a:p>
          <a:p>
            <a:pPr marL="0" indent="0" eaLnBrk="1" hangingPunct="1">
              <a:buFont typeface="Wingdings" pitchFamily="2" charset="2"/>
              <a:buNone/>
            </a:pPr>
            <a:r>
              <a:rPr lang="zh-CN" altLang="en-US" dirty="0" smtClean="0"/>
              <a:t>（</a:t>
            </a:r>
            <a:r>
              <a:rPr lang="en-US" altLang="zh-CN" dirty="0" smtClean="0"/>
              <a:t>3</a:t>
            </a:r>
            <a:r>
              <a:rPr lang="zh-CN" altLang="en-US" dirty="0" smtClean="0"/>
              <a:t>）验证高斯散度定理。 </a:t>
            </a:r>
          </a:p>
        </p:txBody>
      </p:sp>
      <p:sp>
        <p:nvSpPr>
          <p:cNvPr id="11" name="Rectangle 5"/>
          <p:cNvSpPr>
            <a:spLocks noChangeArrowheads="1"/>
          </p:cNvSpPr>
          <p:nvPr/>
        </p:nvSpPr>
        <p:spPr bwMode="auto">
          <a:xfrm>
            <a:off x="-684584" y="302828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2" name="Object 4"/>
          <p:cNvGraphicFramePr>
            <a:graphicFrameLocks noChangeAspect="1"/>
          </p:cNvGraphicFramePr>
          <p:nvPr>
            <p:extLst>
              <p:ext uri="{D42A27DB-BD31-4B8C-83A1-F6EECF244321}">
                <p14:modId xmlns:p14="http://schemas.microsoft.com/office/powerpoint/2010/main" val="4256642952"/>
              </p:ext>
            </p:extLst>
          </p:nvPr>
        </p:nvGraphicFramePr>
        <p:xfrm>
          <a:off x="2896816" y="3223543"/>
          <a:ext cx="1295400" cy="477837"/>
        </p:xfrm>
        <a:graphic>
          <a:graphicData uri="http://schemas.openxmlformats.org/presentationml/2006/ole">
            <mc:AlternateContent xmlns:mc="http://schemas.openxmlformats.org/markup-compatibility/2006">
              <mc:Choice xmlns:v="urn:schemas-microsoft-com:vml" Requires="v">
                <p:oleObj spid="_x0000_s37980" name="公式" r:id="rId7" imgW="558558" imgH="291973" progId="Equation.3">
                  <p:embed/>
                </p:oleObj>
              </mc:Choice>
              <mc:Fallback>
                <p:oleObj name="公式" r:id="rId7" imgW="558558" imgH="291973"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96816" y="3223543"/>
                        <a:ext cx="1295400" cy="477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descr="Rectangle: Click to edit Master text styles&#10;Second level&#10;Third level&#10;Fourth level&#10;Fifth level"/>
          <p:cNvSpPr>
            <a:spLocks noGrp="1" noChangeArrowheads="1"/>
          </p:cNvSpPr>
          <p:nvPr>
            <p:ph type="body" idx="1"/>
          </p:nvPr>
        </p:nvSpPr>
        <p:spPr>
          <a:xfrm>
            <a:off x="457200" y="679450"/>
            <a:ext cx="8075240" cy="3086100"/>
          </a:xfrm>
        </p:spPr>
        <p:txBody>
          <a:bodyPr/>
          <a:lstStyle/>
          <a:p>
            <a:pPr lvl="1" indent="0" eaLnBrk="1" hangingPunct="1">
              <a:buFont typeface="Wingdings" pitchFamily="2" charset="2"/>
              <a:buNone/>
            </a:pPr>
            <a:r>
              <a:rPr lang="en-US" altLang="zh-CN" dirty="0" smtClean="0">
                <a:latin typeface="隶书" pitchFamily="49" charset="-122"/>
              </a:rPr>
              <a:t>   1.3.1 </a:t>
            </a:r>
            <a:r>
              <a:rPr lang="zh-CN" altLang="en-US" dirty="0" smtClean="0">
                <a:latin typeface="隶书" pitchFamily="49" charset="-122"/>
              </a:rPr>
              <a:t>矢量场的环流</a:t>
            </a:r>
          </a:p>
          <a:p>
            <a:pPr marL="0" indent="0" eaLnBrk="1" hangingPunct="1">
              <a:buFont typeface="Wingdings" pitchFamily="2" charset="2"/>
              <a:buNone/>
            </a:pPr>
            <a:r>
              <a:rPr lang="zh-CN" altLang="en-US" dirty="0" smtClean="0"/>
              <a:t>        设某矢量场</a:t>
            </a:r>
            <a:r>
              <a:rPr lang="en-US" altLang="zh-CN" dirty="0" smtClean="0"/>
              <a:t>A</a:t>
            </a:r>
            <a:r>
              <a:rPr lang="zh-CN" altLang="en-US" dirty="0" smtClean="0"/>
              <a:t>绕着场中某闭合路径</a:t>
            </a:r>
            <a:r>
              <a:rPr lang="en-US" altLang="zh-CN" dirty="0" smtClean="0"/>
              <a:t>C</a:t>
            </a:r>
            <a:r>
              <a:rPr lang="zh-CN" altLang="en-US" dirty="0" smtClean="0"/>
              <a:t>的线积分为</a:t>
            </a:r>
          </a:p>
          <a:p>
            <a:pPr marL="0" indent="0" eaLnBrk="1" hangingPunct="1">
              <a:buFont typeface="Wingdings" pitchFamily="2" charset="2"/>
              <a:buNone/>
            </a:pPr>
            <a:r>
              <a:rPr lang="zh-CN" altLang="en-US" dirty="0" smtClean="0"/>
              <a:t>                                                              </a:t>
            </a:r>
            <a:r>
              <a:rPr lang="en-US" altLang="zh-CN" dirty="0" smtClean="0"/>
              <a:t>(1.21)</a:t>
            </a:r>
          </a:p>
          <a:p>
            <a:pPr marL="0" indent="0" eaLnBrk="1" hangingPunct="1">
              <a:buFont typeface="Wingdings" pitchFamily="2" charset="2"/>
              <a:buNone/>
            </a:pPr>
            <a:endParaRPr lang="en-US" altLang="zh-CN" dirty="0" smtClean="0"/>
          </a:p>
        </p:txBody>
      </p:sp>
      <p:sp>
        <p:nvSpPr>
          <p:cNvPr id="47107" name="Rectangle 5"/>
          <p:cNvSpPr>
            <a:spLocks noChangeArrowheads="1"/>
          </p:cNvSpPr>
          <p:nvPr/>
        </p:nvSpPr>
        <p:spPr bwMode="auto">
          <a:xfrm>
            <a:off x="-381000" y="-9334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7108" name="Object 4"/>
          <p:cNvGraphicFramePr>
            <a:graphicFrameLocks noChangeAspect="1"/>
          </p:cNvGraphicFramePr>
          <p:nvPr>
            <p:extLst>
              <p:ext uri="{D42A27DB-BD31-4B8C-83A1-F6EECF244321}">
                <p14:modId xmlns:p14="http://schemas.microsoft.com/office/powerpoint/2010/main" val="3932624251"/>
              </p:ext>
            </p:extLst>
          </p:nvPr>
        </p:nvGraphicFramePr>
        <p:xfrm>
          <a:off x="2051720" y="2571750"/>
          <a:ext cx="4267200" cy="611187"/>
        </p:xfrm>
        <a:graphic>
          <a:graphicData uri="http://schemas.openxmlformats.org/presentationml/2006/ole">
            <mc:AlternateContent xmlns:mc="http://schemas.openxmlformats.org/markup-compatibility/2006">
              <mc:Choice xmlns:v="urn:schemas-microsoft-com:vml" Requires="v">
                <p:oleObj spid="_x0000_s47144" name="公式" r:id="rId3" imgW="1447172" imgH="291973" progId="Equation.3">
                  <p:embed/>
                </p:oleObj>
              </mc:Choice>
              <mc:Fallback>
                <p:oleObj name="公式" r:id="rId3" imgW="1447172" imgH="291973" progId="Equation.3">
                  <p:embed/>
                  <p:pic>
                    <p:nvPicPr>
                      <p:cNvPr id="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2571750"/>
                        <a:ext cx="4267200" cy="611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899592" y="3435846"/>
            <a:ext cx="7560840" cy="584775"/>
          </a:xfrm>
          <a:prstGeom prst="rect">
            <a:avLst/>
          </a:prstGeom>
        </p:spPr>
        <p:txBody>
          <a:bodyPr wrap="square">
            <a:spAutoFit/>
          </a:bodyPr>
          <a:lstStyle/>
          <a:p>
            <a:pPr lvl="0" eaLnBrk="1" hangingPunct="1">
              <a:spcBef>
                <a:spcPct val="20000"/>
              </a:spcBef>
              <a:buClr>
                <a:srgbClr val="A50021"/>
              </a:buClr>
              <a:buSzPct val="75000"/>
            </a:pPr>
            <a:r>
              <a:rPr lang="zh-CN" altLang="en-US" sz="3200" b="1" kern="0" dirty="0">
                <a:solidFill>
                  <a:srgbClr val="000000"/>
                </a:solidFill>
                <a:latin typeface="Times New Roman"/>
                <a:ea typeface="宋体"/>
              </a:rPr>
              <a:t>该线积分称为该矢量场</a:t>
            </a:r>
            <a:r>
              <a:rPr lang="en-US" altLang="zh-CN" sz="3200" b="1" kern="0" dirty="0">
                <a:solidFill>
                  <a:srgbClr val="000000"/>
                </a:solidFill>
                <a:latin typeface="Times New Roman"/>
                <a:ea typeface="宋体"/>
              </a:rPr>
              <a:t>A</a:t>
            </a:r>
            <a:r>
              <a:rPr lang="zh-CN" altLang="en-US" sz="3200" b="1" kern="0" dirty="0">
                <a:solidFill>
                  <a:srgbClr val="000000"/>
                </a:solidFill>
                <a:latin typeface="Times New Roman"/>
                <a:ea typeface="宋体"/>
              </a:rPr>
              <a:t>的</a:t>
            </a:r>
            <a:r>
              <a:rPr lang="zh-CN" altLang="en-US" sz="3200" b="1" kern="0" dirty="0">
                <a:solidFill>
                  <a:srgbClr val="FF0000"/>
                </a:solidFill>
                <a:latin typeface="Times New Roman"/>
                <a:ea typeface="宋体"/>
              </a:rPr>
              <a:t>环流（环量）</a:t>
            </a:r>
            <a:r>
              <a:rPr lang="zh-CN" altLang="en-US" sz="3200" b="1" kern="0" dirty="0">
                <a:solidFill>
                  <a:srgbClr val="000000"/>
                </a:solidFill>
                <a:latin typeface="Times New Roman"/>
                <a:ea typeface="宋体"/>
              </a:rPr>
              <a:t>。</a:t>
            </a:r>
          </a:p>
        </p:txBody>
      </p:sp>
      <p:sp>
        <p:nvSpPr>
          <p:cNvPr id="6" name="标题 1"/>
          <p:cNvSpPr>
            <a:spLocks noGrp="1"/>
          </p:cNvSpPr>
          <p:nvPr>
            <p:ph type="title"/>
          </p:nvPr>
        </p:nvSpPr>
        <p:spPr>
          <a:xfrm>
            <a:off x="395536" y="51470"/>
            <a:ext cx="7772400" cy="857250"/>
          </a:xfrm>
        </p:spPr>
        <p:txBody>
          <a:bodyPr/>
          <a:lstStyle/>
          <a:p>
            <a:pPr>
              <a:defRPr/>
            </a:pPr>
            <a:r>
              <a:rPr lang="en-US" altLang="zh-CN" dirty="0" smtClean="0"/>
              <a:t>1.3  </a:t>
            </a:r>
            <a:r>
              <a:rPr lang="zh-CN" altLang="en-US" dirty="0" smtClean="0"/>
              <a:t>矢量场的旋度</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defRPr/>
            </a:pPr>
            <a:r>
              <a:rPr lang="en-US" altLang="zh-CN" smtClean="0"/>
              <a:t> </a:t>
            </a:r>
          </a:p>
        </p:txBody>
      </p:sp>
      <p:sp>
        <p:nvSpPr>
          <p:cNvPr id="49155" name="Rectangle 3" descr="Rectangle: Click to edit Master text styles&#10;Second level&#10;Third level&#10;Fourth level&#10;Fifth level"/>
          <p:cNvSpPr>
            <a:spLocks noGrp="1" noChangeArrowheads="1"/>
          </p:cNvSpPr>
          <p:nvPr>
            <p:ph type="body" idx="1"/>
          </p:nvPr>
        </p:nvSpPr>
        <p:spPr>
          <a:xfrm>
            <a:off x="609600" y="76200"/>
            <a:ext cx="6050632" cy="3943350"/>
          </a:xfrm>
        </p:spPr>
        <p:txBody>
          <a:bodyPr/>
          <a:lstStyle/>
          <a:p>
            <a:pPr lvl="1" indent="0" eaLnBrk="1" hangingPunct="1">
              <a:lnSpc>
                <a:spcPct val="90000"/>
              </a:lnSpc>
              <a:buFont typeface="Wingdings" pitchFamily="2" charset="2"/>
              <a:buNone/>
            </a:pPr>
            <a:r>
              <a:rPr lang="en-US" altLang="zh-CN" dirty="0" smtClean="0">
                <a:latin typeface="隶书" pitchFamily="49" charset="-122"/>
              </a:rPr>
              <a:t>   1.3.2</a:t>
            </a:r>
            <a:r>
              <a:rPr lang="zh-CN" altLang="en-US" dirty="0" smtClean="0">
                <a:latin typeface="隶书" pitchFamily="49" charset="-122"/>
              </a:rPr>
              <a:t>矢量场的旋度</a:t>
            </a:r>
            <a:endParaRPr lang="zh-CN" altLang="en-US" dirty="0" smtClean="0"/>
          </a:p>
          <a:p>
            <a:pPr marL="0" indent="0" eaLnBrk="1" hangingPunct="1">
              <a:lnSpc>
                <a:spcPct val="90000"/>
              </a:lnSpc>
              <a:buNone/>
            </a:pPr>
            <a:r>
              <a:rPr lang="zh-CN" altLang="en-US" dirty="0" smtClean="0"/>
              <a:t>        </a:t>
            </a:r>
            <a:r>
              <a:rPr lang="en-US" altLang="zh-CN" dirty="0" smtClean="0"/>
              <a:t>A</a:t>
            </a:r>
            <a:r>
              <a:rPr lang="zh-CN" altLang="en-US" dirty="0" smtClean="0"/>
              <a:t>的</a:t>
            </a:r>
            <a:r>
              <a:rPr lang="zh-CN" altLang="en-US" dirty="0" smtClean="0">
                <a:solidFill>
                  <a:srgbClr val="FF0000"/>
                </a:solidFill>
              </a:rPr>
              <a:t>旋度</a:t>
            </a:r>
            <a:r>
              <a:rPr lang="zh-CN" altLang="en-US" dirty="0" smtClean="0"/>
              <a:t>，记为         或 </a:t>
            </a:r>
          </a:p>
          <a:p>
            <a:pPr marL="0" indent="0" algn="r" eaLnBrk="1" hangingPunct="1">
              <a:lnSpc>
                <a:spcPct val="90000"/>
              </a:lnSpc>
              <a:buFont typeface="Wingdings" pitchFamily="2" charset="2"/>
              <a:buNone/>
            </a:pPr>
            <a:r>
              <a:rPr lang="zh-CN" altLang="en-US" dirty="0" smtClean="0"/>
              <a:t>                                                     </a:t>
            </a:r>
            <a:r>
              <a:rPr lang="en-US" altLang="zh-CN" dirty="0" smtClean="0"/>
              <a:t>(1.22)</a:t>
            </a:r>
          </a:p>
          <a:p>
            <a:pPr marL="0" indent="0" eaLnBrk="1" hangingPunct="1">
              <a:lnSpc>
                <a:spcPct val="90000"/>
              </a:lnSpc>
              <a:buFont typeface="Wingdings" pitchFamily="2" charset="2"/>
              <a:buNone/>
            </a:pPr>
            <a:endParaRPr lang="en-US" altLang="zh-CN" dirty="0" smtClean="0"/>
          </a:p>
          <a:p>
            <a:pPr marL="0" indent="0" eaLnBrk="1" hangingPunct="1">
              <a:lnSpc>
                <a:spcPct val="90000"/>
              </a:lnSpc>
              <a:buFont typeface="Wingdings" pitchFamily="2" charset="2"/>
              <a:buNone/>
            </a:pPr>
            <a:r>
              <a:rPr lang="zh-CN" altLang="en-US" dirty="0" smtClean="0"/>
              <a:t>式中              为矢量             在面元矢量上的投影，如图</a:t>
            </a:r>
            <a:r>
              <a:rPr lang="en-US" altLang="zh-CN" dirty="0" smtClean="0"/>
              <a:t>1.8</a:t>
            </a:r>
            <a:r>
              <a:rPr lang="zh-CN" altLang="en-US" dirty="0" smtClean="0"/>
              <a:t>所示。</a:t>
            </a:r>
          </a:p>
        </p:txBody>
      </p:sp>
      <p:graphicFrame>
        <p:nvGraphicFramePr>
          <p:cNvPr id="49157" name="Object 4"/>
          <p:cNvGraphicFramePr>
            <a:graphicFrameLocks noChangeAspect="1"/>
          </p:cNvGraphicFramePr>
          <p:nvPr>
            <p:extLst>
              <p:ext uri="{D42A27DB-BD31-4B8C-83A1-F6EECF244321}">
                <p14:modId xmlns:p14="http://schemas.microsoft.com/office/powerpoint/2010/main" val="1292022884"/>
              </p:ext>
            </p:extLst>
          </p:nvPr>
        </p:nvGraphicFramePr>
        <p:xfrm>
          <a:off x="4305300" y="843558"/>
          <a:ext cx="914400" cy="334963"/>
        </p:xfrm>
        <a:graphic>
          <a:graphicData uri="http://schemas.openxmlformats.org/presentationml/2006/ole">
            <mc:AlternateContent xmlns:mc="http://schemas.openxmlformats.org/markup-compatibility/2006">
              <mc:Choice xmlns:v="urn:schemas-microsoft-com:vml" Requires="v">
                <p:oleObj spid="_x0000_s49362" name="公式" r:id="rId3" imgW="368140" imgH="177723" progId="Equation.3">
                  <p:embed/>
                </p:oleObj>
              </mc:Choice>
              <mc:Fallback>
                <p:oleObj name="公式" r:id="rId3" imgW="368140" imgH="177723" progId="Equation.3">
                  <p:embed/>
                  <p:pic>
                    <p:nvPicPr>
                      <p:cNvPr id="0" name="Picture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5300" y="843558"/>
                        <a:ext cx="914400" cy="33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59" name="Object 6"/>
          <p:cNvGraphicFramePr>
            <a:graphicFrameLocks noChangeAspect="1"/>
          </p:cNvGraphicFramePr>
          <p:nvPr>
            <p:extLst>
              <p:ext uri="{D42A27DB-BD31-4B8C-83A1-F6EECF244321}">
                <p14:modId xmlns:p14="http://schemas.microsoft.com/office/powerpoint/2010/main" val="1995141135"/>
              </p:ext>
            </p:extLst>
          </p:nvPr>
        </p:nvGraphicFramePr>
        <p:xfrm>
          <a:off x="5759654" y="748010"/>
          <a:ext cx="1295400" cy="384175"/>
        </p:xfrm>
        <a:graphic>
          <a:graphicData uri="http://schemas.openxmlformats.org/presentationml/2006/ole">
            <mc:AlternateContent xmlns:mc="http://schemas.openxmlformats.org/markup-compatibility/2006">
              <mc:Choice xmlns:v="urn:schemas-microsoft-com:vml" Requires="v">
                <p:oleObj spid="_x0000_s49363" name="公式" r:id="rId5" imgW="457002" imgH="177723" progId="Equation.3">
                  <p:embed/>
                </p:oleObj>
              </mc:Choice>
              <mc:Fallback>
                <p:oleObj name="公式" r:id="rId5" imgW="457002" imgH="177723" progId="Equation.3">
                  <p:embed/>
                  <p:pic>
                    <p:nvPicPr>
                      <p:cNvPr id="0" name="Picture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9654" y="748010"/>
                        <a:ext cx="1295400"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61" name="Object 8"/>
          <p:cNvGraphicFramePr>
            <a:graphicFrameLocks noChangeAspect="1"/>
          </p:cNvGraphicFramePr>
          <p:nvPr>
            <p:extLst>
              <p:ext uri="{D42A27DB-BD31-4B8C-83A1-F6EECF244321}">
                <p14:modId xmlns:p14="http://schemas.microsoft.com/office/powerpoint/2010/main" val="197298692"/>
              </p:ext>
            </p:extLst>
          </p:nvPr>
        </p:nvGraphicFramePr>
        <p:xfrm>
          <a:off x="1463216" y="1314847"/>
          <a:ext cx="4038600" cy="957263"/>
        </p:xfrm>
        <a:graphic>
          <a:graphicData uri="http://schemas.openxmlformats.org/presentationml/2006/ole">
            <mc:AlternateContent xmlns:mc="http://schemas.openxmlformats.org/markup-compatibility/2006">
              <mc:Choice xmlns:v="urn:schemas-microsoft-com:vml" Requires="v">
                <p:oleObj spid="_x0000_s49364" name="公式" r:id="rId7" imgW="1422400" imgH="482600" progId="Equation.3">
                  <p:embed/>
                </p:oleObj>
              </mc:Choice>
              <mc:Fallback>
                <p:oleObj name="公式" r:id="rId7" imgW="1422400" imgH="482600" progId="Equation.3">
                  <p:embed/>
                  <p:pic>
                    <p:nvPicPr>
                      <p:cNvPr id="0" name="Picture 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63216" y="1314847"/>
                        <a:ext cx="4038600" cy="957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62" name="Rectangle 12"/>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9163" name="Object 11"/>
          <p:cNvGraphicFramePr>
            <a:graphicFrameLocks noChangeAspect="1"/>
          </p:cNvGraphicFramePr>
          <p:nvPr>
            <p:extLst>
              <p:ext uri="{D42A27DB-BD31-4B8C-83A1-F6EECF244321}">
                <p14:modId xmlns:p14="http://schemas.microsoft.com/office/powerpoint/2010/main" val="4181605330"/>
              </p:ext>
            </p:extLst>
          </p:nvPr>
        </p:nvGraphicFramePr>
        <p:xfrm>
          <a:off x="1691680" y="2734668"/>
          <a:ext cx="1143000" cy="411162"/>
        </p:xfrm>
        <a:graphic>
          <a:graphicData uri="http://schemas.openxmlformats.org/presentationml/2006/ole">
            <mc:AlternateContent xmlns:mc="http://schemas.openxmlformats.org/markup-compatibility/2006">
              <mc:Choice xmlns:v="urn:schemas-microsoft-com:vml" Requires="v">
                <p:oleObj spid="_x0000_s49365" name="公式" r:id="rId9" imgW="457002" imgH="215806" progId="Equation.3">
                  <p:embed/>
                </p:oleObj>
              </mc:Choice>
              <mc:Fallback>
                <p:oleObj name="公式" r:id="rId9" imgW="457002" imgH="215806" progId="Equation.3">
                  <p:embed/>
                  <p:pic>
                    <p:nvPicPr>
                      <p:cNvPr id="0" name="Picture 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91680" y="2734668"/>
                        <a:ext cx="1143000"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64" name="Rectangle 14"/>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9165" name="Object 13"/>
          <p:cNvGraphicFramePr>
            <a:graphicFrameLocks noChangeAspect="1"/>
          </p:cNvGraphicFramePr>
          <p:nvPr>
            <p:extLst>
              <p:ext uri="{D42A27DB-BD31-4B8C-83A1-F6EECF244321}">
                <p14:modId xmlns:p14="http://schemas.microsoft.com/office/powerpoint/2010/main" val="2286678689"/>
              </p:ext>
            </p:extLst>
          </p:nvPr>
        </p:nvGraphicFramePr>
        <p:xfrm>
          <a:off x="4305300" y="2782293"/>
          <a:ext cx="990600" cy="363537"/>
        </p:xfrm>
        <a:graphic>
          <a:graphicData uri="http://schemas.openxmlformats.org/presentationml/2006/ole">
            <mc:AlternateContent xmlns:mc="http://schemas.openxmlformats.org/markup-compatibility/2006">
              <mc:Choice xmlns:v="urn:schemas-microsoft-com:vml" Requires="v">
                <p:oleObj spid="_x0000_s49366" name="公式" r:id="rId11" imgW="368140" imgH="177723" progId="Equation.3">
                  <p:embed/>
                </p:oleObj>
              </mc:Choice>
              <mc:Fallback>
                <p:oleObj name="公式" r:id="rId11" imgW="368140" imgH="177723" progId="Equation.3">
                  <p:embed/>
                  <p:pic>
                    <p:nvPicPr>
                      <p:cNvPr id="0" name="Picture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5300" y="2782293"/>
                        <a:ext cx="990600" cy="363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3"/>
          <p:cNvGraphicFramePr>
            <a:graphicFrameLocks noChangeAspect="1"/>
          </p:cNvGraphicFramePr>
          <p:nvPr>
            <p:extLst>
              <p:ext uri="{D42A27DB-BD31-4B8C-83A1-F6EECF244321}">
                <p14:modId xmlns:p14="http://schemas.microsoft.com/office/powerpoint/2010/main" val="6525045"/>
              </p:ext>
            </p:extLst>
          </p:nvPr>
        </p:nvGraphicFramePr>
        <p:xfrm>
          <a:off x="6679705" y="1596893"/>
          <a:ext cx="2243314" cy="2008644"/>
        </p:xfrm>
        <a:graphic>
          <a:graphicData uri="http://schemas.openxmlformats.org/presentationml/2006/ole">
            <mc:AlternateContent xmlns:mc="http://schemas.openxmlformats.org/markup-compatibility/2006">
              <mc:Choice xmlns:v="urn:schemas-microsoft-com:vml" Requires="v">
                <p:oleObj spid="_x0000_s49367" r:id="rId12" imgW="5790476" imgH="6914286" progId="">
                  <p:embed/>
                </p:oleObj>
              </mc:Choice>
              <mc:Fallback>
                <p:oleObj r:id="rId12" imgW="5790476" imgH="6914286" progId="">
                  <p:embed/>
                  <p:pic>
                    <p:nvPicPr>
                      <p:cNvPr id="50181" name="Object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679705" y="1596893"/>
                        <a:ext cx="2243314" cy="2008644"/>
                      </a:xfrm>
                      <a:prstGeom prst="rect">
                        <a:avLst/>
                      </a:prstGeom>
                      <a:noFill/>
                      <a:extLst/>
                    </p:spPr>
                  </p:pic>
                </p:oleObj>
              </mc:Fallback>
            </mc:AlternateContent>
          </a:graphicData>
        </a:graphic>
      </p:graphicFrame>
      <p:sp>
        <p:nvSpPr>
          <p:cNvPr id="12" name="Rectangle 7"/>
          <p:cNvSpPr>
            <a:spLocks noChangeArrowheads="1"/>
          </p:cNvSpPr>
          <p:nvPr/>
        </p:nvSpPr>
        <p:spPr bwMode="auto">
          <a:xfrm>
            <a:off x="5868144" y="3790324"/>
            <a:ext cx="3492429"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eaLnBrk="1" hangingPunct="1"/>
            <a:r>
              <a:rPr lang="en-US" altLang="zh-CN" sz="2400" b="1" dirty="0">
                <a:solidFill>
                  <a:srgbClr val="000000"/>
                </a:solidFill>
                <a:latin typeface="宋体" pitchFamily="2" charset="-122"/>
                <a:cs typeface="Times New Roman" pitchFamily="18" charset="0"/>
              </a:rPr>
              <a:t>    </a:t>
            </a:r>
            <a:r>
              <a:rPr lang="zh-CN" altLang="en-US" sz="2400" b="1" dirty="0">
                <a:solidFill>
                  <a:srgbClr val="000000"/>
                </a:solidFill>
                <a:latin typeface="宋体" pitchFamily="2" charset="-122"/>
                <a:cs typeface="Times New Roman" pitchFamily="18" charset="0"/>
              </a:rPr>
              <a:t>图</a:t>
            </a:r>
            <a:r>
              <a:rPr lang="en-US" altLang="zh-CN" sz="2400" b="1" dirty="0">
                <a:solidFill>
                  <a:srgbClr val="000000"/>
                </a:solidFill>
                <a:latin typeface="宋体" pitchFamily="2" charset="-122"/>
                <a:cs typeface="Times New Roman" pitchFamily="18" charset="0"/>
              </a:rPr>
              <a:t>1.8       </a:t>
            </a:r>
            <a:r>
              <a:rPr lang="zh-CN" altLang="en-US" sz="2400" b="1" dirty="0">
                <a:solidFill>
                  <a:srgbClr val="000000"/>
                </a:solidFill>
                <a:latin typeface="宋体" pitchFamily="2" charset="-122"/>
              </a:rPr>
              <a:t>在面元上的投影</a:t>
            </a:r>
          </a:p>
          <a:p>
            <a:pPr eaLnBrk="1" hangingPunct="1"/>
            <a:r>
              <a:rPr lang="zh-CN" altLang="en-US" sz="900" dirty="0">
                <a:latin typeface="Times New Roman" pitchFamily="18" charset="0"/>
                <a:cs typeface="Times New Roman" pitchFamily="18" charset="0"/>
              </a:rPr>
              <a:t>   </a:t>
            </a:r>
          </a:p>
        </p:txBody>
      </p:sp>
      <p:graphicFrame>
        <p:nvGraphicFramePr>
          <p:cNvPr id="13" name="Object 9"/>
          <p:cNvGraphicFramePr>
            <a:graphicFrameLocks noChangeAspect="1"/>
          </p:cNvGraphicFramePr>
          <p:nvPr>
            <p:extLst>
              <p:ext uri="{D42A27DB-BD31-4B8C-83A1-F6EECF244321}">
                <p14:modId xmlns:p14="http://schemas.microsoft.com/office/powerpoint/2010/main" val="2758321399"/>
              </p:ext>
            </p:extLst>
          </p:nvPr>
        </p:nvGraphicFramePr>
        <p:xfrm>
          <a:off x="7638327" y="3881437"/>
          <a:ext cx="762000" cy="276225"/>
        </p:xfrm>
        <a:graphic>
          <a:graphicData uri="http://schemas.openxmlformats.org/presentationml/2006/ole">
            <mc:AlternateContent xmlns:mc="http://schemas.openxmlformats.org/markup-compatibility/2006">
              <mc:Choice xmlns:v="urn:schemas-microsoft-com:vml" Requires="v">
                <p:oleObj spid="_x0000_s49368" name="公式" r:id="rId14" imgW="368140" imgH="177723" progId="Equation.3">
                  <p:embed/>
                </p:oleObj>
              </mc:Choice>
              <mc:Fallback>
                <p:oleObj name="公式" r:id="rId14" imgW="368140" imgH="177723" progId="Equation.3">
                  <p:embed/>
                  <p:pic>
                    <p:nvPicPr>
                      <p:cNvPr id="50183"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8327" y="3881437"/>
                        <a:ext cx="762000" cy="27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descr="Rectangle: Click to edit Master text styles&#10;Second level&#10;Third level&#10;Fourth level&#10;Fifth level"/>
          <p:cNvSpPr>
            <a:spLocks noGrp="1" noChangeArrowheads="1"/>
          </p:cNvSpPr>
          <p:nvPr>
            <p:ph type="body" idx="1"/>
          </p:nvPr>
        </p:nvSpPr>
        <p:spPr>
          <a:xfrm>
            <a:off x="838200" y="527050"/>
            <a:ext cx="7772400" cy="3086100"/>
          </a:xfrm>
        </p:spPr>
        <p:txBody>
          <a:bodyPr/>
          <a:lstStyle/>
          <a:p>
            <a:pPr marL="0" indent="0" eaLnBrk="1" hangingPunct="1">
              <a:buFont typeface="Wingdings" pitchFamily="2" charset="2"/>
              <a:buNone/>
            </a:pPr>
            <a:r>
              <a:rPr lang="en-US" altLang="zh-CN" dirty="0" smtClean="0"/>
              <a:t> </a:t>
            </a:r>
          </a:p>
          <a:p>
            <a:pPr marL="0" indent="0" eaLnBrk="1" hangingPunct="1">
              <a:buFont typeface="Wingdings" pitchFamily="2" charset="2"/>
              <a:buNone/>
            </a:pPr>
            <a:r>
              <a:rPr lang="en-US" altLang="zh-CN" dirty="0" smtClean="0"/>
              <a:t>                                                                (1.24)</a:t>
            </a:r>
          </a:p>
          <a:p>
            <a:pPr marL="0" indent="0" eaLnBrk="1" hangingPunct="1">
              <a:buFont typeface="Wingdings" pitchFamily="2" charset="2"/>
              <a:buNone/>
            </a:pPr>
            <a:endParaRPr lang="en-US" altLang="zh-CN" dirty="0" smtClean="0"/>
          </a:p>
          <a:p>
            <a:pPr marL="0" indent="0" eaLnBrk="1" hangingPunct="1">
              <a:buFont typeface="Wingdings" pitchFamily="2" charset="2"/>
              <a:buNone/>
            </a:pPr>
            <a:endParaRPr lang="en-US" altLang="zh-CN" dirty="0" smtClean="0"/>
          </a:p>
          <a:p>
            <a:pPr marL="0" indent="0" eaLnBrk="1" hangingPunct="1">
              <a:buFont typeface="Wingdings" pitchFamily="2" charset="2"/>
              <a:buNone/>
            </a:pPr>
            <a:r>
              <a:rPr lang="en-US" altLang="zh-CN" dirty="0" smtClean="0"/>
              <a:t>        </a:t>
            </a:r>
            <a:r>
              <a:rPr lang="zh-CN" altLang="en-US" dirty="0" smtClean="0"/>
              <a:t>旋度有一个重要的性质，就是它的散度恒等于</a:t>
            </a:r>
            <a:r>
              <a:rPr lang="en-US" altLang="zh-CN" dirty="0" smtClean="0"/>
              <a:t>0</a:t>
            </a:r>
            <a:r>
              <a:rPr lang="zh-CN" altLang="en-US" dirty="0" smtClean="0"/>
              <a:t>。</a:t>
            </a:r>
          </a:p>
          <a:p>
            <a:pPr marL="0" indent="0" eaLnBrk="1" hangingPunct="1">
              <a:buFont typeface="Wingdings" pitchFamily="2" charset="2"/>
              <a:buNone/>
            </a:pPr>
            <a:r>
              <a:rPr lang="zh-CN" altLang="en-US" dirty="0" smtClean="0"/>
              <a:t>                                                                </a:t>
            </a:r>
            <a:r>
              <a:rPr lang="en-US" altLang="zh-CN" dirty="0" smtClean="0"/>
              <a:t>(1.25)</a:t>
            </a:r>
          </a:p>
        </p:txBody>
      </p:sp>
      <p:sp>
        <p:nvSpPr>
          <p:cNvPr id="51203" name="Rectangle 5"/>
          <p:cNvSpPr>
            <a:spLocks noChangeArrowheads="1"/>
          </p:cNvSpPr>
          <p:nvPr/>
        </p:nvSpPr>
        <p:spPr bwMode="auto">
          <a:xfrm>
            <a:off x="0" y="1693863"/>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51204" name="Object 4"/>
          <p:cNvGraphicFramePr>
            <a:graphicFrameLocks noChangeAspect="1"/>
          </p:cNvGraphicFramePr>
          <p:nvPr/>
        </p:nvGraphicFramePr>
        <p:xfrm>
          <a:off x="1143000" y="717550"/>
          <a:ext cx="5638800" cy="1790700"/>
        </p:xfrm>
        <a:graphic>
          <a:graphicData uri="http://schemas.openxmlformats.org/presentationml/2006/ole">
            <mc:AlternateContent xmlns:mc="http://schemas.openxmlformats.org/markup-compatibility/2006">
              <mc:Choice xmlns:v="urn:schemas-microsoft-com:vml" Requires="v">
                <p:oleObj spid="_x0000_s51274" name="公式" r:id="rId3" imgW="2044700" imgH="863600" progId="Equation.3">
                  <p:embed/>
                </p:oleObj>
              </mc:Choice>
              <mc:Fallback>
                <p:oleObj name="公式" r:id="rId3" imgW="2044700" imgH="863600" progId="Equation.3">
                  <p:embed/>
                  <p:pic>
                    <p:nvPicPr>
                      <p:cNvPr id="0" name="Picture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717550"/>
                        <a:ext cx="5638800" cy="179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05" name="Rectangle 7"/>
          <p:cNvSpPr>
            <a:spLocks noChangeArrowheads="1"/>
          </p:cNvSpPr>
          <p:nvPr/>
        </p:nvSpPr>
        <p:spPr bwMode="auto">
          <a:xfrm>
            <a:off x="0" y="-552450"/>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51206" name="Object 6"/>
          <p:cNvGraphicFramePr>
            <a:graphicFrameLocks noChangeAspect="1"/>
          </p:cNvGraphicFramePr>
          <p:nvPr>
            <p:extLst>
              <p:ext uri="{D42A27DB-BD31-4B8C-83A1-F6EECF244321}">
                <p14:modId xmlns:p14="http://schemas.microsoft.com/office/powerpoint/2010/main" val="1248052022"/>
              </p:ext>
            </p:extLst>
          </p:nvPr>
        </p:nvGraphicFramePr>
        <p:xfrm>
          <a:off x="2362200" y="3951288"/>
          <a:ext cx="2819400" cy="461962"/>
        </p:xfrm>
        <a:graphic>
          <a:graphicData uri="http://schemas.openxmlformats.org/presentationml/2006/ole">
            <mc:AlternateContent xmlns:mc="http://schemas.openxmlformats.org/markup-compatibility/2006">
              <mc:Choice xmlns:v="urn:schemas-microsoft-com:vml" Requires="v">
                <p:oleObj spid="_x0000_s51275" name="公式" r:id="rId5" imgW="825142" imgH="177723" progId="Equation.3">
                  <p:embed/>
                </p:oleObj>
              </mc:Choice>
              <mc:Fallback>
                <p:oleObj name="公式" r:id="rId5" imgW="825142" imgH="177723" progId="Equation.3">
                  <p:embed/>
                  <p:pic>
                    <p:nvPicPr>
                      <p:cNvPr id="0" name="Picture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00" y="3951288"/>
                        <a:ext cx="2819400" cy="461962"/>
                      </a:xfrm>
                      <a:prstGeom prst="rect">
                        <a:avLst/>
                      </a:prstGeom>
                      <a:solidFill>
                        <a:schemeClr val="tx2">
                          <a:lumMod val="20000"/>
                          <a:lumOff val="80000"/>
                        </a:schemeClr>
                      </a:solidFill>
                      <a:extLst/>
                    </p:spPr>
                  </p:pic>
                </p:oleObj>
              </mc:Fallback>
            </mc:AlternateContent>
          </a:graphicData>
        </a:graphic>
      </p:graphicFrame>
      <p:sp>
        <p:nvSpPr>
          <p:cNvPr id="2" name="标题 1"/>
          <p:cNvSpPr>
            <a:spLocks noGrp="1"/>
          </p:cNvSpPr>
          <p:nvPr>
            <p:ph type="title"/>
          </p:nvPr>
        </p:nvSpPr>
        <p:spPr/>
        <p:txBody>
          <a:bodyPr/>
          <a:lstStyle/>
          <a:p>
            <a:pPr>
              <a:defRPr/>
            </a:pPr>
            <a:endParaRPr lang="zh-CN" altLang="en-US"/>
          </a:p>
        </p:txBody>
      </p:sp>
      <p:sp>
        <p:nvSpPr>
          <p:cNvPr id="4" name="矩形 3"/>
          <p:cNvSpPr/>
          <p:nvPr/>
        </p:nvSpPr>
        <p:spPr>
          <a:xfrm>
            <a:off x="899592" y="2790676"/>
            <a:ext cx="7632848" cy="1077218"/>
          </a:xfrm>
          <a:prstGeom prst="rect">
            <a:avLst/>
          </a:prstGeom>
          <a:solidFill>
            <a:schemeClr val="accent1">
              <a:lumMod val="20000"/>
              <a:lumOff val="80000"/>
            </a:schemeClr>
          </a:solidFill>
        </p:spPr>
        <p:txBody>
          <a:bodyPr wrap="square">
            <a:spAutoFit/>
          </a:bodyPr>
          <a:lstStyle/>
          <a:p>
            <a:pPr lvl="0" eaLnBrk="1" hangingPunct="1">
              <a:spcBef>
                <a:spcPct val="20000"/>
              </a:spcBef>
              <a:buClr>
                <a:srgbClr val="A50021"/>
              </a:buClr>
              <a:buSzPct val="75000"/>
            </a:pPr>
            <a:r>
              <a:rPr lang="zh-CN" altLang="en-US" sz="3200" b="1" kern="0" dirty="0">
                <a:solidFill>
                  <a:srgbClr val="FF0000"/>
                </a:solidFill>
                <a:latin typeface="Times New Roman"/>
                <a:ea typeface="宋体"/>
              </a:rPr>
              <a:t>旋度</a:t>
            </a:r>
            <a:r>
              <a:rPr lang="zh-CN" altLang="en-US" sz="3200" b="1" kern="0" dirty="0">
                <a:solidFill>
                  <a:srgbClr val="000000"/>
                </a:solidFill>
                <a:latin typeface="Times New Roman"/>
                <a:ea typeface="宋体"/>
              </a:rPr>
              <a:t>有一个重要的性质，就是它</a:t>
            </a:r>
            <a:r>
              <a:rPr lang="zh-CN" altLang="en-US" sz="3200" b="1" kern="0" dirty="0">
                <a:solidFill>
                  <a:srgbClr val="FF0000"/>
                </a:solidFill>
                <a:latin typeface="Times New Roman"/>
                <a:ea typeface="宋体"/>
              </a:rPr>
              <a:t>的散度恒等于</a:t>
            </a:r>
            <a:r>
              <a:rPr lang="en-US" altLang="zh-CN" sz="3200" b="1" kern="0" dirty="0">
                <a:solidFill>
                  <a:srgbClr val="FF0000"/>
                </a:solidFill>
                <a:latin typeface="Times New Roman"/>
                <a:ea typeface="宋体"/>
              </a:rPr>
              <a:t>0</a:t>
            </a:r>
            <a:r>
              <a:rPr lang="zh-CN" altLang="en-US" sz="3200" b="1" kern="0" dirty="0">
                <a:solidFill>
                  <a:srgbClr val="000000"/>
                </a:solidFill>
                <a:latin typeface="Times New Roman"/>
                <a:ea typeface="宋体"/>
              </a:rPr>
              <a:t>。</a:t>
            </a:r>
          </a:p>
        </p:txBody>
      </p:sp>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457200" y="-400050"/>
            <a:ext cx="7772400" cy="857250"/>
          </a:xfrm>
        </p:spPr>
        <p:txBody>
          <a:bodyPr/>
          <a:lstStyle/>
          <a:p>
            <a:pPr eaLnBrk="1" hangingPunct="1">
              <a:defRPr/>
            </a:pPr>
            <a:r>
              <a:rPr lang="en-US" altLang="zh-CN" smtClean="0"/>
              <a:t> </a:t>
            </a:r>
          </a:p>
        </p:txBody>
      </p:sp>
      <p:sp>
        <p:nvSpPr>
          <p:cNvPr id="52227" name="Rectangle 3" descr="Rectangle: Click to edit Master text styles&#10;Second level&#10;Third level&#10;Fourth level&#10;Fifth level"/>
          <p:cNvSpPr>
            <a:spLocks noGrp="1" noChangeArrowheads="1"/>
          </p:cNvSpPr>
          <p:nvPr>
            <p:ph type="body" idx="1"/>
          </p:nvPr>
        </p:nvSpPr>
        <p:spPr>
          <a:xfrm>
            <a:off x="609600" y="209550"/>
            <a:ext cx="7772400" cy="3886200"/>
          </a:xfrm>
        </p:spPr>
        <p:txBody>
          <a:bodyPr/>
          <a:lstStyle/>
          <a:p>
            <a:pPr lvl="1" indent="0" eaLnBrk="1" hangingPunct="1">
              <a:buFont typeface="Wingdings" pitchFamily="2" charset="2"/>
              <a:buNone/>
            </a:pPr>
            <a:r>
              <a:rPr lang="en-US" altLang="zh-CN" dirty="0" smtClean="0">
                <a:latin typeface="隶书" pitchFamily="49" charset="-122"/>
              </a:rPr>
              <a:t>   1.3.3</a:t>
            </a:r>
            <a:r>
              <a:rPr lang="zh-CN" altLang="en-US" dirty="0" smtClean="0">
                <a:latin typeface="隶书" pitchFamily="49" charset="-122"/>
              </a:rPr>
              <a:t>斯托克斯定理</a:t>
            </a:r>
          </a:p>
          <a:p>
            <a:pPr marL="0" indent="0" eaLnBrk="1" hangingPunct="1">
              <a:buFont typeface="Wingdings" pitchFamily="2" charset="2"/>
              <a:buNone/>
            </a:pPr>
            <a:endParaRPr lang="zh-CN" altLang="en-US" dirty="0" smtClean="0">
              <a:latin typeface="隶书" pitchFamily="49" charset="-122"/>
              <a:ea typeface="隶书" pitchFamily="49" charset="-122"/>
            </a:endParaRPr>
          </a:p>
          <a:p>
            <a:pPr marL="0" indent="0" eaLnBrk="1" hangingPunct="1">
              <a:buFont typeface="Wingdings" pitchFamily="2" charset="2"/>
              <a:buNone/>
            </a:pPr>
            <a:endParaRPr lang="en-US" altLang="zh-CN" dirty="0" smtClean="0"/>
          </a:p>
        </p:txBody>
      </p:sp>
      <p:sp>
        <p:nvSpPr>
          <p:cNvPr id="52228" name="Rectangle 5"/>
          <p:cNvSpPr>
            <a:spLocks noChangeArrowheads="1"/>
          </p:cNvSpPr>
          <p:nvPr/>
        </p:nvSpPr>
        <p:spPr bwMode="auto">
          <a:xfrm>
            <a:off x="0" y="1876425"/>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52229" name="Object 4"/>
          <p:cNvGraphicFramePr>
            <a:graphicFrameLocks noChangeAspect="1"/>
          </p:cNvGraphicFramePr>
          <p:nvPr>
            <p:extLst>
              <p:ext uri="{D42A27DB-BD31-4B8C-83A1-F6EECF244321}">
                <p14:modId xmlns:p14="http://schemas.microsoft.com/office/powerpoint/2010/main" val="818805143"/>
              </p:ext>
            </p:extLst>
          </p:nvPr>
        </p:nvGraphicFramePr>
        <p:xfrm>
          <a:off x="1043608" y="1245191"/>
          <a:ext cx="5640388" cy="696913"/>
        </p:xfrm>
        <a:graphic>
          <a:graphicData uri="http://schemas.openxmlformats.org/presentationml/2006/ole">
            <mc:AlternateContent xmlns:mc="http://schemas.openxmlformats.org/markup-compatibility/2006">
              <mc:Choice xmlns:v="urn:schemas-microsoft-com:vml" Requires="v">
                <p:oleObj spid="_x0000_s52263" name="公式" r:id="rId3" imgW="1790640" imgH="291960" progId="Equation.3">
                  <p:embed/>
                </p:oleObj>
              </mc:Choice>
              <mc:Fallback>
                <p:oleObj name="公式" r:id="rId3" imgW="1790640" imgH="291960" progId="Equation.3">
                  <p:embed/>
                  <p:pic>
                    <p:nvPicPr>
                      <p:cNvPr id="0" name="Picture 14"/>
                      <p:cNvPicPr>
                        <a:picLocks noChangeAspect="1" noChangeArrowheads="1"/>
                      </p:cNvPicPr>
                      <p:nvPr/>
                    </p:nvPicPr>
                    <p:blipFill>
                      <a:blip r:embed="rId4"/>
                      <a:srcRect/>
                      <a:stretch>
                        <a:fillRect/>
                      </a:stretch>
                    </p:blipFill>
                    <p:spPr bwMode="auto">
                      <a:xfrm>
                        <a:off x="1043608" y="1245191"/>
                        <a:ext cx="5640388" cy="696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内容占位符 2" descr="Rectangle: Click to edit Master text styles&#10;Second level&#10;Third level&#10;Fourth level&#10;Fifth level"/>
          <p:cNvSpPr txBox="1">
            <a:spLocks/>
          </p:cNvSpPr>
          <p:nvPr/>
        </p:nvSpPr>
        <p:spPr bwMode="auto">
          <a:xfrm>
            <a:off x="611536" y="2211710"/>
            <a:ext cx="77724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A50021"/>
              </a:buClr>
              <a:buSzPct val="75000"/>
              <a:buFont typeface="Wingdings" pitchFamily="2" charset="2"/>
              <a:buChar char="•"/>
              <a:defRPr sz="3200" b="1">
                <a:solidFill>
                  <a:srgbClr val="000000"/>
                </a:solidFill>
                <a:latin typeface="+mn-lt"/>
                <a:ea typeface="+mn-ea"/>
                <a:cs typeface="+mn-cs"/>
              </a:defRPr>
            </a:lvl1pPr>
            <a:lvl2pPr marL="190500" indent="266700" algn="l" rtl="0" eaLnBrk="0" fontAlgn="base" hangingPunct="0">
              <a:spcBef>
                <a:spcPct val="20000"/>
              </a:spcBef>
              <a:spcAft>
                <a:spcPct val="0"/>
              </a:spcAft>
              <a:buClr>
                <a:schemeClr val="accent2"/>
              </a:buClr>
              <a:buSzPct val="75000"/>
              <a:buFont typeface="Wingdings" pitchFamily="2" charset="2"/>
              <a:buChar char="–"/>
              <a:defRPr kumimoji="1" sz="4000" b="1">
                <a:solidFill>
                  <a:schemeClr val="bg2"/>
                </a:solidFill>
                <a:latin typeface="+mn-lt"/>
                <a:ea typeface="隶书" pitchFamily="49" charset="-122"/>
                <a:cs typeface="+mn-cs"/>
              </a:defRPr>
            </a:lvl2pPr>
            <a:lvl3pPr marL="381000" indent="533400" algn="l" rtl="0" eaLnBrk="0" fontAlgn="base" hangingPunct="0">
              <a:spcBef>
                <a:spcPct val="20000"/>
              </a:spcBef>
              <a:spcAft>
                <a:spcPct val="0"/>
              </a:spcAft>
              <a:buClr>
                <a:srgbClr val="666699"/>
              </a:buClr>
              <a:buSzPct val="70000"/>
              <a:buFont typeface="Wingdings" pitchFamily="2" charset="2"/>
              <a:buChar char="•"/>
              <a:defRPr kumimoji="1" sz="3600" b="1">
                <a:solidFill>
                  <a:srgbClr val="FF0066"/>
                </a:solidFill>
                <a:latin typeface="+mn-lt"/>
                <a:ea typeface="华文行楷" pitchFamily="2" charset="-122"/>
                <a:cs typeface="+mn-cs"/>
              </a:defRPr>
            </a:lvl3pPr>
            <a:lvl4pPr marL="571500" indent="800100" algn="l" rtl="0" eaLnBrk="0" fontAlgn="base" hangingPunct="0">
              <a:spcBef>
                <a:spcPct val="20000"/>
              </a:spcBef>
              <a:spcAft>
                <a:spcPct val="0"/>
              </a:spcAft>
              <a:buSzPct val="60000"/>
              <a:buFont typeface="Wingdings" pitchFamily="2" charset="2"/>
              <a:buChar char="–"/>
              <a:defRPr sz="3400" b="1">
                <a:solidFill>
                  <a:srgbClr val="9900CC"/>
                </a:solidFill>
                <a:latin typeface="+mn-lt"/>
                <a:ea typeface="黑体" pitchFamily="2" charset="-122"/>
                <a:cs typeface="+mn-cs"/>
              </a:defRPr>
            </a:lvl4pPr>
            <a:lvl5pPr marL="762000" indent="1066800" algn="l" rtl="0" eaLnBrk="0" fontAlgn="base" hangingPunct="0">
              <a:spcBef>
                <a:spcPct val="20000"/>
              </a:spcBef>
              <a:spcAft>
                <a:spcPct val="0"/>
              </a:spcAft>
              <a:buClr>
                <a:schemeClr val="hlink"/>
              </a:buClr>
              <a:buSzPct val="55000"/>
              <a:buFont typeface="Wingdings" pitchFamily="2" charset="2"/>
              <a:buChar char="»"/>
              <a:defRPr sz="3200" b="1">
                <a:solidFill>
                  <a:srgbClr val="008080"/>
                </a:solidFill>
                <a:effectLst>
                  <a:outerShdw blurRad="38100" dist="38100" dir="2700000" algn="tl">
                    <a:srgbClr val="C0C0C0"/>
                  </a:outerShdw>
                </a:effectLst>
                <a:latin typeface="+mn-lt"/>
                <a:ea typeface="+mn-ea"/>
                <a:cs typeface="+mn-cs"/>
              </a:defRPr>
            </a:lvl5pPr>
            <a:lvl6pPr marL="12192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6pPr>
            <a:lvl7pPr marL="16764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7pPr>
            <a:lvl8pPr marL="21336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8pPr>
            <a:lvl9pPr marL="25908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9pPr>
          </a:lstStyle>
          <a:p>
            <a:r>
              <a:rPr lang="zh-CN" altLang="en-US" kern="0" smtClean="0">
                <a:solidFill>
                  <a:srgbClr val="FF0000"/>
                </a:solidFill>
                <a:latin typeface="Verdana" pitchFamily="34" charset="0"/>
              </a:rPr>
              <a:t>意义</a:t>
            </a:r>
            <a:r>
              <a:rPr lang="zh-CN" altLang="en-US" kern="0" smtClean="0">
                <a:latin typeface="Verdana" pitchFamily="34" charset="0"/>
              </a:rPr>
              <a:t>：矢量场</a:t>
            </a:r>
            <a:r>
              <a:rPr lang="zh-CN" altLang="zh-CN" kern="0" smtClean="0">
                <a:latin typeface="Verdana" pitchFamily="34" charset="0"/>
              </a:rPr>
              <a:t>沿空间任一闭合曲线的环量等于该矢量场的旋度穿过以闭合曲线作为边界曲线的任一开放曲面的通量。</a:t>
            </a:r>
            <a:endParaRPr lang="zh-CN" altLang="en-US" kern="0" smtClean="0">
              <a:latin typeface="Verdana" pitchFamily="34" charset="0"/>
            </a:endParaRPr>
          </a:p>
          <a:p>
            <a:endParaRPr lang="zh-CN" altLang="en-US" kern="0" dirty="0" smtClean="0"/>
          </a:p>
        </p:txBody>
      </p:sp>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609600" y="-668610"/>
            <a:ext cx="7772400" cy="857250"/>
          </a:xfrm>
        </p:spPr>
        <p:txBody>
          <a:bodyPr/>
          <a:lstStyle/>
          <a:p>
            <a:pPr eaLnBrk="1" hangingPunct="1">
              <a:defRPr/>
            </a:pPr>
            <a:r>
              <a:rPr lang="en-US" altLang="zh-CN" smtClean="0"/>
              <a:t> </a:t>
            </a:r>
          </a:p>
        </p:txBody>
      </p:sp>
      <p:sp>
        <p:nvSpPr>
          <p:cNvPr id="55299" name="Rectangle 3" descr="Rectangle: Click to edit Master text styles&#10;Second level&#10;Third level&#10;Fourth level&#10;Fifth level"/>
          <p:cNvSpPr>
            <a:spLocks noGrp="1" noChangeArrowheads="1"/>
          </p:cNvSpPr>
          <p:nvPr>
            <p:ph type="body" idx="1"/>
          </p:nvPr>
        </p:nvSpPr>
        <p:spPr>
          <a:xfrm>
            <a:off x="762000" y="302940"/>
            <a:ext cx="7848600" cy="3314700"/>
          </a:xfrm>
        </p:spPr>
        <p:txBody>
          <a:bodyPr/>
          <a:lstStyle/>
          <a:p>
            <a:pPr marL="952500" lvl="1" indent="-762000" eaLnBrk="1" hangingPunct="1">
              <a:buFont typeface="Wingdings" pitchFamily="2" charset="2"/>
              <a:buNone/>
            </a:pPr>
            <a:r>
              <a:rPr lang="zh-CN" altLang="en-US" sz="3200" dirty="0" smtClean="0">
                <a:solidFill>
                  <a:srgbClr val="000000"/>
                </a:solidFill>
                <a:latin typeface="宋体" pitchFamily="2" charset="-122"/>
                <a:ea typeface="宋体" pitchFamily="2" charset="-122"/>
              </a:rPr>
              <a:t>例</a:t>
            </a:r>
            <a:r>
              <a:rPr lang="en-US" altLang="zh-CN" sz="3200" dirty="0" smtClean="0">
                <a:solidFill>
                  <a:srgbClr val="000000"/>
                </a:solidFill>
                <a:latin typeface="宋体" pitchFamily="2" charset="-122"/>
                <a:ea typeface="宋体" pitchFamily="2" charset="-122"/>
              </a:rPr>
              <a:t>1.4 </a:t>
            </a:r>
            <a:r>
              <a:rPr lang="zh-CN" altLang="en-US" sz="3200" dirty="0" smtClean="0">
                <a:solidFill>
                  <a:srgbClr val="000000"/>
                </a:solidFill>
                <a:latin typeface="宋体" pitchFamily="2" charset="-122"/>
                <a:ea typeface="宋体" pitchFamily="2" charset="-122"/>
              </a:rPr>
              <a:t>已知                   。现有</a:t>
            </a:r>
          </a:p>
          <a:p>
            <a:pPr marL="952500" lvl="1" indent="-762000" eaLnBrk="1" hangingPunct="1">
              <a:buFont typeface="Wingdings" pitchFamily="2" charset="2"/>
              <a:buNone/>
            </a:pPr>
            <a:r>
              <a:rPr lang="zh-CN" altLang="en-US" sz="3200" dirty="0" smtClean="0">
                <a:solidFill>
                  <a:srgbClr val="000000"/>
                </a:solidFill>
                <a:latin typeface="宋体" pitchFamily="2" charset="-122"/>
                <a:ea typeface="宋体" pitchFamily="2" charset="-122"/>
              </a:rPr>
              <a:t>一个在    面内的闭合路径</a:t>
            </a:r>
            <a:r>
              <a:rPr lang="en-US" altLang="zh-CN" sz="3200" dirty="0" smtClean="0">
                <a:solidFill>
                  <a:srgbClr val="000000"/>
                </a:solidFill>
                <a:latin typeface="宋体" pitchFamily="2" charset="-122"/>
                <a:ea typeface="宋体" pitchFamily="2" charset="-122"/>
              </a:rPr>
              <a:t>C</a:t>
            </a:r>
            <a:r>
              <a:rPr lang="zh-CN" altLang="en-US" sz="3200" dirty="0" smtClean="0">
                <a:solidFill>
                  <a:srgbClr val="000000"/>
                </a:solidFill>
                <a:latin typeface="宋体" pitchFamily="2" charset="-122"/>
                <a:ea typeface="宋体" pitchFamily="2" charset="-122"/>
              </a:rPr>
              <a:t>，此闭合路</a:t>
            </a:r>
          </a:p>
          <a:p>
            <a:pPr marL="952500" lvl="1" indent="-762000" eaLnBrk="1" hangingPunct="1">
              <a:buFont typeface="Wingdings" pitchFamily="2" charset="2"/>
              <a:buNone/>
            </a:pPr>
            <a:r>
              <a:rPr lang="zh-CN" altLang="en-US" sz="3200" dirty="0" smtClean="0">
                <a:solidFill>
                  <a:srgbClr val="000000"/>
                </a:solidFill>
                <a:latin typeface="宋体" pitchFamily="2" charset="-122"/>
                <a:ea typeface="宋体" pitchFamily="2" charset="-122"/>
              </a:rPr>
              <a:t>径由      和       之间的一段抛物线</a:t>
            </a:r>
          </a:p>
          <a:p>
            <a:pPr marL="952500" lvl="1" indent="-762000" eaLnBrk="1" hangingPunct="1">
              <a:buFont typeface="Wingdings" pitchFamily="2" charset="2"/>
              <a:buNone/>
            </a:pPr>
            <a:r>
              <a:rPr lang="zh-CN" altLang="en-US" sz="3200" dirty="0" smtClean="0">
                <a:solidFill>
                  <a:srgbClr val="000000"/>
                </a:solidFill>
                <a:latin typeface="宋体" pitchFamily="2" charset="-122"/>
                <a:ea typeface="宋体" pitchFamily="2" charset="-122"/>
              </a:rPr>
              <a:t>      和两段平行于坐标轴的直线组成，</a:t>
            </a:r>
          </a:p>
          <a:p>
            <a:pPr marL="952500" lvl="1" indent="-762000" eaLnBrk="1" hangingPunct="1">
              <a:buFont typeface="Wingdings" pitchFamily="2" charset="2"/>
              <a:buNone/>
            </a:pPr>
            <a:r>
              <a:rPr lang="zh-CN" altLang="en-US" sz="3200" dirty="0" smtClean="0">
                <a:solidFill>
                  <a:srgbClr val="000000"/>
                </a:solidFill>
                <a:latin typeface="宋体" pitchFamily="2" charset="-122"/>
                <a:ea typeface="宋体" pitchFamily="2" charset="-122"/>
              </a:rPr>
              <a:t>如图</a:t>
            </a:r>
            <a:r>
              <a:rPr lang="en-US" altLang="zh-CN" sz="3200" dirty="0" smtClean="0">
                <a:solidFill>
                  <a:srgbClr val="000000"/>
                </a:solidFill>
                <a:latin typeface="宋体" pitchFamily="2" charset="-122"/>
                <a:ea typeface="宋体" pitchFamily="2" charset="-122"/>
              </a:rPr>
              <a:t>1.9</a:t>
            </a:r>
            <a:r>
              <a:rPr lang="zh-CN" altLang="en-US" sz="3200" dirty="0" smtClean="0">
                <a:solidFill>
                  <a:srgbClr val="000000"/>
                </a:solidFill>
                <a:latin typeface="宋体" pitchFamily="2" charset="-122"/>
                <a:ea typeface="宋体" pitchFamily="2" charset="-122"/>
              </a:rPr>
              <a:t>所示。 </a:t>
            </a:r>
          </a:p>
        </p:txBody>
      </p:sp>
      <p:graphicFrame>
        <p:nvGraphicFramePr>
          <p:cNvPr id="55301" name="Object 4"/>
          <p:cNvGraphicFramePr>
            <a:graphicFrameLocks noChangeAspect="1"/>
          </p:cNvGraphicFramePr>
          <p:nvPr>
            <p:extLst>
              <p:ext uri="{D42A27DB-BD31-4B8C-83A1-F6EECF244321}">
                <p14:modId xmlns:p14="http://schemas.microsoft.com/office/powerpoint/2010/main" val="2689800334"/>
              </p:ext>
            </p:extLst>
          </p:nvPr>
        </p:nvGraphicFramePr>
        <p:xfrm>
          <a:off x="3276600" y="450578"/>
          <a:ext cx="3657600" cy="461962"/>
        </p:xfrm>
        <a:graphic>
          <a:graphicData uri="http://schemas.openxmlformats.org/presentationml/2006/ole">
            <mc:AlternateContent xmlns:mc="http://schemas.openxmlformats.org/markup-compatibility/2006">
              <mc:Choice xmlns:v="urn:schemas-microsoft-com:vml" Requires="v">
                <p:oleObj spid="_x0000_s55505" name="公式" r:id="rId3" imgW="1524000" imgH="254000" progId="Equation.3">
                  <p:embed/>
                </p:oleObj>
              </mc:Choice>
              <mc:Fallback>
                <p:oleObj name="公式" r:id="rId3" imgW="1524000" imgH="254000" progId="Equation.3">
                  <p:embed/>
                  <p:pic>
                    <p:nvPicPr>
                      <p:cNvPr id="0" name="Picture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450578"/>
                        <a:ext cx="3657600"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303" name="Object 6"/>
          <p:cNvGraphicFramePr>
            <a:graphicFrameLocks noChangeAspect="1"/>
          </p:cNvGraphicFramePr>
          <p:nvPr>
            <p:extLst>
              <p:ext uri="{D42A27DB-BD31-4B8C-83A1-F6EECF244321}">
                <p14:modId xmlns:p14="http://schemas.microsoft.com/office/powerpoint/2010/main" val="2727835947"/>
              </p:ext>
            </p:extLst>
          </p:nvPr>
        </p:nvGraphicFramePr>
        <p:xfrm>
          <a:off x="2362200" y="1045890"/>
          <a:ext cx="685800" cy="365125"/>
        </p:xfrm>
        <a:graphic>
          <a:graphicData uri="http://schemas.openxmlformats.org/presentationml/2006/ole">
            <mc:AlternateContent xmlns:mc="http://schemas.openxmlformats.org/markup-compatibility/2006">
              <mc:Choice xmlns:v="urn:schemas-microsoft-com:vml" Requires="v">
                <p:oleObj spid="_x0000_s55506" name="公式" r:id="rId5" imgW="228501" imgH="165028" progId="Equation.3">
                  <p:embed/>
                </p:oleObj>
              </mc:Choice>
              <mc:Fallback>
                <p:oleObj name="公式" r:id="rId5" imgW="228501" imgH="165028" progId="Equation.3">
                  <p:embed/>
                  <p:pic>
                    <p:nvPicPr>
                      <p:cNvPr id="0" name="Picture 6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00" y="1045890"/>
                        <a:ext cx="685800"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305" name="Object 8"/>
          <p:cNvGraphicFramePr>
            <a:graphicFrameLocks noChangeAspect="1"/>
          </p:cNvGraphicFramePr>
          <p:nvPr>
            <p:extLst>
              <p:ext uri="{D42A27DB-BD31-4B8C-83A1-F6EECF244321}">
                <p14:modId xmlns:p14="http://schemas.microsoft.com/office/powerpoint/2010/main" val="3628360753"/>
              </p:ext>
            </p:extLst>
          </p:nvPr>
        </p:nvGraphicFramePr>
        <p:xfrm>
          <a:off x="2057400" y="1598340"/>
          <a:ext cx="762000" cy="398463"/>
        </p:xfrm>
        <a:graphic>
          <a:graphicData uri="http://schemas.openxmlformats.org/presentationml/2006/ole">
            <mc:AlternateContent xmlns:mc="http://schemas.openxmlformats.org/markup-compatibility/2006">
              <mc:Choice xmlns:v="urn:schemas-microsoft-com:vml" Requires="v">
                <p:oleObj spid="_x0000_s55507" name="公式" r:id="rId7" imgW="317087" imgH="215619" progId="Equation.3">
                  <p:embed/>
                </p:oleObj>
              </mc:Choice>
              <mc:Fallback>
                <p:oleObj name="公式" r:id="rId7" imgW="317087" imgH="215619" progId="Equation.3">
                  <p:embed/>
                  <p:pic>
                    <p:nvPicPr>
                      <p:cNvPr id="0" name="Picture 6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7400" y="1598340"/>
                        <a:ext cx="762000" cy="398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307" name="Object 10"/>
          <p:cNvGraphicFramePr>
            <a:graphicFrameLocks noChangeAspect="1"/>
          </p:cNvGraphicFramePr>
          <p:nvPr>
            <p:extLst>
              <p:ext uri="{D42A27DB-BD31-4B8C-83A1-F6EECF244321}">
                <p14:modId xmlns:p14="http://schemas.microsoft.com/office/powerpoint/2010/main" val="3779058588"/>
              </p:ext>
            </p:extLst>
          </p:nvPr>
        </p:nvGraphicFramePr>
        <p:xfrm>
          <a:off x="3657600" y="1553890"/>
          <a:ext cx="1066800" cy="425450"/>
        </p:xfrm>
        <a:graphic>
          <a:graphicData uri="http://schemas.openxmlformats.org/presentationml/2006/ole">
            <mc:AlternateContent xmlns:mc="http://schemas.openxmlformats.org/markup-compatibility/2006">
              <mc:Choice xmlns:v="urn:schemas-microsoft-com:vml" Requires="v">
                <p:oleObj spid="_x0000_s55508" name="公式" r:id="rId9" imgW="444307" imgH="241195" progId="Equation.3">
                  <p:embed/>
                </p:oleObj>
              </mc:Choice>
              <mc:Fallback>
                <p:oleObj name="公式" r:id="rId9" imgW="444307" imgH="241195" progId="Equation.3">
                  <p:embed/>
                  <p:pic>
                    <p:nvPicPr>
                      <p:cNvPr id="0" name="Picture 6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7600" y="1553890"/>
                        <a:ext cx="1066800" cy="42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309" name="Object 12"/>
          <p:cNvGraphicFramePr>
            <a:graphicFrameLocks noChangeAspect="1"/>
          </p:cNvGraphicFramePr>
          <p:nvPr>
            <p:extLst>
              <p:ext uri="{D42A27DB-BD31-4B8C-83A1-F6EECF244321}">
                <p14:modId xmlns:p14="http://schemas.microsoft.com/office/powerpoint/2010/main" val="3222707413"/>
              </p:ext>
            </p:extLst>
          </p:nvPr>
        </p:nvGraphicFramePr>
        <p:xfrm>
          <a:off x="990600" y="2207940"/>
          <a:ext cx="1219200" cy="457200"/>
        </p:xfrm>
        <a:graphic>
          <a:graphicData uri="http://schemas.openxmlformats.org/presentationml/2006/ole">
            <mc:AlternateContent xmlns:mc="http://schemas.openxmlformats.org/markup-compatibility/2006">
              <mc:Choice xmlns:v="urn:schemas-microsoft-com:vml" Requires="v">
                <p:oleObj spid="_x0000_s55509" name="公式" r:id="rId11" imgW="457200" imgH="228600" progId="Equation.3">
                  <p:embed/>
                </p:oleObj>
              </mc:Choice>
              <mc:Fallback>
                <p:oleObj name="公式" r:id="rId11" imgW="457200" imgH="228600" progId="Equation.3">
                  <p:embed/>
                  <p:pic>
                    <p:nvPicPr>
                      <p:cNvPr id="0" name="Picture 6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0600" y="2207940"/>
                        <a:ext cx="12192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3"/>
          <p:cNvGraphicFramePr>
            <a:graphicFrameLocks noChangeAspect="1"/>
          </p:cNvGraphicFramePr>
          <p:nvPr>
            <p:extLst>
              <p:ext uri="{D42A27DB-BD31-4B8C-83A1-F6EECF244321}">
                <p14:modId xmlns:p14="http://schemas.microsoft.com/office/powerpoint/2010/main" val="1165161821"/>
              </p:ext>
            </p:extLst>
          </p:nvPr>
        </p:nvGraphicFramePr>
        <p:xfrm>
          <a:off x="4585047" y="3029718"/>
          <a:ext cx="2579241" cy="1633239"/>
        </p:xfrm>
        <a:graphic>
          <a:graphicData uri="http://schemas.openxmlformats.org/presentationml/2006/ole">
            <mc:AlternateContent xmlns:mc="http://schemas.openxmlformats.org/markup-compatibility/2006">
              <mc:Choice xmlns:v="urn:schemas-microsoft-com:vml" Requires="v">
                <p:oleObj spid="_x0000_s55510" r:id="rId13" imgW="11323810" imgH="9561905" progId="">
                  <p:embed/>
                </p:oleObj>
              </mc:Choice>
              <mc:Fallback>
                <p:oleObj r:id="rId13" imgW="11323810" imgH="9561905" progId="">
                  <p:embed/>
                  <p:pic>
                    <p:nvPicPr>
                      <p:cNvPr id="0" name=""/>
                      <p:cNvPicPr>
                        <a:picLocks noGrp="1"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85047" y="3029718"/>
                        <a:ext cx="2579241" cy="1633239"/>
                      </a:xfrm>
                      <a:prstGeom prst="rect">
                        <a:avLst/>
                      </a:prstGeom>
                      <a:noFill/>
                    </p:spPr>
                  </p:pic>
                </p:oleObj>
              </mc:Fallback>
            </mc:AlternateContent>
          </a:graphicData>
        </a:graphic>
      </p:graphicFrame>
      <p:sp>
        <p:nvSpPr>
          <p:cNvPr id="16" name="Rectangle 6"/>
          <p:cNvSpPr>
            <a:spLocks noChangeArrowheads="1"/>
          </p:cNvSpPr>
          <p:nvPr/>
        </p:nvSpPr>
        <p:spPr bwMode="auto">
          <a:xfrm>
            <a:off x="3048000" y="4443958"/>
            <a:ext cx="2667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r>
              <a:rPr lang="en-US" altLang="zh-CN" sz="2400" b="1" dirty="0">
                <a:solidFill>
                  <a:srgbClr val="000000"/>
                </a:solidFill>
                <a:latin typeface="宋体" pitchFamily="2" charset="-122"/>
              </a:rPr>
              <a:t>  </a:t>
            </a:r>
            <a:r>
              <a:rPr lang="zh-CN" altLang="en-US" sz="2400" b="1" dirty="0">
                <a:solidFill>
                  <a:srgbClr val="000000"/>
                </a:solidFill>
                <a:latin typeface="宋体" pitchFamily="2" charset="-122"/>
              </a:rPr>
              <a:t>图</a:t>
            </a:r>
            <a:r>
              <a:rPr lang="en-US" altLang="zh-CN" sz="2400" b="1" dirty="0">
                <a:solidFill>
                  <a:srgbClr val="000000"/>
                </a:solidFill>
                <a:latin typeface="宋体" pitchFamily="2" charset="-122"/>
              </a:rPr>
              <a:t>1.9  </a:t>
            </a:r>
            <a:r>
              <a:rPr lang="zh-CN" altLang="en-US" sz="2400" b="1" dirty="0">
                <a:solidFill>
                  <a:srgbClr val="000000"/>
                </a:solidFill>
                <a:latin typeface="宋体" pitchFamily="2" charset="-122"/>
              </a:rPr>
              <a:t>例</a:t>
            </a:r>
            <a:r>
              <a:rPr lang="en-US" altLang="zh-CN" sz="2400" b="1" dirty="0">
                <a:solidFill>
                  <a:srgbClr val="000000"/>
                </a:solidFill>
                <a:latin typeface="宋体" pitchFamily="2" charset="-122"/>
              </a:rPr>
              <a:t>1.4</a:t>
            </a:r>
            <a:r>
              <a:rPr lang="zh-CN" altLang="en-US" sz="2400" b="1" dirty="0">
                <a:solidFill>
                  <a:srgbClr val="000000"/>
                </a:solidFill>
                <a:latin typeface="宋体" pitchFamily="2" charset="-122"/>
              </a:rPr>
              <a:t>图</a:t>
            </a:r>
          </a:p>
        </p:txBody>
      </p:sp>
      <p:sp>
        <p:nvSpPr>
          <p:cNvPr id="17" name="Arc 18"/>
          <p:cNvSpPr>
            <a:spLocks/>
          </p:cNvSpPr>
          <p:nvPr/>
        </p:nvSpPr>
        <p:spPr bwMode="auto">
          <a:xfrm>
            <a:off x="5580112" y="3435846"/>
            <a:ext cx="393824" cy="304800"/>
          </a:xfrm>
          <a:custGeom>
            <a:avLst/>
            <a:gdLst>
              <a:gd name="G0" fmla="+- 21592 0 0"/>
              <a:gd name="G1" fmla="+- 21600 0 0"/>
              <a:gd name="G2" fmla="+- 21600 0 0"/>
              <a:gd name="T0" fmla="*/ 0 w 43192"/>
              <a:gd name="T1" fmla="*/ 21020 h 43200"/>
              <a:gd name="T2" fmla="*/ 16257 w 43192"/>
              <a:gd name="T3" fmla="*/ 42531 h 43200"/>
              <a:gd name="T4" fmla="*/ 21592 w 43192"/>
              <a:gd name="T5" fmla="*/ 21600 h 43200"/>
            </a:gdLst>
            <a:ahLst/>
            <a:cxnLst>
              <a:cxn ang="0">
                <a:pos x="T0" y="T1"/>
              </a:cxn>
              <a:cxn ang="0">
                <a:pos x="T2" y="T3"/>
              </a:cxn>
              <a:cxn ang="0">
                <a:pos x="T4" y="T5"/>
              </a:cxn>
            </a:cxnLst>
            <a:rect l="0" t="0" r="r" b="b"/>
            <a:pathLst>
              <a:path w="43192" h="43200" fill="none" extrusionOk="0">
                <a:moveTo>
                  <a:pt x="-1" y="21019"/>
                </a:moveTo>
                <a:cubicBezTo>
                  <a:pt x="314" y="9320"/>
                  <a:pt x="9888" y="-1"/>
                  <a:pt x="21592" y="0"/>
                </a:cubicBezTo>
                <a:cubicBezTo>
                  <a:pt x="33521" y="0"/>
                  <a:pt x="43192" y="9670"/>
                  <a:pt x="43192" y="21600"/>
                </a:cubicBezTo>
                <a:cubicBezTo>
                  <a:pt x="43192" y="33529"/>
                  <a:pt x="33521" y="43200"/>
                  <a:pt x="21592" y="43200"/>
                </a:cubicBezTo>
                <a:cubicBezTo>
                  <a:pt x="19792" y="43200"/>
                  <a:pt x="18000" y="42975"/>
                  <a:pt x="16257" y="42530"/>
                </a:cubicBezTo>
              </a:path>
              <a:path w="43192" h="43200" stroke="0" extrusionOk="0">
                <a:moveTo>
                  <a:pt x="-1" y="21019"/>
                </a:moveTo>
                <a:cubicBezTo>
                  <a:pt x="314" y="9320"/>
                  <a:pt x="9888" y="-1"/>
                  <a:pt x="21592" y="0"/>
                </a:cubicBezTo>
                <a:cubicBezTo>
                  <a:pt x="33521" y="0"/>
                  <a:pt x="43192" y="9670"/>
                  <a:pt x="43192" y="21600"/>
                </a:cubicBezTo>
                <a:cubicBezTo>
                  <a:pt x="43192" y="33529"/>
                  <a:pt x="33521" y="43200"/>
                  <a:pt x="21592" y="43200"/>
                </a:cubicBezTo>
                <a:cubicBezTo>
                  <a:pt x="19792" y="43200"/>
                  <a:pt x="18000" y="42975"/>
                  <a:pt x="16257" y="42530"/>
                </a:cubicBezTo>
                <a:lnTo>
                  <a:pt x="21592" y="21600"/>
                </a:lnTo>
                <a:close/>
              </a:path>
            </a:pathLst>
          </a:custGeom>
          <a:solidFill>
            <a:schemeClr val="tx2">
              <a:lumMod val="20000"/>
              <a:lumOff val="80000"/>
            </a:schemeClr>
          </a:solidFill>
          <a:ln w="19050">
            <a:solidFill>
              <a:schemeClr val="bg2">
                <a:lumMod val="50000"/>
              </a:schemeClr>
            </a:solidFill>
            <a:round/>
            <a:headEnd type="triangle" w="med" len="med"/>
            <a:tailEnd/>
          </a:ln>
          <a:effectLst/>
        </p:spPr>
        <p:txBody>
          <a:bodyPr wrap="none" anchor="ctr"/>
          <a:lstStyle/>
          <a:p>
            <a:pPr>
              <a:defRPr/>
            </a:pP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defRPr/>
            </a:pPr>
            <a:r>
              <a:rPr lang="en-US" altLang="zh-CN" smtClean="0"/>
              <a:t> </a:t>
            </a:r>
          </a:p>
        </p:txBody>
      </p:sp>
      <p:sp>
        <p:nvSpPr>
          <p:cNvPr id="57347" name="Rectangle 3" descr="Rectangle: Click to edit Master text styles&#10;Second level&#10;Third level&#10;Fourth level&#10;Fifth level"/>
          <p:cNvSpPr>
            <a:spLocks noGrp="1" noChangeArrowheads="1"/>
          </p:cNvSpPr>
          <p:nvPr>
            <p:ph type="body" idx="1"/>
          </p:nvPr>
        </p:nvSpPr>
        <p:spPr>
          <a:xfrm>
            <a:off x="827584" y="657225"/>
            <a:ext cx="7772400" cy="3086100"/>
          </a:xfrm>
        </p:spPr>
        <p:txBody>
          <a:bodyPr/>
          <a:lstStyle/>
          <a:p>
            <a:pPr marL="0" indent="0" eaLnBrk="1" hangingPunct="1">
              <a:buFont typeface="Wingdings" pitchFamily="2" charset="2"/>
              <a:buNone/>
            </a:pPr>
            <a:r>
              <a:rPr lang="en-US" altLang="zh-CN" dirty="0" smtClean="0"/>
              <a:t>        </a:t>
            </a:r>
            <a:r>
              <a:rPr lang="zh-CN" altLang="en-US" dirty="0" smtClean="0"/>
              <a:t>求：</a:t>
            </a:r>
          </a:p>
          <a:p>
            <a:pPr marL="0" indent="0" eaLnBrk="1" hangingPunct="1">
              <a:buFont typeface="Wingdings" pitchFamily="2" charset="2"/>
              <a:buNone/>
            </a:pPr>
            <a:r>
              <a:rPr lang="zh-CN" altLang="en-US" dirty="0" smtClean="0"/>
              <a:t>     （</a:t>
            </a:r>
            <a:r>
              <a:rPr lang="en-US" altLang="zh-CN" dirty="0" smtClean="0"/>
              <a:t>1</a:t>
            </a:r>
            <a:r>
              <a:rPr lang="zh-CN" altLang="en-US" dirty="0" smtClean="0"/>
              <a:t>）矢量场的</a:t>
            </a:r>
            <a:r>
              <a:rPr lang="en-US" altLang="zh-CN" i="1" dirty="0" smtClean="0"/>
              <a:t>A</a:t>
            </a:r>
            <a:r>
              <a:rPr lang="zh-CN" altLang="en-US" dirty="0" smtClean="0"/>
              <a:t>旋度；    </a:t>
            </a:r>
          </a:p>
          <a:p>
            <a:pPr marL="0" indent="0" eaLnBrk="1" hangingPunct="1">
              <a:buFont typeface="Wingdings" pitchFamily="2" charset="2"/>
              <a:buNone/>
            </a:pPr>
            <a:r>
              <a:rPr lang="zh-CN" altLang="en-US" dirty="0" smtClean="0"/>
              <a:t>     （</a:t>
            </a:r>
            <a:r>
              <a:rPr lang="en-US" altLang="zh-CN" dirty="0" smtClean="0"/>
              <a:t>2</a:t>
            </a:r>
            <a:r>
              <a:rPr lang="zh-CN" altLang="en-US" dirty="0" smtClean="0"/>
              <a:t>）计算环流            。积分区域为如图所示的闭合路径</a:t>
            </a:r>
            <a:r>
              <a:rPr lang="en-US" altLang="zh-CN" i="1" dirty="0" smtClean="0"/>
              <a:t>C</a:t>
            </a:r>
            <a:r>
              <a:rPr lang="zh-CN" altLang="en-US" dirty="0" smtClean="0"/>
              <a:t>； </a:t>
            </a:r>
          </a:p>
          <a:p>
            <a:pPr marL="0" indent="0" eaLnBrk="1" hangingPunct="1">
              <a:buFont typeface="Wingdings" pitchFamily="2" charset="2"/>
              <a:buNone/>
            </a:pPr>
            <a:r>
              <a:rPr lang="zh-CN" altLang="en-US" dirty="0" smtClean="0"/>
              <a:t>     （</a:t>
            </a:r>
            <a:r>
              <a:rPr lang="en-US" altLang="zh-CN" dirty="0" smtClean="0"/>
              <a:t>3</a:t>
            </a:r>
            <a:r>
              <a:rPr lang="zh-CN" altLang="en-US" dirty="0" smtClean="0"/>
              <a:t>）验证斯托克斯定理。</a:t>
            </a:r>
          </a:p>
        </p:txBody>
      </p:sp>
      <p:sp>
        <p:nvSpPr>
          <p:cNvPr id="57348" name="Rectangle 5"/>
          <p:cNvSpPr>
            <a:spLocks noChangeArrowheads="1"/>
          </p:cNvSpPr>
          <p:nvPr/>
        </p:nvSpPr>
        <p:spPr bwMode="auto">
          <a:xfrm>
            <a:off x="0" y="227965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57349" name="Object 4"/>
          <p:cNvGraphicFramePr>
            <a:graphicFrameLocks noChangeAspect="1"/>
          </p:cNvGraphicFramePr>
          <p:nvPr>
            <p:extLst>
              <p:ext uri="{D42A27DB-BD31-4B8C-83A1-F6EECF244321}">
                <p14:modId xmlns:p14="http://schemas.microsoft.com/office/powerpoint/2010/main" val="702873607"/>
              </p:ext>
            </p:extLst>
          </p:nvPr>
        </p:nvGraphicFramePr>
        <p:xfrm>
          <a:off x="4211960" y="1851670"/>
          <a:ext cx="1052314" cy="522287"/>
        </p:xfrm>
        <a:graphic>
          <a:graphicData uri="http://schemas.openxmlformats.org/presentationml/2006/ole">
            <mc:AlternateContent xmlns:mc="http://schemas.openxmlformats.org/markup-compatibility/2006">
              <mc:Choice xmlns:v="urn:schemas-microsoft-com:vml" Requires="v">
                <p:oleObj spid="_x0000_s57406" name="公式" r:id="rId3" imgW="622080" imgH="291960" progId="Equation.3">
                  <p:embed/>
                </p:oleObj>
              </mc:Choice>
              <mc:Fallback>
                <p:oleObj name="公式" r:id="rId3" imgW="622080" imgH="291960" progId="Equation.3">
                  <p:embed/>
                  <p:pic>
                    <p:nvPicPr>
                      <p:cNvPr id="0" name="Picture 14"/>
                      <p:cNvPicPr>
                        <a:picLocks noChangeAspect="1" noChangeArrowheads="1"/>
                      </p:cNvPicPr>
                      <p:nvPr/>
                    </p:nvPicPr>
                    <p:blipFill>
                      <a:blip r:embed="rId4"/>
                      <a:srcRect/>
                      <a:stretch>
                        <a:fillRect/>
                      </a:stretch>
                    </p:blipFill>
                    <p:spPr bwMode="auto">
                      <a:xfrm>
                        <a:off x="4211960" y="1851670"/>
                        <a:ext cx="1052314" cy="522287"/>
                      </a:xfrm>
                      <a:prstGeom prst="rect">
                        <a:avLst/>
                      </a:prstGeom>
                      <a:noFill/>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908275486"/>
              </p:ext>
            </p:extLst>
          </p:nvPr>
        </p:nvGraphicFramePr>
        <p:xfrm>
          <a:off x="6156176" y="2859782"/>
          <a:ext cx="2579688" cy="1633538"/>
        </p:xfrm>
        <a:graphic>
          <a:graphicData uri="http://schemas.openxmlformats.org/presentationml/2006/ole">
            <mc:AlternateContent xmlns:mc="http://schemas.openxmlformats.org/markup-compatibility/2006">
              <mc:Choice xmlns:v="urn:schemas-microsoft-com:vml" Requires="v">
                <p:oleObj spid="_x0000_s57407" r:id="rId5" imgW="11323810" imgH="9561905" progId="">
                  <p:embed/>
                </p:oleObj>
              </mc:Choice>
              <mc:Fallback>
                <p:oleObj r:id="rId5" imgW="11323810" imgH="9561905" progId="">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6176" y="2859782"/>
                        <a:ext cx="2579688" cy="163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defRPr/>
            </a:pPr>
            <a:r>
              <a:rPr lang="en-US" altLang="zh-CN" smtClean="0"/>
              <a:t> </a:t>
            </a:r>
          </a:p>
        </p:txBody>
      </p:sp>
      <p:sp>
        <p:nvSpPr>
          <p:cNvPr id="65539" name="Rectangle 3" descr="Rectangle: Click to edit Master text styles&#10;Second level&#10;Third level&#10;Fourth level&#10;Fifth level"/>
          <p:cNvSpPr>
            <a:spLocks noGrp="1" noChangeArrowheads="1"/>
          </p:cNvSpPr>
          <p:nvPr>
            <p:ph type="body" idx="1"/>
          </p:nvPr>
        </p:nvSpPr>
        <p:spPr>
          <a:xfrm>
            <a:off x="152400" y="98276"/>
            <a:ext cx="7772400" cy="4057650"/>
          </a:xfrm>
        </p:spPr>
        <p:txBody>
          <a:bodyPr/>
          <a:lstStyle/>
          <a:p>
            <a:pPr lvl="1" indent="0" eaLnBrk="1" hangingPunct="1">
              <a:buFont typeface="Wingdings" pitchFamily="2" charset="2"/>
              <a:buNone/>
            </a:pPr>
            <a:r>
              <a:rPr lang="en-US" altLang="zh-CN" dirty="0" smtClean="0">
                <a:latin typeface="隶书" pitchFamily="49" charset="-122"/>
              </a:rPr>
              <a:t>   </a:t>
            </a:r>
            <a:r>
              <a:rPr lang="zh-CN" altLang="en-US" dirty="0" smtClean="0"/>
              <a:t>                                                               </a:t>
            </a:r>
            <a:r>
              <a:rPr lang="en-US" altLang="zh-CN" dirty="0" smtClean="0"/>
              <a:t> </a:t>
            </a:r>
          </a:p>
          <a:p>
            <a:pPr marL="0" indent="0" eaLnBrk="1" hangingPunct="1">
              <a:buFont typeface="Wingdings" pitchFamily="2" charset="2"/>
              <a:buNone/>
            </a:pPr>
            <a:r>
              <a:rPr lang="zh-CN" altLang="en-US" dirty="0" smtClean="0"/>
              <a:t>空间变化</a:t>
            </a:r>
            <a:r>
              <a:rPr lang="zh-CN" altLang="en-US" dirty="0" smtClean="0"/>
              <a:t>率最大的方向为</a:t>
            </a:r>
            <a:r>
              <a:rPr lang="en-US" altLang="zh-CN" dirty="0" smtClean="0"/>
              <a:t>(      ,      ,     ) </a:t>
            </a:r>
          </a:p>
          <a:p>
            <a:pPr marL="0" indent="0" eaLnBrk="1" hangingPunct="1">
              <a:buFont typeface="Wingdings" pitchFamily="2" charset="2"/>
              <a:buNone/>
            </a:pPr>
            <a:r>
              <a:rPr lang="zh-CN" altLang="en-US" dirty="0" smtClean="0"/>
              <a:t>引入    算子，</a:t>
            </a:r>
          </a:p>
          <a:p>
            <a:pPr marL="0" indent="0" eaLnBrk="1" hangingPunct="1">
              <a:buFont typeface="Wingdings" pitchFamily="2" charset="2"/>
              <a:buNone/>
            </a:pPr>
            <a:r>
              <a:rPr lang="zh-CN" altLang="en-US" dirty="0" smtClean="0"/>
              <a:t>                                                                </a:t>
            </a:r>
            <a:r>
              <a:rPr lang="en-US" altLang="zh-CN" dirty="0" smtClean="0"/>
              <a:t>(1.28)</a:t>
            </a:r>
          </a:p>
          <a:p>
            <a:pPr marL="0" indent="0" eaLnBrk="1" hangingPunct="1">
              <a:buFont typeface="Wingdings" pitchFamily="2" charset="2"/>
              <a:buNone/>
            </a:pPr>
            <a:r>
              <a:rPr lang="zh-CN" altLang="en-US" dirty="0" smtClean="0"/>
              <a:t>称为标量场    的</a:t>
            </a:r>
            <a:r>
              <a:rPr lang="zh-CN" altLang="en-US" dirty="0" smtClean="0">
                <a:solidFill>
                  <a:srgbClr val="FF0000"/>
                </a:solidFill>
                <a:latin typeface="黑体" pitchFamily="49" charset="-122"/>
                <a:ea typeface="黑体" pitchFamily="49" charset="-122"/>
              </a:rPr>
              <a:t>梯度</a:t>
            </a:r>
            <a:r>
              <a:rPr lang="zh-CN" altLang="en-US" dirty="0" smtClean="0"/>
              <a:t>，也可用            表示。</a:t>
            </a:r>
          </a:p>
          <a:p>
            <a:pPr marL="0" indent="0" eaLnBrk="1" hangingPunct="1">
              <a:buFont typeface="Wingdings" pitchFamily="2" charset="2"/>
              <a:buNone/>
            </a:pPr>
            <a:r>
              <a:rPr lang="zh-CN" altLang="en-US" dirty="0" smtClean="0">
                <a:solidFill>
                  <a:srgbClr val="FF0000"/>
                </a:solidFill>
              </a:rPr>
              <a:t>梯度是与等值面垂直</a:t>
            </a:r>
            <a:r>
              <a:rPr lang="zh-CN" altLang="en-US" dirty="0" smtClean="0"/>
              <a:t>的一个</a:t>
            </a:r>
            <a:r>
              <a:rPr lang="zh-CN" altLang="en-US" dirty="0" smtClean="0">
                <a:solidFill>
                  <a:srgbClr val="0070C0"/>
                </a:solidFill>
              </a:rPr>
              <a:t>矢量</a:t>
            </a:r>
            <a:r>
              <a:rPr lang="zh-CN" altLang="en-US" dirty="0" smtClean="0"/>
              <a:t>，是沿等值面法向    的变化率。</a:t>
            </a:r>
          </a:p>
        </p:txBody>
      </p:sp>
      <p:sp>
        <p:nvSpPr>
          <p:cNvPr id="65540" name="Rectangle 5"/>
          <p:cNvSpPr>
            <a:spLocks noChangeArrowheads="1"/>
          </p:cNvSpPr>
          <p:nvPr/>
        </p:nvSpPr>
        <p:spPr bwMode="auto">
          <a:xfrm>
            <a:off x="0" y="231933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65541" name="Rectangle 7"/>
          <p:cNvSpPr>
            <a:spLocks noChangeArrowheads="1"/>
          </p:cNvSpPr>
          <p:nvPr/>
        </p:nvSpPr>
        <p:spPr bwMode="auto">
          <a:xfrm>
            <a:off x="0" y="231933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5542" name="Object 6"/>
          <p:cNvGraphicFramePr>
            <a:graphicFrameLocks noChangeAspect="1"/>
          </p:cNvGraphicFramePr>
          <p:nvPr>
            <p:extLst>
              <p:ext uri="{D42A27DB-BD31-4B8C-83A1-F6EECF244321}">
                <p14:modId xmlns:p14="http://schemas.microsoft.com/office/powerpoint/2010/main" val="2893249201"/>
              </p:ext>
            </p:extLst>
          </p:nvPr>
        </p:nvGraphicFramePr>
        <p:xfrm>
          <a:off x="1143000" y="1504007"/>
          <a:ext cx="384175" cy="347663"/>
        </p:xfrm>
        <a:graphic>
          <a:graphicData uri="http://schemas.openxmlformats.org/presentationml/2006/ole">
            <mc:AlternateContent xmlns:mc="http://schemas.openxmlformats.org/markup-compatibility/2006">
              <mc:Choice xmlns:v="urn:schemas-microsoft-com:vml" Requires="v">
                <p:oleObj spid="_x0000_s62709" name="公式" r:id="rId3" imgW="152280" imgH="177480" progId="Equation.3">
                  <p:embed/>
                </p:oleObj>
              </mc:Choice>
              <mc:Fallback>
                <p:oleObj name="公式" r:id="rId3" imgW="152280" imgH="177480" progId="Equation.3">
                  <p:embed/>
                  <p:pic>
                    <p:nvPicPr>
                      <p:cNvPr id="0" name="Picture 20"/>
                      <p:cNvPicPr>
                        <a:picLocks noChangeAspect="1" noChangeArrowheads="1"/>
                      </p:cNvPicPr>
                      <p:nvPr/>
                    </p:nvPicPr>
                    <p:blipFill>
                      <a:blip r:embed="rId4"/>
                      <a:srcRect/>
                      <a:stretch>
                        <a:fillRect/>
                      </a:stretch>
                    </p:blipFill>
                    <p:spPr bwMode="auto">
                      <a:xfrm>
                        <a:off x="1143000" y="1504007"/>
                        <a:ext cx="384175" cy="347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43" name="Rectangle 9"/>
          <p:cNvSpPr>
            <a:spLocks noChangeArrowheads="1"/>
          </p:cNvSpPr>
          <p:nvPr/>
        </p:nvSpPr>
        <p:spPr bwMode="auto">
          <a:xfrm>
            <a:off x="0" y="215900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5544" name="Object 8"/>
          <p:cNvGraphicFramePr>
            <a:graphicFrameLocks noChangeAspect="1"/>
          </p:cNvGraphicFramePr>
          <p:nvPr>
            <p:extLst>
              <p:ext uri="{D42A27DB-BD31-4B8C-83A1-F6EECF244321}">
                <p14:modId xmlns:p14="http://schemas.microsoft.com/office/powerpoint/2010/main" val="114825051"/>
              </p:ext>
            </p:extLst>
          </p:nvPr>
        </p:nvGraphicFramePr>
        <p:xfrm>
          <a:off x="2840831" y="1691580"/>
          <a:ext cx="3259137" cy="592138"/>
        </p:xfrm>
        <a:graphic>
          <a:graphicData uri="http://schemas.openxmlformats.org/presentationml/2006/ole">
            <mc:AlternateContent xmlns:mc="http://schemas.openxmlformats.org/markup-compatibility/2006">
              <mc:Choice xmlns:v="urn:schemas-microsoft-com:vml" Requires="v">
                <p:oleObj spid="_x0000_s62710" name="公式" r:id="rId5" imgW="1765300" imgH="431800" progId="Equation.3">
                  <p:embed/>
                </p:oleObj>
              </mc:Choice>
              <mc:Fallback>
                <p:oleObj name="公式" r:id="rId5" imgW="1765300" imgH="431800" progId="Equation.3">
                  <p:embed/>
                  <p:pic>
                    <p:nvPicPr>
                      <p:cNvPr id="0"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0831" y="1691580"/>
                        <a:ext cx="3259137" cy="592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45" name="Rectangle 11"/>
          <p:cNvSpPr>
            <a:spLocks noChangeArrowheads="1"/>
          </p:cNvSpPr>
          <p:nvPr/>
        </p:nvSpPr>
        <p:spPr bwMode="auto">
          <a:xfrm>
            <a:off x="0" y="11874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5546" name="Object 10"/>
          <p:cNvGraphicFramePr>
            <a:graphicFrameLocks noChangeAspect="1"/>
          </p:cNvGraphicFramePr>
          <p:nvPr>
            <p:extLst>
              <p:ext uri="{D42A27DB-BD31-4B8C-83A1-F6EECF244321}">
                <p14:modId xmlns:p14="http://schemas.microsoft.com/office/powerpoint/2010/main" val="3825200252"/>
              </p:ext>
            </p:extLst>
          </p:nvPr>
        </p:nvGraphicFramePr>
        <p:xfrm>
          <a:off x="2286000" y="2613843"/>
          <a:ext cx="533400" cy="461963"/>
        </p:xfrm>
        <a:graphic>
          <a:graphicData uri="http://schemas.openxmlformats.org/presentationml/2006/ole">
            <mc:AlternateContent xmlns:mc="http://schemas.openxmlformats.org/markup-compatibility/2006">
              <mc:Choice xmlns:v="urn:schemas-microsoft-com:vml" Requires="v">
                <p:oleObj spid="_x0000_s62711" name="公式" r:id="rId7" imgW="126835" imgH="139518" progId="Equation.3">
                  <p:embed/>
                </p:oleObj>
              </mc:Choice>
              <mc:Fallback>
                <p:oleObj name="公式" r:id="rId7" imgW="126835" imgH="139518" progId="Equation.3">
                  <p:embed/>
                  <p:pic>
                    <p:nvPicPr>
                      <p:cNvPr id="0" name="Picture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0" y="2613843"/>
                        <a:ext cx="533400"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47" name="Rectangle 13"/>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5548" name="Object 12"/>
          <p:cNvGraphicFramePr>
            <a:graphicFrameLocks noChangeAspect="1"/>
          </p:cNvGraphicFramePr>
          <p:nvPr>
            <p:extLst>
              <p:ext uri="{D42A27DB-BD31-4B8C-83A1-F6EECF244321}">
                <p14:modId xmlns:p14="http://schemas.microsoft.com/office/powerpoint/2010/main" val="1686741381"/>
              </p:ext>
            </p:extLst>
          </p:nvPr>
        </p:nvGraphicFramePr>
        <p:xfrm>
          <a:off x="5638800" y="2419350"/>
          <a:ext cx="1143000" cy="457200"/>
        </p:xfrm>
        <a:graphic>
          <a:graphicData uri="http://schemas.openxmlformats.org/presentationml/2006/ole">
            <mc:AlternateContent xmlns:mc="http://schemas.openxmlformats.org/markup-compatibility/2006">
              <mc:Choice xmlns:v="urn:schemas-microsoft-com:vml" Requires="v">
                <p:oleObj spid="_x0000_s62712" name="公式" r:id="rId9" imgW="494870" imgH="203024" progId="Equation.3">
                  <p:embed/>
                </p:oleObj>
              </mc:Choice>
              <mc:Fallback>
                <p:oleObj name="公式" r:id="rId9" imgW="494870" imgH="203024" progId="Equation.3">
                  <p:embed/>
                  <p:pic>
                    <p:nvPicPr>
                      <p:cNvPr id="0" name="Picture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38800" y="2419350"/>
                        <a:ext cx="1143000" cy="457200"/>
                      </a:xfrm>
                      <a:prstGeom prst="rect">
                        <a:avLst/>
                      </a:prstGeom>
                      <a:solidFill>
                        <a:srgbClr val="FFFF00"/>
                      </a:solidFill>
                    </p:spPr>
                  </p:pic>
                </p:oleObj>
              </mc:Fallback>
            </mc:AlternateContent>
          </a:graphicData>
        </a:graphic>
      </p:graphicFrame>
      <p:sp>
        <p:nvSpPr>
          <p:cNvPr id="65549" name="Rectangle 24"/>
          <p:cNvSpPr>
            <a:spLocks noChangeArrowheads="1"/>
          </p:cNvSpPr>
          <p:nvPr/>
        </p:nvSpPr>
        <p:spPr bwMode="auto">
          <a:xfrm>
            <a:off x="0" y="113030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5550" name="Object 23"/>
          <p:cNvGraphicFramePr>
            <a:graphicFrameLocks noChangeAspect="1"/>
          </p:cNvGraphicFramePr>
          <p:nvPr>
            <p:extLst>
              <p:ext uri="{D42A27DB-BD31-4B8C-83A1-F6EECF244321}">
                <p14:modId xmlns:p14="http://schemas.microsoft.com/office/powerpoint/2010/main" val="72963992"/>
              </p:ext>
            </p:extLst>
          </p:nvPr>
        </p:nvGraphicFramePr>
        <p:xfrm>
          <a:off x="1905000" y="3748956"/>
          <a:ext cx="388938" cy="334962"/>
        </p:xfrm>
        <a:graphic>
          <a:graphicData uri="http://schemas.openxmlformats.org/presentationml/2006/ole">
            <mc:AlternateContent xmlns:mc="http://schemas.openxmlformats.org/markup-compatibility/2006">
              <mc:Choice xmlns:v="urn:schemas-microsoft-com:vml" Requires="v">
                <p:oleObj spid="_x0000_s62713" name="公式" r:id="rId11" imgW="126835" imgH="139518" progId="Equation.3">
                  <p:embed/>
                </p:oleObj>
              </mc:Choice>
              <mc:Fallback>
                <p:oleObj name="公式" r:id="rId11" imgW="126835" imgH="139518" progId="Equation.3">
                  <p:embed/>
                  <p:pic>
                    <p:nvPicPr>
                      <p:cNvPr id="0" name="Picture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05000" y="3748956"/>
                        <a:ext cx="388938" cy="334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551" name="对象 1"/>
          <p:cNvGraphicFramePr>
            <a:graphicFrameLocks noChangeAspect="1"/>
          </p:cNvGraphicFramePr>
          <p:nvPr>
            <p:extLst>
              <p:ext uri="{D42A27DB-BD31-4B8C-83A1-F6EECF244321}">
                <p14:modId xmlns:p14="http://schemas.microsoft.com/office/powerpoint/2010/main" val="3107746245"/>
              </p:ext>
            </p:extLst>
          </p:nvPr>
        </p:nvGraphicFramePr>
        <p:xfrm>
          <a:off x="5044256" y="987822"/>
          <a:ext cx="254000" cy="431800"/>
        </p:xfrm>
        <a:graphic>
          <a:graphicData uri="http://schemas.openxmlformats.org/presentationml/2006/ole">
            <mc:AlternateContent xmlns:mc="http://schemas.openxmlformats.org/markup-compatibility/2006">
              <mc:Choice xmlns:v="urn:schemas-microsoft-com:vml" Requires="v">
                <p:oleObj spid="_x0000_s62714" name="公式" r:id="rId13" imgW="253890" imgH="431613" progId="Equation.3">
                  <p:embed/>
                </p:oleObj>
              </mc:Choice>
              <mc:Fallback>
                <p:oleObj name="公式" r:id="rId13" imgW="253890" imgH="431613" progId="Equation.3">
                  <p:embed/>
                  <p:pic>
                    <p:nvPicPr>
                      <p:cNvPr id="0" name="Picture 2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44256" y="987822"/>
                        <a:ext cx="2540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552" name="对象 2"/>
          <p:cNvGraphicFramePr>
            <a:graphicFrameLocks noChangeAspect="1"/>
          </p:cNvGraphicFramePr>
          <p:nvPr>
            <p:extLst>
              <p:ext uri="{D42A27DB-BD31-4B8C-83A1-F6EECF244321}">
                <p14:modId xmlns:p14="http://schemas.microsoft.com/office/powerpoint/2010/main" val="97254116"/>
              </p:ext>
            </p:extLst>
          </p:nvPr>
        </p:nvGraphicFramePr>
        <p:xfrm>
          <a:off x="5653856" y="943372"/>
          <a:ext cx="254000" cy="431800"/>
        </p:xfrm>
        <a:graphic>
          <a:graphicData uri="http://schemas.openxmlformats.org/presentationml/2006/ole">
            <mc:AlternateContent xmlns:mc="http://schemas.openxmlformats.org/markup-compatibility/2006">
              <mc:Choice xmlns:v="urn:schemas-microsoft-com:vml" Requires="v">
                <p:oleObj spid="_x0000_s62715" name="公式" r:id="rId15" imgW="253890" imgH="431613" progId="Equation.3">
                  <p:embed/>
                </p:oleObj>
              </mc:Choice>
              <mc:Fallback>
                <p:oleObj name="公式" r:id="rId15" imgW="253890" imgH="431613" progId="Equation.3">
                  <p:embed/>
                  <p:pic>
                    <p:nvPicPr>
                      <p:cNvPr id="0" name="Picture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53856" y="943372"/>
                        <a:ext cx="2540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553" name="对象 3"/>
          <p:cNvGraphicFramePr>
            <a:graphicFrameLocks noChangeAspect="1"/>
          </p:cNvGraphicFramePr>
          <p:nvPr>
            <p:extLst>
              <p:ext uri="{D42A27DB-BD31-4B8C-83A1-F6EECF244321}">
                <p14:modId xmlns:p14="http://schemas.microsoft.com/office/powerpoint/2010/main" val="3462432253"/>
              </p:ext>
            </p:extLst>
          </p:nvPr>
        </p:nvGraphicFramePr>
        <p:xfrm>
          <a:off x="6339656" y="979885"/>
          <a:ext cx="254000" cy="431800"/>
        </p:xfrm>
        <a:graphic>
          <a:graphicData uri="http://schemas.openxmlformats.org/presentationml/2006/ole">
            <mc:AlternateContent xmlns:mc="http://schemas.openxmlformats.org/markup-compatibility/2006">
              <mc:Choice xmlns:v="urn:schemas-microsoft-com:vml" Requires="v">
                <p:oleObj spid="_x0000_s62716" name="公式" r:id="rId17" imgW="253890" imgH="431613" progId="Equation.3">
                  <p:embed/>
                </p:oleObj>
              </mc:Choice>
              <mc:Fallback>
                <p:oleObj name="公式" r:id="rId17" imgW="253890" imgH="431613" progId="Equation.3">
                  <p:embed/>
                  <p:pic>
                    <p:nvPicPr>
                      <p:cNvPr id="0" name="Picture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339656" y="979885"/>
                        <a:ext cx="2540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554" name="对象 4"/>
          <p:cNvGraphicFramePr>
            <a:graphicFrameLocks noChangeAspect="1"/>
          </p:cNvGraphicFramePr>
          <p:nvPr>
            <p:extLst>
              <p:ext uri="{D42A27DB-BD31-4B8C-83A1-F6EECF244321}">
                <p14:modId xmlns:p14="http://schemas.microsoft.com/office/powerpoint/2010/main" val="3494020927"/>
              </p:ext>
            </p:extLst>
          </p:nvPr>
        </p:nvGraphicFramePr>
        <p:xfrm>
          <a:off x="7254056" y="965597"/>
          <a:ext cx="1422400" cy="431800"/>
        </p:xfrm>
        <a:graphic>
          <a:graphicData uri="http://schemas.openxmlformats.org/presentationml/2006/ole">
            <mc:AlternateContent xmlns:mc="http://schemas.openxmlformats.org/markup-compatibility/2006">
              <mc:Choice xmlns:v="urn:schemas-microsoft-com:vml" Requires="v">
                <p:oleObj spid="_x0000_s62717" name="公式" r:id="rId19" imgW="1422400" imgH="431800" progId="Equation.3">
                  <p:embed/>
                </p:oleObj>
              </mc:Choice>
              <mc:Fallback>
                <p:oleObj name="公式" r:id="rId19" imgW="1422400" imgH="431800" progId="Equation.3">
                  <p:embed/>
                  <p:pic>
                    <p:nvPicPr>
                      <p:cNvPr id="0" name="Picture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254056" y="965597"/>
                        <a:ext cx="14224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右箭头 5"/>
          <p:cNvSpPr/>
          <p:nvPr/>
        </p:nvSpPr>
        <p:spPr>
          <a:xfrm>
            <a:off x="6911156" y="1105297"/>
            <a:ext cx="2286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标题 1"/>
          <p:cNvSpPr txBox="1">
            <a:spLocks/>
          </p:cNvSpPr>
          <p:nvPr/>
        </p:nvSpPr>
        <p:spPr bwMode="auto">
          <a:xfrm>
            <a:off x="328704" y="-92514"/>
            <a:ext cx="7772400" cy="857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2pPr>
            <a:lvl3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3pPr>
            <a:lvl4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4pPr>
            <a:lvl5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5pPr>
            <a:lvl6pPr marL="4572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6pPr>
            <a:lvl7pPr marL="9144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7pPr>
            <a:lvl8pPr marL="13716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8pPr>
            <a:lvl9pPr marL="18288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9pPr>
          </a:lstStyle>
          <a:p>
            <a:pPr marL="0" lvl="1">
              <a:defRPr/>
            </a:pPr>
            <a:r>
              <a:rPr lang="en-US" altLang="zh-CN" kern="0" smtClean="0">
                <a:latin typeface="隶书" pitchFamily="49" charset="-122"/>
              </a:rPr>
              <a:t>1.4</a:t>
            </a:r>
            <a:r>
              <a:rPr lang="zh-CN" altLang="en-US" kern="0" smtClean="0">
                <a:latin typeface="隶书" pitchFamily="49" charset="-122"/>
              </a:rPr>
              <a:t>标量场的梯度</a:t>
            </a:r>
            <a:endParaRPr lang="zh-CN" altLang="en-US" kern="0" dirty="0"/>
          </a:p>
        </p:txBody>
      </p:sp>
    </p:spTree>
    <p:extLst>
      <p:ext uri="{BB962C8B-B14F-4D97-AF65-F5344CB8AC3E}">
        <p14:creationId xmlns:p14="http://schemas.microsoft.com/office/powerpoint/2010/main" val="3228873373"/>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371600" y="228600"/>
            <a:ext cx="6172200" cy="857250"/>
          </a:xfrm>
        </p:spPr>
        <p:txBody>
          <a:bodyPr/>
          <a:lstStyle/>
          <a:p>
            <a:pPr eaLnBrk="1" hangingPunct="1"/>
            <a:r>
              <a:rPr lang="en-US" altLang="zh-CN" dirty="0" smtClean="0">
                <a:solidFill>
                  <a:schemeClr val="bg2"/>
                </a:solidFill>
                <a:effectLst/>
                <a:latin typeface="隶书" pitchFamily="49" charset="-122"/>
                <a:ea typeface="隶书" pitchFamily="49" charset="-122"/>
              </a:rPr>
              <a:t>1.4.3 </a:t>
            </a:r>
            <a:r>
              <a:rPr lang="zh-CN" altLang="en-US" dirty="0" smtClean="0">
                <a:solidFill>
                  <a:schemeClr val="bg2"/>
                </a:solidFill>
                <a:effectLst/>
                <a:latin typeface="隶书" pitchFamily="49" charset="-122"/>
                <a:ea typeface="隶书" pitchFamily="49" charset="-122"/>
              </a:rPr>
              <a:t>标量场的方向导数</a:t>
            </a:r>
          </a:p>
        </p:txBody>
      </p:sp>
      <p:sp>
        <p:nvSpPr>
          <p:cNvPr id="66563" name="Rectangle 3" descr="Rectangle: Click to edit Master text styles&#10;Second level&#10;Third level&#10;Fourth level&#10;Fifth level"/>
          <p:cNvSpPr>
            <a:spLocks noGrp="1" noChangeArrowheads="1"/>
          </p:cNvSpPr>
          <p:nvPr>
            <p:ph type="body" idx="1"/>
          </p:nvPr>
        </p:nvSpPr>
        <p:spPr>
          <a:xfrm>
            <a:off x="762000" y="843558"/>
            <a:ext cx="7772400" cy="3086100"/>
          </a:xfrm>
        </p:spPr>
        <p:txBody>
          <a:bodyPr/>
          <a:lstStyle/>
          <a:p>
            <a:pPr marL="0" indent="0" eaLnBrk="1" hangingPunct="1">
              <a:buFont typeface="Wingdings" pitchFamily="2" charset="2"/>
              <a:buNone/>
            </a:pPr>
            <a:endParaRPr lang="en-US" altLang="zh-CN" dirty="0" smtClean="0"/>
          </a:p>
          <a:p>
            <a:pPr marL="0" indent="0" eaLnBrk="1" hangingPunct="1">
              <a:buFont typeface="Wingdings" pitchFamily="2" charset="2"/>
              <a:buNone/>
            </a:pPr>
            <a:r>
              <a:rPr lang="en-US" altLang="zh-CN" dirty="0" smtClean="0"/>
              <a:t>     </a:t>
            </a:r>
            <a:r>
              <a:rPr lang="zh-CN" altLang="en-US" dirty="0" smtClean="0"/>
              <a:t>   沿     方向的变化率，称为标量场      沿    方向的</a:t>
            </a:r>
            <a:r>
              <a:rPr lang="zh-CN" altLang="en-US" dirty="0" smtClean="0">
                <a:solidFill>
                  <a:srgbClr val="FF0000"/>
                </a:solidFill>
              </a:rPr>
              <a:t>方向导数</a:t>
            </a:r>
            <a:r>
              <a:rPr lang="zh-CN" altLang="en-US" dirty="0" smtClean="0"/>
              <a:t>，记为      。</a:t>
            </a:r>
          </a:p>
          <a:p>
            <a:pPr marL="0" indent="0" eaLnBrk="1" hangingPunct="1">
              <a:buFont typeface="Wingdings" pitchFamily="2" charset="2"/>
              <a:buNone/>
            </a:pPr>
            <a:endParaRPr lang="zh-CN" altLang="en-US" dirty="0" smtClean="0"/>
          </a:p>
          <a:p>
            <a:pPr marL="0" indent="0" eaLnBrk="1" hangingPunct="1">
              <a:buFont typeface="Wingdings" pitchFamily="2" charset="2"/>
              <a:buNone/>
            </a:pPr>
            <a:r>
              <a:rPr lang="en-US" altLang="zh-CN" dirty="0" smtClean="0"/>
              <a:t> </a:t>
            </a:r>
          </a:p>
        </p:txBody>
      </p:sp>
      <p:sp>
        <p:nvSpPr>
          <p:cNvPr id="66564" name="Rectangle 5"/>
          <p:cNvSpPr>
            <a:spLocks noChangeArrowheads="1"/>
          </p:cNvSpPr>
          <p:nvPr/>
        </p:nvSpPr>
        <p:spPr bwMode="auto">
          <a:xfrm>
            <a:off x="0" y="2225675"/>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6565" name="Object 4"/>
          <p:cNvGraphicFramePr>
            <a:graphicFrameLocks noChangeAspect="1"/>
          </p:cNvGraphicFramePr>
          <p:nvPr>
            <p:extLst>
              <p:ext uri="{D42A27DB-BD31-4B8C-83A1-F6EECF244321}">
                <p14:modId xmlns:p14="http://schemas.microsoft.com/office/powerpoint/2010/main" val="3469550616"/>
              </p:ext>
            </p:extLst>
          </p:nvPr>
        </p:nvGraphicFramePr>
        <p:xfrm>
          <a:off x="5778500" y="1851670"/>
          <a:ext cx="519113" cy="617537"/>
        </p:xfrm>
        <a:graphic>
          <a:graphicData uri="http://schemas.openxmlformats.org/presentationml/2006/ole">
            <mc:AlternateContent xmlns:mc="http://schemas.openxmlformats.org/markup-compatibility/2006">
              <mc:Choice xmlns:v="urn:schemas-microsoft-com:vml" Requires="v">
                <p:oleObj spid="_x0000_s63628" name="公式" r:id="rId3" imgW="266400" imgH="431640" progId="Equation.3">
                  <p:embed/>
                </p:oleObj>
              </mc:Choice>
              <mc:Fallback>
                <p:oleObj name="公式" r:id="rId3" imgW="266400" imgH="431640" progId="Equation.3">
                  <p:embed/>
                  <p:pic>
                    <p:nvPicPr>
                      <p:cNvPr id="0" name="Picture 12"/>
                      <p:cNvPicPr>
                        <a:picLocks noChangeAspect="1" noChangeArrowheads="1"/>
                      </p:cNvPicPr>
                      <p:nvPr/>
                    </p:nvPicPr>
                    <p:blipFill>
                      <a:blip r:embed="rId4"/>
                      <a:srcRect/>
                      <a:stretch>
                        <a:fillRect/>
                      </a:stretch>
                    </p:blipFill>
                    <p:spPr bwMode="auto">
                      <a:xfrm>
                        <a:off x="5778500" y="1851670"/>
                        <a:ext cx="519113" cy="617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66" name="Rectangle 7"/>
          <p:cNvSpPr>
            <a:spLocks noChangeArrowheads="1"/>
          </p:cNvSpPr>
          <p:nvPr/>
        </p:nvSpPr>
        <p:spPr bwMode="auto">
          <a:xfrm>
            <a:off x="0" y="2333625"/>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6567" name="Object 6"/>
          <p:cNvGraphicFramePr>
            <a:graphicFrameLocks noChangeAspect="1"/>
          </p:cNvGraphicFramePr>
          <p:nvPr>
            <p:extLst>
              <p:ext uri="{D42A27DB-BD31-4B8C-83A1-F6EECF244321}">
                <p14:modId xmlns:p14="http://schemas.microsoft.com/office/powerpoint/2010/main" val="1330050984"/>
              </p:ext>
            </p:extLst>
          </p:nvPr>
        </p:nvGraphicFramePr>
        <p:xfrm>
          <a:off x="1143000" y="1491630"/>
          <a:ext cx="392113" cy="339725"/>
        </p:xfrm>
        <a:graphic>
          <a:graphicData uri="http://schemas.openxmlformats.org/presentationml/2006/ole">
            <mc:AlternateContent xmlns:mc="http://schemas.openxmlformats.org/markup-compatibility/2006">
              <mc:Choice xmlns:v="urn:schemas-microsoft-com:vml" Requires="v">
                <p:oleObj spid="_x0000_s63629" name="公式" r:id="rId5" imgW="126835" imgH="139518" progId="Equation.3">
                  <p:embed/>
                </p:oleObj>
              </mc:Choice>
              <mc:Fallback>
                <p:oleObj name="公式" r:id="rId5" imgW="126835" imgH="139518" progId="Equation.3">
                  <p:embed/>
                  <p:pic>
                    <p:nvPicPr>
                      <p:cNvPr id="0"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1491630"/>
                        <a:ext cx="392113"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68" name="Rectangle 9"/>
          <p:cNvSpPr>
            <a:spLocks noChangeArrowheads="1"/>
          </p:cNvSpPr>
          <p:nvPr/>
        </p:nvSpPr>
        <p:spPr bwMode="auto">
          <a:xfrm>
            <a:off x="0" y="231933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6569" name="Object 8"/>
          <p:cNvGraphicFramePr>
            <a:graphicFrameLocks noChangeAspect="1"/>
          </p:cNvGraphicFramePr>
          <p:nvPr>
            <p:extLst>
              <p:ext uri="{D42A27DB-BD31-4B8C-83A1-F6EECF244321}">
                <p14:modId xmlns:p14="http://schemas.microsoft.com/office/powerpoint/2010/main" val="1489533760"/>
              </p:ext>
            </p:extLst>
          </p:nvPr>
        </p:nvGraphicFramePr>
        <p:xfrm>
          <a:off x="2254250" y="1510410"/>
          <a:ext cx="214313" cy="327025"/>
        </p:xfrm>
        <a:graphic>
          <a:graphicData uri="http://schemas.openxmlformats.org/presentationml/2006/ole">
            <mc:AlternateContent xmlns:mc="http://schemas.openxmlformats.org/markup-compatibility/2006">
              <mc:Choice xmlns:v="urn:schemas-microsoft-com:vml" Requires="v">
                <p:oleObj spid="_x0000_s63630" name="公式" r:id="rId7" imgW="88560" imgH="177480" progId="Equation.3">
                  <p:embed/>
                </p:oleObj>
              </mc:Choice>
              <mc:Fallback>
                <p:oleObj name="公式" r:id="rId7" imgW="88560" imgH="177480" progId="Equation.3">
                  <p:embed/>
                  <p:pic>
                    <p:nvPicPr>
                      <p:cNvPr id="0"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54250" y="1510410"/>
                        <a:ext cx="214313" cy="32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70" name="Rectangle 11"/>
          <p:cNvSpPr>
            <a:spLocks noChangeArrowheads="1"/>
          </p:cNvSpPr>
          <p:nvPr/>
        </p:nvSpPr>
        <p:spPr bwMode="auto">
          <a:xfrm>
            <a:off x="0" y="2333625"/>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6571" name="Object 10"/>
          <p:cNvGraphicFramePr>
            <a:graphicFrameLocks noChangeAspect="1"/>
          </p:cNvGraphicFramePr>
          <p:nvPr>
            <p:extLst>
              <p:ext uri="{D42A27DB-BD31-4B8C-83A1-F6EECF244321}">
                <p14:modId xmlns:p14="http://schemas.microsoft.com/office/powerpoint/2010/main" val="515426626"/>
              </p:ext>
            </p:extLst>
          </p:nvPr>
        </p:nvGraphicFramePr>
        <p:xfrm>
          <a:off x="7620000" y="1645866"/>
          <a:ext cx="322263" cy="277812"/>
        </p:xfrm>
        <a:graphic>
          <a:graphicData uri="http://schemas.openxmlformats.org/presentationml/2006/ole">
            <mc:AlternateContent xmlns:mc="http://schemas.openxmlformats.org/markup-compatibility/2006">
              <mc:Choice xmlns:v="urn:schemas-microsoft-com:vml" Requires="v">
                <p:oleObj spid="_x0000_s63631" name="公式" r:id="rId9" imgW="126835" imgH="139518" progId="Equation.3">
                  <p:embed/>
                </p:oleObj>
              </mc:Choice>
              <mc:Fallback>
                <p:oleObj name="公式" r:id="rId9" imgW="126835" imgH="139518" progId="Equation.3">
                  <p:embed/>
                  <p:pic>
                    <p:nvPicPr>
                      <p:cNvPr id="0"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0" y="1645866"/>
                        <a:ext cx="322263" cy="277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72" name="Rectangle 13"/>
          <p:cNvSpPr>
            <a:spLocks noChangeArrowheads="1"/>
          </p:cNvSpPr>
          <p:nvPr/>
        </p:nvSpPr>
        <p:spPr bwMode="auto">
          <a:xfrm>
            <a:off x="0" y="231933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6573" name="Object 12"/>
          <p:cNvGraphicFramePr>
            <a:graphicFrameLocks noChangeAspect="1"/>
          </p:cNvGraphicFramePr>
          <p:nvPr>
            <p:extLst>
              <p:ext uri="{D42A27DB-BD31-4B8C-83A1-F6EECF244321}">
                <p14:modId xmlns:p14="http://schemas.microsoft.com/office/powerpoint/2010/main" val="1008917833"/>
              </p:ext>
            </p:extLst>
          </p:nvPr>
        </p:nvGraphicFramePr>
        <p:xfrm>
          <a:off x="1371600" y="1993010"/>
          <a:ext cx="215900" cy="342900"/>
        </p:xfrm>
        <a:graphic>
          <a:graphicData uri="http://schemas.openxmlformats.org/presentationml/2006/ole">
            <mc:AlternateContent xmlns:mc="http://schemas.openxmlformats.org/markup-compatibility/2006">
              <mc:Choice xmlns:v="urn:schemas-microsoft-com:vml" Requires="v">
                <p:oleObj spid="_x0000_s63632" name="公式" r:id="rId10" imgW="88669" imgH="177338" progId="Equation.3">
                  <p:embed/>
                </p:oleObj>
              </mc:Choice>
              <mc:Fallback>
                <p:oleObj name="公式" r:id="rId10" imgW="88669" imgH="177338" progId="Equation.3">
                  <p:embed/>
                  <p:pic>
                    <p:nvPicPr>
                      <p:cNvPr id="0" name="Picture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71600" y="1993010"/>
                        <a:ext cx="2159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74" name="Rectangle 15"/>
          <p:cNvSpPr>
            <a:spLocks noChangeArrowheads="1"/>
          </p:cNvSpPr>
          <p:nvPr/>
        </p:nvSpPr>
        <p:spPr bwMode="auto">
          <a:xfrm>
            <a:off x="0" y="2225675"/>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15" name="内容占位符 2"/>
          <p:cNvSpPr txBox="1">
            <a:spLocks/>
          </p:cNvSpPr>
          <p:nvPr/>
        </p:nvSpPr>
        <p:spPr bwMode="auto">
          <a:xfrm>
            <a:off x="762000" y="3363838"/>
            <a:ext cx="7772400" cy="2324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A50021"/>
              </a:buClr>
              <a:buSzPct val="75000"/>
              <a:buFont typeface="Wingdings" pitchFamily="2" charset="2"/>
              <a:buChar char="•"/>
              <a:defRPr sz="3200" b="1">
                <a:solidFill>
                  <a:srgbClr val="000000"/>
                </a:solidFill>
                <a:latin typeface="+mn-lt"/>
                <a:ea typeface="+mn-ea"/>
                <a:cs typeface="+mn-cs"/>
              </a:defRPr>
            </a:lvl1pPr>
            <a:lvl2pPr marL="190500" indent="266700" algn="l" rtl="0" eaLnBrk="0" fontAlgn="base" hangingPunct="0">
              <a:spcBef>
                <a:spcPct val="20000"/>
              </a:spcBef>
              <a:spcAft>
                <a:spcPct val="0"/>
              </a:spcAft>
              <a:buClr>
                <a:schemeClr val="accent2"/>
              </a:buClr>
              <a:buSzPct val="75000"/>
              <a:buFont typeface="Wingdings" pitchFamily="2" charset="2"/>
              <a:buChar char="–"/>
              <a:defRPr kumimoji="1" sz="4000" b="1">
                <a:solidFill>
                  <a:schemeClr val="bg2"/>
                </a:solidFill>
                <a:latin typeface="+mn-lt"/>
                <a:ea typeface="隶书" pitchFamily="49" charset="-122"/>
                <a:cs typeface="+mn-cs"/>
              </a:defRPr>
            </a:lvl2pPr>
            <a:lvl3pPr marL="381000" indent="533400" algn="l" rtl="0" eaLnBrk="0" fontAlgn="base" hangingPunct="0">
              <a:spcBef>
                <a:spcPct val="20000"/>
              </a:spcBef>
              <a:spcAft>
                <a:spcPct val="0"/>
              </a:spcAft>
              <a:buClr>
                <a:srgbClr val="666699"/>
              </a:buClr>
              <a:buSzPct val="70000"/>
              <a:buFont typeface="Wingdings" pitchFamily="2" charset="2"/>
              <a:buChar char="•"/>
              <a:defRPr kumimoji="1" sz="3600" b="1">
                <a:solidFill>
                  <a:srgbClr val="FF0066"/>
                </a:solidFill>
                <a:latin typeface="+mn-lt"/>
                <a:ea typeface="华文行楷" pitchFamily="2" charset="-122"/>
                <a:cs typeface="+mn-cs"/>
              </a:defRPr>
            </a:lvl3pPr>
            <a:lvl4pPr marL="571500" indent="800100" algn="l" rtl="0" eaLnBrk="0" fontAlgn="base" hangingPunct="0">
              <a:spcBef>
                <a:spcPct val="20000"/>
              </a:spcBef>
              <a:spcAft>
                <a:spcPct val="0"/>
              </a:spcAft>
              <a:buSzPct val="60000"/>
              <a:buFont typeface="Wingdings" pitchFamily="2" charset="2"/>
              <a:buChar char="–"/>
              <a:defRPr sz="3400" b="1">
                <a:solidFill>
                  <a:srgbClr val="9900CC"/>
                </a:solidFill>
                <a:latin typeface="+mn-lt"/>
                <a:ea typeface="黑体" pitchFamily="2" charset="-122"/>
                <a:cs typeface="+mn-cs"/>
              </a:defRPr>
            </a:lvl4pPr>
            <a:lvl5pPr marL="762000" indent="1066800" algn="l" rtl="0" eaLnBrk="0" fontAlgn="base" hangingPunct="0">
              <a:spcBef>
                <a:spcPct val="20000"/>
              </a:spcBef>
              <a:spcAft>
                <a:spcPct val="0"/>
              </a:spcAft>
              <a:buClr>
                <a:schemeClr val="hlink"/>
              </a:buClr>
              <a:buSzPct val="55000"/>
              <a:buFont typeface="Wingdings" pitchFamily="2" charset="2"/>
              <a:buChar char="»"/>
              <a:defRPr sz="3200" b="1">
                <a:solidFill>
                  <a:srgbClr val="008080"/>
                </a:solidFill>
                <a:effectLst>
                  <a:outerShdw blurRad="38100" dist="38100" dir="2700000" algn="tl">
                    <a:srgbClr val="C0C0C0"/>
                  </a:outerShdw>
                </a:effectLst>
                <a:latin typeface="+mn-lt"/>
                <a:ea typeface="+mn-ea"/>
                <a:cs typeface="+mn-cs"/>
              </a:defRPr>
            </a:lvl5pPr>
            <a:lvl6pPr marL="12192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6pPr>
            <a:lvl7pPr marL="16764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7pPr>
            <a:lvl8pPr marL="21336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8pPr>
            <a:lvl9pPr marL="25908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9pPr>
          </a:lstStyle>
          <a:p>
            <a:pPr marL="0" indent="0">
              <a:buFont typeface="Wingdings" pitchFamily="2" charset="2"/>
              <a:buNone/>
            </a:pPr>
            <a:r>
              <a:rPr lang="zh-CN" altLang="en-US" kern="0" dirty="0" smtClean="0"/>
              <a:t>标量场 </a:t>
            </a:r>
            <a:r>
              <a:rPr lang="en-US" altLang="zh-CN" b="0" i="1" kern="0" dirty="0" smtClean="0"/>
              <a:t>u </a:t>
            </a:r>
            <a:r>
              <a:rPr lang="zh-CN" altLang="en-US" kern="0" dirty="0" smtClean="0"/>
              <a:t>沿 </a:t>
            </a:r>
            <a:r>
              <a:rPr lang="en-US" altLang="zh-CN" i="1" kern="0" dirty="0" smtClean="0"/>
              <a:t>l </a:t>
            </a:r>
            <a:r>
              <a:rPr lang="zh-CN" altLang="en-US" kern="0" dirty="0" smtClean="0"/>
              <a:t>方向的</a:t>
            </a:r>
            <a:r>
              <a:rPr lang="zh-CN" altLang="en-US" kern="0" dirty="0" smtClean="0">
                <a:solidFill>
                  <a:srgbClr val="FF0000"/>
                </a:solidFill>
              </a:rPr>
              <a:t>方向导数</a:t>
            </a:r>
            <a:r>
              <a:rPr lang="zh-CN" altLang="en-US" kern="0" dirty="0" smtClean="0">
                <a:solidFill>
                  <a:srgbClr val="009900"/>
                </a:solidFill>
              </a:rPr>
              <a:t>等于</a:t>
            </a:r>
            <a:r>
              <a:rPr lang="en-US" altLang="zh-CN" kern="0" dirty="0" smtClean="0"/>
              <a:t>u</a:t>
            </a:r>
            <a:r>
              <a:rPr lang="zh-CN" altLang="en-US" kern="0" dirty="0" smtClean="0"/>
              <a:t>的</a:t>
            </a:r>
            <a:r>
              <a:rPr lang="zh-CN" altLang="en-US" kern="0" dirty="0" smtClean="0">
                <a:solidFill>
                  <a:srgbClr val="FF0000"/>
                </a:solidFill>
              </a:rPr>
              <a:t>梯度在这个方向的投影</a:t>
            </a:r>
            <a:r>
              <a:rPr lang="zh-CN" altLang="en-US" kern="0" dirty="0" smtClean="0"/>
              <a:t>。</a:t>
            </a:r>
            <a:endParaRPr lang="zh-CN" altLang="en-US" kern="0" dirty="0"/>
          </a:p>
        </p:txBody>
      </p:sp>
      <p:graphicFrame>
        <p:nvGraphicFramePr>
          <p:cNvPr id="16" name="对象 15"/>
          <p:cNvGraphicFramePr>
            <a:graphicFrameLocks noChangeAspect="1"/>
          </p:cNvGraphicFramePr>
          <p:nvPr>
            <p:extLst>
              <p:ext uri="{D42A27DB-BD31-4B8C-83A1-F6EECF244321}">
                <p14:modId xmlns:p14="http://schemas.microsoft.com/office/powerpoint/2010/main" val="4277617162"/>
              </p:ext>
            </p:extLst>
          </p:nvPr>
        </p:nvGraphicFramePr>
        <p:xfrm>
          <a:off x="1673225" y="2571750"/>
          <a:ext cx="3432175" cy="914400"/>
        </p:xfrm>
        <a:graphic>
          <a:graphicData uri="http://schemas.openxmlformats.org/presentationml/2006/ole">
            <mc:AlternateContent xmlns:mc="http://schemas.openxmlformats.org/markup-compatibility/2006">
              <mc:Choice xmlns:v="urn:schemas-microsoft-com:vml" Requires="v">
                <p:oleObj spid="_x0000_s63633" name="公式" r:id="rId12" imgW="1206360" imgH="431640" progId="Equation.3">
                  <p:embed/>
                </p:oleObj>
              </mc:Choice>
              <mc:Fallback>
                <p:oleObj name="公式" r:id="rId12" imgW="1206360" imgH="431640" progId="Equation.3">
                  <p:embed/>
                  <p:pic>
                    <p:nvPicPr>
                      <p:cNvPr id="4" name="对象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73225" y="2571750"/>
                        <a:ext cx="3432175"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69271339"/>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defRPr/>
            </a:pPr>
            <a:r>
              <a:rPr lang="en-US" altLang="zh-CN" smtClean="0"/>
              <a:t> </a:t>
            </a:r>
          </a:p>
        </p:txBody>
      </p:sp>
      <p:sp>
        <p:nvSpPr>
          <p:cNvPr id="67587" name="Rectangle 3" descr="Rectangle: Click to edit Master text styles&#10;Second level&#10;Third level&#10;Fourth level&#10;Fifth level"/>
          <p:cNvSpPr>
            <a:spLocks noGrp="1" noChangeArrowheads="1"/>
          </p:cNvSpPr>
          <p:nvPr>
            <p:ph type="body" idx="1"/>
          </p:nvPr>
        </p:nvSpPr>
        <p:spPr>
          <a:xfrm>
            <a:off x="838200" y="1428750"/>
            <a:ext cx="7772400" cy="1657350"/>
          </a:xfrm>
        </p:spPr>
        <p:txBody>
          <a:bodyPr/>
          <a:lstStyle/>
          <a:p>
            <a:pPr marL="952500" lvl="1" indent="-762000" eaLnBrk="1" hangingPunct="1">
              <a:buFont typeface="Wingdings" pitchFamily="2" charset="2"/>
              <a:buNone/>
            </a:pPr>
            <a:r>
              <a:rPr lang="zh-CN" altLang="en-US" sz="3200" smtClean="0">
                <a:solidFill>
                  <a:srgbClr val="000000"/>
                </a:solidFill>
                <a:latin typeface="宋体" pitchFamily="2" charset="-122"/>
                <a:ea typeface="宋体" pitchFamily="2" charset="-122"/>
              </a:rPr>
              <a:t>例</a:t>
            </a:r>
            <a:r>
              <a:rPr lang="en-US" altLang="zh-CN" sz="3200" smtClean="0">
                <a:solidFill>
                  <a:srgbClr val="000000"/>
                </a:solidFill>
                <a:latin typeface="宋体" pitchFamily="2" charset="-122"/>
                <a:ea typeface="宋体" pitchFamily="2" charset="-122"/>
              </a:rPr>
              <a:t>1.5 </a:t>
            </a:r>
            <a:r>
              <a:rPr lang="zh-CN" altLang="en-US" sz="3200" smtClean="0">
                <a:solidFill>
                  <a:srgbClr val="000000"/>
                </a:solidFill>
                <a:latin typeface="宋体" pitchFamily="2" charset="-122"/>
                <a:ea typeface="宋体" pitchFamily="2" charset="-122"/>
              </a:rPr>
              <a:t>已知标量场                    。</a:t>
            </a:r>
          </a:p>
          <a:p>
            <a:pPr marL="952500" lvl="1" indent="-762000" eaLnBrk="1" hangingPunct="1">
              <a:buFont typeface="Wingdings" pitchFamily="2" charset="2"/>
              <a:buNone/>
            </a:pPr>
            <a:r>
              <a:rPr lang="zh-CN" altLang="en-US" sz="3200" smtClean="0">
                <a:solidFill>
                  <a:srgbClr val="000000"/>
                </a:solidFill>
                <a:latin typeface="宋体" pitchFamily="2" charset="-122"/>
                <a:ea typeface="宋体" pitchFamily="2" charset="-122"/>
              </a:rPr>
              <a:t>求空间一点</a:t>
            </a:r>
            <a:r>
              <a:rPr lang="en-US" altLang="zh-CN" sz="3200" smtClean="0">
                <a:solidFill>
                  <a:srgbClr val="000000"/>
                </a:solidFill>
                <a:latin typeface="宋体" pitchFamily="2" charset="-122"/>
                <a:ea typeface="宋体" pitchFamily="2" charset="-122"/>
              </a:rPr>
              <a:t>A</a:t>
            </a:r>
            <a:r>
              <a:rPr lang="zh-CN" altLang="en-US" sz="3200" smtClean="0">
                <a:solidFill>
                  <a:srgbClr val="000000"/>
                </a:solidFill>
                <a:latin typeface="宋体" pitchFamily="2" charset="-122"/>
                <a:ea typeface="宋体" pitchFamily="2" charset="-122"/>
              </a:rPr>
              <a:t>（</a:t>
            </a:r>
            <a:r>
              <a:rPr lang="en-US" altLang="zh-CN" sz="3200" smtClean="0">
                <a:solidFill>
                  <a:srgbClr val="000000"/>
                </a:solidFill>
                <a:latin typeface="宋体" pitchFamily="2" charset="-122"/>
                <a:ea typeface="宋体" pitchFamily="2" charset="-122"/>
              </a:rPr>
              <a:t>1,0,1</a:t>
            </a:r>
            <a:r>
              <a:rPr lang="zh-CN" altLang="en-US" sz="3200" smtClean="0">
                <a:solidFill>
                  <a:srgbClr val="000000"/>
                </a:solidFill>
                <a:latin typeface="宋体" pitchFamily="2" charset="-122"/>
                <a:ea typeface="宋体" pitchFamily="2" charset="-122"/>
              </a:rPr>
              <a:t>）的梯度和</a:t>
            </a:r>
            <a:r>
              <a:rPr lang="zh-CN" altLang="en-US" sz="3200" smtClean="0">
                <a:solidFill>
                  <a:srgbClr val="000000"/>
                </a:solidFill>
                <a:ea typeface="宋体" pitchFamily="2" charset="-122"/>
              </a:rPr>
              <a:t>沿方向</a:t>
            </a:r>
          </a:p>
          <a:p>
            <a:pPr marL="952500" lvl="1" indent="-762000" eaLnBrk="1" hangingPunct="1">
              <a:buFont typeface="Wingdings" pitchFamily="2" charset="2"/>
              <a:buNone/>
            </a:pPr>
            <a:r>
              <a:rPr lang="zh-CN" altLang="en-US" sz="3200" smtClean="0">
                <a:solidFill>
                  <a:srgbClr val="000000"/>
                </a:solidFill>
                <a:ea typeface="宋体" pitchFamily="2" charset="-122"/>
              </a:rPr>
              <a:t>                                 的方向导数。</a:t>
            </a:r>
            <a:r>
              <a:rPr lang="zh-CN" altLang="en-US" sz="4800" smtClean="0"/>
              <a:t> </a:t>
            </a:r>
          </a:p>
        </p:txBody>
      </p:sp>
      <p:sp>
        <p:nvSpPr>
          <p:cNvPr id="67588" name="Rectangle 5"/>
          <p:cNvSpPr>
            <a:spLocks noChangeArrowheads="1"/>
          </p:cNvSpPr>
          <p:nvPr/>
        </p:nvSpPr>
        <p:spPr bwMode="auto">
          <a:xfrm>
            <a:off x="0" y="2287588"/>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7589" name="Object 4"/>
          <p:cNvGraphicFramePr>
            <a:graphicFrameLocks noChangeAspect="1"/>
          </p:cNvGraphicFramePr>
          <p:nvPr/>
        </p:nvGraphicFramePr>
        <p:xfrm>
          <a:off x="4419600" y="1371600"/>
          <a:ext cx="4114800" cy="442913"/>
        </p:xfrm>
        <a:graphic>
          <a:graphicData uri="http://schemas.openxmlformats.org/presentationml/2006/ole">
            <mc:AlternateContent xmlns:mc="http://schemas.openxmlformats.org/markup-compatibility/2006">
              <mc:Choice xmlns:v="urn:schemas-microsoft-com:vml" Requires="v">
                <p:oleObj spid="_x0000_s66614" name="公式" r:id="rId3" imgW="1853396" imgH="266584" progId="Equation.3">
                  <p:embed/>
                </p:oleObj>
              </mc:Choice>
              <mc:Fallback>
                <p:oleObj name="公式" r:id="rId3" imgW="1853396" imgH="266584"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1371600"/>
                        <a:ext cx="4114800"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590" name="Rectangle 7"/>
          <p:cNvSpPr>
            <a:spLocks noChangeArrowheads="1"/>
          </p:cNvSpPr>
          <p:nvPr/>
        </p:nvSpPr>
        <p:spPr bwMode="auto">
          <a:xfrm>
            <a:off x="0" y="2297113"/>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7591" name="Object 6"/>
          <p:cNvGraphicFramePr>
            <a:graphicFrameLocks noChangeAspect="1"/>
          </p:cNvGraphicFramePr>
          <p:nvPr>
            <p:extLst>
              <p:ext uri="{D42A27DB-BD31-4B8C-83A1-F6EECF244321}">
                <p14:modId xmlns:p14="http://schemas.microsoft.com/office/powerpoint/2010/main" val="2556159364"/>
              </p:ext>
            </p:extLst>
          </p:nvPr>
        </p:nvGraphicFramePr>
        <p:xfrm>
          <a:off x="1209675" y="2865438"/>
          <a:ext cx="3067050" cy="468312"/>
        </p:xfrm>
        <a:graphic>
          <a:graphicData uri="http://schemas.openxmlformats.org/presentationml/2006/ole">
            <mc:AlternateContent xmlns:mc="http://schemas.openxmlformats.org/markup-compatibility/2006">
              <mc:Choice xmlns:v="urn:schemas-microsoft-com:vml" Requires="v">
                <p:oleObj spid="_x0000_s66615" name="公式" r:id="rId5" imgW="1168200" imgH="241200" progId="Equation.3">
                  <p:embed/>
                </p:oleObj>
              </mc:Choice>
              <mc:Fallback>
                <p:oleObj name="公式" r:id="rId5" imgW="1168200" imgH="24120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9675" y="2865438"/>
                        <a:ext cx="3067050" cy="468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16046975"/>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609600" y="-381000"/>
            <a:ext cx="7772400" cy="857250"/>
          </a:xfrm>
        </p:spPr>
        <p:txBody>
          <a:bodyPr/>
          <a:lstStyle/>
          <a:p>
            <a:pPr eaLnBrk="1" hangingPunct="1">
              <a:defRPr/>
            </a:pPr>
            <a:r>
              <a:rPr lang="en-US" altLang="zh-CN" dirty="0" smtClean="0"/>
              <a:t> </a:t>
            </a:r>
          </a:p>
        </p:txBody>
      </p:sp>
      <p:sp>
        <p:nvSpPr>
          <p:cNvPr id="71683" name="Rectangle 3" descr="Rectangle: Click to edit Master text styles&#10;Second level&#10;Third level&#10;Fourth level&#10;Fifth level"/>
          <p:cNvSpPr>
            <a:spLocks noGrp="1" noChangeArrowheads="1"/>
          </p:cNvSpPr>
          <p:nvPr>
            <p:ph type="body" idx="1"/>
          </p:nvPr>
        </p:nvSpPr>
        <p:spPr>
          <a:xfrm>
            <a:off x="228600" y="476250"/>
            <a:ext cx="8915400" cy="3086100"/>
          </a:xfrm>
        </p:spPr>
        <p:txBody>
          <a:bodyPr/>
          <a:lstStyle/>
          <a:p>
            <a:pPr marL="0" indent="0" eaLnBrk="1" hangingPunct="1">
              <a:lnSpc>
                <a:spcPct val="150000"/>
              </a:lnSpc>
              <a:buFont typeface="Wingdings" pitchFamily="2" charset="2"/>
              <a:buNone/>
            </a:pPr>
            <a:r>
              <a:rPr lang="zh-CN" altLang="en-US" dirty="0" smtClean="0">
                <a:solidFill>
                  <a:srgbClr val="FF0000"/>
                </a:solidFill>
              </a:rPr>
              <a:t>梯度</a:t>
            </a:r>
            <a:r>
              <a:rPr lang="zh-CN" altLang="en-US" dirty="0" smtClean="0"/>
              <a:t>有一个重要的性质，就是它</a:t>
            </a:r>
            <a:r>
              <a:rPr lang="zh-CN" altLang="en-US" dirty="0" smtClean="0">
                <a:solidFill>
                  <a:srgbClr val="FF0000"/>
                </a:solidFill>
              </a:rPr>
              <a:t>的旋度恒等于</a:t>
            </a:r>
            <a:r>
              <a:rPr lang="en-US" altLang="zh-CN" dirty="0" smtClean="0">
                <a:solidFill>
                  <a:srgbClr val="FF0000"/>
                </a:solidFill>
              </a:rPr>
              <a:t>0</a:t>
            </a:r>
            <a:r>
              <a:rPr lang="zh-CN" altLang="en-US" dirty="0" smtClean="0"/>
              <a:t>。</a:t>
            </a:r>
          </a:p>
          <a:p>
            <a:pPr marL="0" indent="0" eaLnBrk="1" hangingPunct="1">
              <a:lnSpc>
                <a:spcPct val="150000"/>
              </a:lnSpc>
              <a:buFont typeface="Wingdings" pitchFamily="2" charset="2"/>
              <a:buNone/>
            </a:pPr>
            <a:r>
              <a:rPr lang="zh-CN" altLang="en-US" dirty="0" smtClean="0"/>
              <a:t>                                                               </a:t>
            </a:r>
            <a:r>
              <a:rPr lang="en-US" altLang="zh-CN" dirty="0" smtClean="0"/>
              <a:t>(1.30)</a:t>
            </a:r>
          </a:p>
          <a:p>
            <a:pPr marL="0" indent="0" eaLnBrk="1" hangingPunct="1">
              <a:lnSpc>
                <a:spcPct val="150000"/>
              </a:lnSpc>
              <a:buFont typeface="Wingdings" pitchFamily="2" charset="2"/>
              <a:buNone/>
            </a:pPr>
            <a:endParaRPr lang="en-US" altLang="zh-CN" dirty="0"/>
          </a:p>
          <a:p>
            <a:pPr marL="0" indent="0" eaLnBrk="1" hangingPunct="1">
              <a:lnSpc>
                <a:spcPct val="150000"/>
              </a:lnSpc>
              <a:buFont typeface="Wingdings" pitchFamily="2" charset="2"/>
              <a:buNone/>
            </a:pPr>
            <a:endParaRPr lang="en-US" altLang="zh-CN" dirty="0" smtClean="0"/>
          </a:p>
        </p:txBody>
      </p:sp>
      <p:sp>
        <p:nvSpPr>
          <p:cNvPr id="71684" name="Rectangle 5"/>
          <p:cNvSpPr>
            <a:spLocks noChangeArrowheads="1"/>
          </p:cNvSpPr>
          <p:nvPr/>
        </p:nvSpPr>
        <p:spPr bwMode="auto">
          <a:xfrm>
            <a:off x="0" y="170973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1685" name="Object 4"/>
          <p:cNvGraphicFramePr>
            <a:graphicFrameLocks noChangeAspect="1"/>
          </p:cNvGraphicFramePr>
          <p:nvPr>
            <p:extLst>
              <p:ext uri="{D42A27DB-BD31-4B8C-83A1-F6EECF244321}">
                <p14:modId xmlns:p14="http://schemas.microsoft.com/office/powerpoint/2010/main" val="1813672193"/>
              </p:ext>
            </p:extLst>
          </p:nvPr>
        </p:nvGraphicFramePr>
        <p:xfrm>
          <a:off x="3352800" y="1492250"/>
          <a:ext cx="2203450" cy="434975"/>
        </p:xfrm>
        <a:graphic>
          <a:graphicData uri="http://schemas.openxmlformats.org/presentationml/2006/ole">
            <mc:AlternateContent xmlns:mc="http://schemas.openxmlformats.org/markup-compatibility/2006">
              <mc:Choice xmlns:v="urn:schemas-microsoft-com:vml" Requires="v">
                <p:oleObj spid="_x0000_s70710" name="公式" r:id="rId3" imgW="685800" imgH="177480" progId="Equation.3">
                  <p:embed/>
                </p:oleObj>
              </mc:Choice>
              <mc:Fallback>
                <p:oleObj name="公式" r:id="rId3" imgW="685800" imgH="17748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1492250"/>
                        <a:ext cx="220345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686" name="Rectangle 7"/>
          <p:cNvSpPr>
            <a:spLocks noChangeArrowheads="1"/>
          </p:cNvSpPr>
          <p:nvPr/>
        </p:nvSpPr>
        <p:spPr bwMode="auto">
          <a:xfrm>
            <a:off x="0" y="16065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8" name="Rectangle 2"/>
          <p:cNvSpPr txBox="1">
            <a:spLocks noChangeArrowheads="1"/>
          </p:cNvSpPr>
          <p:nvPr/>
        </p:nvSpPr>
        <p:spPr bwMode="auto">
          <a:xfrm>
            <a:off x="1371600" y="-190500"/>
            <a:ext cx="6172200" cy="857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2pPr>
            <a:lvl3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3pPr>
            <a:lvl4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4pPr>
            <a:lvl5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5pPr>
            <a:lvl6pPr marL="4572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6pPr>
            <a:lvl7pPr marL="9144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7pPr>
            <a:lvl8pPr marL="13716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8pPr>
            <a:lvl9pPr marL="18288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9pPr>
          </a:lstStyle>
          <a:p>
            <a:pPr eaLnBrk="1" hangingPunct="1"/>
            <a:r>
              <a:rPr lang="en-US" altLang="zh-CN" dirty="0" smtClean="0">
                <a:solidFill>
                  <a:schemeClr val="bg2"/>
                </a:solidFill>
                <a:effectLst/>
                <a:latin typeface="隶书" pitchFamily="49" charset="-122"/>
                <a:ea typeface="隶书" pitchFamily="49" charset="-122"/>
              </a:rPr>
              <a:t>1.4.4 </a:t>
            </a:r>
            <a:r>
              <a:rPr lang="zh-CN" altLang="en-US" dirty="0" smtClean="0">
                <a:solidFill>
                  <a:schemeClr val="bg2"/>
                </a:solidFill>
                <a:effectLst/>
                <a:latin typeface="隶书" pitchFamily="49" charset="-122"/>
                <a:ea typeface="隶书" pitchFamily="49" charset="-122"/>
              </a:rPr>
              <a:t>保守场</a:t>
            </a:r>
          </a:p>
        </p:txBody>
      </p:sp>
      <p:graphicFrame>
        <p:nvGraphicFramePr>
          <p:cNvPr id="2" name="对象 1"/>
          <p:cNvGraphicFramePr>
            <a:graphicFrameLocks noChangeAspect="1"/>
          </p:cNvGraphicFramePr>
          <p:nvPr>
            <p:extLst>
              <p:ext uri="{D42A27DB-BD31-4B8C-83A1-F6EECF244321}">
                <p14:modId xmlns:p14="http://schemas.microsoft.com/office/powerpoint/2010/main" val="3983374990"/>
              </p:ext>
            </p:extLst>
          </p:nvPr>
        </p:nvGraphicFramePr>
        <p:xfrm>
          <a:off x="928688" y="2117725"/>
          <a:ext cx="7226300" cy="1465263"/>
        </p:xfrm>
        <a:graphic>
          <a:graphicData uri="http://schemas.openxmlformats.org/presentationml/2006/ole">
            <mc:AlternateContent xmlns:mc="http://schemas.openxmlformats.org/markup-compatibility/2006">
              <mc:Choice xmlns:v="urn:schemas-microsoft-com:vml" Requires="v">
                <p:oleObj spid="_x0000_s70711" name="公式" r:id="rId5" imgW="4317840" imgH="1168200" progId="Equation.3">
                  <p:embed/>
                </p:oleObj>
              </mc:Choice>
              <mc:Fallback>
                <p:oleObj name="公式" r:id="rId5" imgW="4317840" imgH="116820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8688" y="2117725"/>
                        <a:ext cx="7226300" cy="1465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65269743"/>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p:cNvSpPr/>
          <p:nvPr/>
        </p:nvSpPr>
        <p:spPr>
          <a:xfrm>
            <a:off x="1828800" y="2114550"/>
            <a:ext cx="4724399" cy="736600"/>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306" name="Rectangle 2"/>
          <p:cNvSpPr>
            <a:spLocks noGrp="1" noChangeArrowheads="1"/>
          </p:cNvSpPr>
          <p:nvPr>
            <p:ph type="title"/>
          </p:nvPr>
        </p:nvSpPr>
        <p:spPr>
          <a:xfrm>
            <a:off x="609600" y="-381000"/>
            <a:ext cx="7772400" cy="857250"/>
          </a:xfrm>
        </p:spPr>
        <p:txBody>
          <a:bodyPr/>
          <a:lstStyle/>
          <a:p>
            <a:pPr eaLnBrk="1" hangingPunct="1">
              <a:defRPr/>
            </a:pPr>
            <a:r>
              <a:rPr lang="en-US" altLang="zh-CN" dirty="0" smtClean="0"/>
              <a:t> </a:t>
            </a:r>
          </a:p>
        </p:txBody>
      </p:sp>
      <p:sp>
        <p:nvSpPr>
          <p:cNvPr id="71683" name="Rectangle 3" descr="Rectangle: Click to edit Master text styles&#10;Second level&#10;Third level&#10;Fourth level&#10;Fifth level"/>
          <p:cNvSpPr>
            <a:spLocks noGrp="1" noChangeArrowheads="1"/>
          </p:cNvSpPr>
          <p:nvPr>
            <p:ph type="body" idx="1"/>
          </p:nvPr>
        </p:nvSpPr>
        <p:spPr>
          <a:xfrm>
            <a:off x="304800" y="133350"/>
            <a:ext cx="7010400" cy="3086100"/>
          </a:xfrm>
        </p:spPr>
        <p:txBody>
          <a:bodyPr/>
          <a:lstStyle/>
          <a:p>
            <a:pPr marL="0" indent="0" eaLnBrk="1" hangingPunct="1">
              <a:lnSpc>
                <a:spcPct val="150000"/>
              </a:lnSpc>
              <a:buFont typeface="Wingdings" pitchFamily="2" charset="2"/>
              <a:buNone/>
            </a:pPr>
            <a:r>
              <a:rPr lang="zh-CN" altLang="en-US" dirty="0" smtClean="0">
                <a:solidFill>
                  <a:srgbClr val="CC0099"/>
                </a:solidFill>
              </a:rPr>
              <a:t>一个旋度处处为</a:t>
            </a:r>
            <a:r>
              <a:rPr lang="en-US" altLang="zh-CN" dirty="0" smtClean="0">
                <a:solidFill>
                  <a:srgbClr val="CC0099"/>
                </a:solidFill>
              </a:rPr>
              <a:t>0</a:t>
            </a:r>
            <a:r>
              <a:rPr lang="zh-CN" altLang="en-US" dirty="0" smtClean="0">
                <a:solidFill>
                  <a:srgbClr val="CC0099"/>
                </a:solidFill>
              </a:rPr>
              <a:t>的矢量场，可以表示为一个标量场的梯度</a:t>
            </a:r>
            <a:r>
              <a:rPr lang="zh-CN" altLang="en-US" dirty="0" smtClean="0"/>
              <a:t>。</a:t>
            </a:r>
            <a:endParaRPr lang="en-US" altLang="zh-CN" dirty="0" smtClean="0"/>
          </a:p>
          <a:p>
            <a:pPr marL="0" indent="0" eaLnBrk="1" hangingPunct="1">
              <a:lnSpc>
                <a:spcPct val="150000"/>
              </a:lnSpc>
              <a:buFont typeface="Wingdings" pitchFamily="2" charset="2"/>
              <a:buNone/>
            </a:pPr>
            <a:endParaRPr lang="en-US" altLang="zh-CN" dirty="0"/>
          </a:p>
          <a:p>
            <a:pPr marL="0" indent="0" eaLnBrk="1" hangingPunct="1">
              <a:lnSpc>
                <a:spcPct val="150000"/>
              </a:lnSpc>
              <a:buFont typeface="Wingdings" pitchFamily="2" charset="2"/>
              <a:buNone/>
            </a:pPr>
            <a:r>
              <a:rPr lang="zh-CN" altLang="en-US" dirty="0" smtClean="0"/>
              <a:t>若，</a:t>
            </a:r>
            <a:endParaRPr lang="en-US" altLang="zh-CN" dirty="0" smtClean="0"/>
          </a:p>
          <a:p>
            <a:pPr marL="0" indent="0" eaLnBrk="1" hangingPunct="1">
              <a:lnSpc>
                <a:spcPct val="150000"/>
              </a:lnSpc>
              <a:buFont typeface="Wingdings" pitchFamily="2" charset="2"/>
              <a:buNone/>
            </a:pPr>
            <a:r>
              <a:rPr lang="zh-CN" altLang="en-US" dirty="0" smtClean="0"/>
              <a:t>则有</a:t>
            </a:r>
            <a:endParaRPr lang="en-US" altLang="zh-CN" dirty="0" smtClean="0"/>
          </a:p>
          <a:p>
            <a:pPr marL="0" indent="0" eaLnBrk="1" hangingPunct="1">
              <a:lnSpc>
                <a:spcPct val="150000"/>
              </a:lnSpc>
              <a:buFont typeface="Wingdings" pitchFamily="2" charset="2"/>
              <a:buNone/>
            </a:pPr>
            <a:r>
              <a:rPr lang="zh-CN" altLang="en-US" dirty="0" smtClean="0"/>
              <a:t>这时</a:t>
            </a:r>
            <a:r>
              <a:rPr lang="en-US" altLang="zh-CN" dirty="0" smtClean="0"/>
              <a:t>B</a:t>
            </a:r>
            <a:r>
              <a:rPr lang="zh-CN" altLang="en-US" dirty="0" smtClean="0"/>
              <a:t>称为</a:t>
            </a:r>
            <a:r>
              <a:rPr lang="zh-CN" altLang="en-US" dirty="0" smtClean="0">
                <a:solidFill>
                  <a:schemeClr val="tx2">
                    <a:lumMod val="60000"/>
                    <a:lumOff val="40000"/>
                  </a:schemeClr>
                </a:solidFill>
              </a:rPr>
              <a:t>无旋场</a:t>
            </a:r>
            <a:r>
              <a:rPr lang="zh-CN" altLang="en-US" dirty="0" smtClean="0"/>
              <a:t>，也称</a:t>
            </a:r>
            <a:r>
              <a:rPr lang="zh-CN" altLang="en-US" dirty="0" smtClean="0">
                <a:solidFill>
                  <a:schemeClr val="tx2">
                    <a:lumMod val="60000"/>
                    <a:lumOff val="40000"/>
                  </a:schemeClr>
                </a:solidFill>
              </a:rPr>
              <a:t>保守场</a:t>
            </a:r>
            <a:r>
              <a:rPr lang="zh-CN" altLang="en-US" dirty="0" smtClean="0"/>
              <a:t>。</a:t>
            </a:r>
            <a:endParaRPr lang="en-US" altLang="zh-CN" dirty="0" smtClean="0"/>
          </a:p>
          <a:p>
            <a:pPr marL="0" indent="0" eaLnBrk="1" hangingPunct="1">
              <a:lnSpc>
                <a:spcPct val="150000"/>
              </a:lnSpc>
              <a:buFont typeface="Wingdings" pitchFamily="2" charset="2"/>
              <a:buNone/>
            </a:pPr>
            <a:endParaRPr lang="en-US" altLang="zh-CN" dirty="0"/>
          </a:p>
          <a:p>
            <a:pPr marL="0" indent="0" eaLnBrk="1" hangingPunct="1">
              <a:lnSpc>
                <a:spcPct val="150000"/>
              </a:lnSpc>
              <a:buFont typeface="Wingdings" pitchFamily="2" charset="2"/>
              <a:buNone/>
            </a:pPr>
            <a:endParaRPr lang="en-US" altLang="zh-CN" dirty="0" smtClean="0"/>
          </a:p>
          <a:p>
            <a:pPr marL="0" indent="0" eaLnBrk="1" hangingPunct="1">
              <a:lnSpc>
                <a:spcPct val="150000"/>
              </a:lnSpc>
              <a:buFont typeface="Wingdings" pitchFamily="2" charset="2"/>
              <a:buNone/>
            </a:pPr>
            <a:endParaRPr lang="en-US" altLang="zh-CN" dirty="0" smtClean="0"/>
          </a:p>
        </p:txBody>
      </p:sp>
      <p:sp>
        <p:nvSpPr>
          <p:cNvPr id="71684" name="Rectangle 5"/>
          <p:cNvSpPr>
            <a:spLocks noChangeArrowheads="1"/>
          </p:cNvSpPr>
          <p:nvPr/>
        </p:nvSpPr>
        <p:spPr bwMode="auto">
          <a:xfrm>
            <a:off x="0" y="170973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1685" name="Object 4"/>
          <p:cNvGraphicFramePr>
            <a:graphicFrameLocks noChangeAspect="1"/>
          </p:cNvGraphicFramePr>
          <p:nvPr>
            <p:extLst>
              <p:ext uri="{D42A27DB-BD31-4B8C-83A1-F6EECF244321}">
                <p14:modId xmlns:p14="http://schemas.microsoft.com/office/powerpoint/2010/main" val="3789308000"/>
              </p:ext>
            </p:extLst>
          </p:nvPr>
        </p:nvGraphicFramePr>
        <p:xfrm>
          <a:off x="2971800" y="1657350"/>
          <a:ext cx="2203450" cy="434975"/>
        </p:xfrm>
        <a:graphic>
          <a:graphicData uri="http://schemas.openxmlformats.org/presentationml/2006/ole">
            <mc:AlternateContent xmlns:mc="http://schemas.openxmlformats.org/markup-compatibility/2006">
              <mc:Choice xmlns:v="urn:schemas-microsoft-com:vml" Requires="v">
                <p:oleObj spid="_x0000_s71760" name="公式" r:id="rId3" imgW="685800" imgH="177480" progId="Equation.3">
                  <p:embed/>
                </p:oleObj>
              </mc:Choice>
              <mc:Fallback>
                <p:oleObj name="公式" r:id="rId3" imgW="685800" imgH="177480" progId="Equation.3">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1657350"/>
                        <a:ext cx="220345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686" name="Rectangle 7"/>
          <p:cNvSpPr>
            <a:spLocks noChangeArrowheads="1"/>
          </p:cNvSpPr>
          <p:nvPr/>
        </p:nvSpPr>
        <p:spPr bwMode="auto">
          <a:xfrm>
            <a:off x="0" y="16065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4" name="右箭头 3"/>
          <p:cNvSpPr/>
          <p:nvPr/>
        </p:nvSpPr>
        <p:spPr>
          <a:xfrm>
            <a:off x="4191000" y="2266950"/>
            <a:ext cx="762000" cy="484632"/>
          </a:xfrm>
          <a:prstGeom prst="rightArrow">
            <a:avLst/>
          </a:prstGeom>
          <a:solidFill>
            <a:srgbClr val="73FBDB"/>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lumMod val="50000"/>
                </a:schemeClr>
              </a:solidFill>
            </a:endParaRPr>
          </a:p>
        </p:txBody>
      </p:sp>
      <p:sp>
        <p:nvSpPr>
          <p:cNvPr id="12" name="右箭头 11"/>
          <p:cNvSpPr/>
          <p:nvPr/>
        </p:nvSpPr>
        <p:spPr>
          <a:xfrm rot="10800000">
            <a:off x="3429000" y="2266950"/>
            <a:ext cx="762000" cy="484632"/>
          </a:xfrm>
          <a:prstGeom prst="rightArrow">
            <a:avLst/>
          </a:prstGeom>
          <a:solidFill>
            <a:srgbClr val="73FBDB"/>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lumMod val="50000"/>
                </a:schemeClr>
              </a:solidFill>
            </a:endParaRPr>
          </a:p>
        </p:txBody>
      </p:sp>
      <p:sp>
        <p:nvSpPr>
          <p:cNvPr id="6" name="矩形 5"/>
          <p:cNvSpPr/>
          <p:nvPr/>
        </p:nvSpPr>
        <p:spPr>
          <a:xfrm>
            <a:off x="5181600" y="2190750"/>
            <a:ext cx="1420582" cy="584775"/>
          </a:xfrm>
          <a:prstGeom prst="rect">
            <a:avLst/>
          </a:prstGeom>
        </p:spPr>
        <p:txBody>
          <a:bodyPr wrap="none">
            <a:spAutoFit/>
          </a:bodyPr>
          <a:lstStyle/>
          <a:p>
            <a:r>
              <a:rPr lang="zh-CN" altLang="en-US" sz="3200" b="1" kern="0" dirty="0">
                <a:solidFill>
                  <a:schemeClr val="bg2">
                    <a:lumMod val="50000"/>
                  </a:schemeClr>
                </a:solidFill>
                <a:latin typeface="Times New Roman"/>
                <a:ea typeface="宋体"/>
              </a:rPr>
              <a:t>标量场</a:t>
            </a:r>
            <a:endParaRPr lang="zh-CN" altLang="en-US" dirty="0">
              <a:solidFill>
                <a:schemeClr val="bg2">
                  <a:lumMod val="50000"/>
                </a:schemeClr>
              </a:solidFill>
            </a:endParaRPr>
          </a:p>
        </p:txBody>
      </p:sp>
      <p:sp>
        <p:nvSpPr>
          <p:cNvPr id="16" name="矩形 15"/>
          <p:cNvSpPr/>
          <p:nvPr/>
        </p:nvSpPr>
        <p:spPr>
          <a:xfrm>
            <a:off x="1905000" y="2216878"/>
            <a:ext cx="1420582" cy="584775"/>
          </a:xfrm>
          <a:prstGeom prst="rect">
            <a:avLst/>
          </a:prstGeom>
        </p:spPr>
        <p:txBody>
          <a:bodyPr wrap="none">
            <a:spAutoFit/>
          </a:bodyPr>
          <a:lstStyle/>
          <a:p>
            <a:r>
              <a:rPr lang="zh-CN" altLang="en-US" sz="3200" b="1" kern="0" dirty="0" smtClean="0">
                <a:solidFill>
                  <a:schemeClr val="bg2">
                    <a:lumMod val="50000"/>
                  </a:schemeClr>
                </a:solidFill>
                <a:latin typeface="Times New Roman"/>
                <a:ea typeface="宋体"/>
              </a:rPr>
              <a:t>矢量场</a:t>
            </a:r>
            <a:endParaRPr lang="zh-CN" altLang="en-US" dirty="0">
              <a:solidFill>
                <a:schemeClr val="bg2">
                  <a:lumMod val="50000"/>
                </a:schemeClr>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407480751"/>
              </p:ext>
            </p:extLst>
          </p:nvPr>
        </p:nvGraphicFramePr>
        <p:xfrm>
          <a:off x="1155700" y="2898775"/>
          <a:ext cx="2325688" cy="434975"/>
        </p:xfrm>
        <a:graphic>
          <a:graphicData uri="http://schemas.openxmlformats.org/presentationml/2006/ole">
            <mc:AlternateContent xmlns:mc="http://schemas.openxmlformats.org/markup-compatibility/2006">
              <mc:Choice xmlns:v="urn:schemas-microsoft-com:vml" Requires="v">
                <p:oleObj spid="_x0000_s71761" name="公式" r:id="rId5" imgW="723600" imgH="177480" progId="Equation.3">
                  <p:embed/>
                </p:oleObj>
              </mc:Choice>
              <mc:Fallback>
                <p:oleObj name="公式" r:id="rId5" imgW="723600" imgH="177480" progId="Equation.3">
                  <p:embed/>
                  <p:pic>
                    <p:nvPicPr>
                      <p:cNvPr id="0" name="Picture 9"/>
                      <p:cNvPicPr>
                        <a:picLocks noChangeAspect="1" noChangeArrowheads="1"/>
                      </p:cNvPicPr>
                      <p:nvPr/>
                    </p:nvPicPr>
                    <p:blipFill>
                      <a:blip r:embed="rId6"/>
                      <a:srcRect/>
                      <a:stretch>
                        <a:fillRect/>
                      </a:stretch>
                    </p:blipFill>
                    <p:spPr bwMode="auto">
                      <a:xfrm>
                        <a:off x="1155700" y="2898775"/>
                        <a:ext cx="2325688"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993938471"/>
              </p:ext>
            </p:extLst>
          </p:nvPr>
        </p:nvGraphicFramePr>
        <p:xfrm>
          <a:off x="1600200" y="3736975"/>
          <a:ext cx="1549400" cy="434975"/>
        </p:xfrm>
        <a:graphic>
          <a:graphicData uri="http://schemas.openxmlformats.org/presentationml/2006/ole">
            <mc:AlternateContent xmlns:mc="http://schemas.openxmlformats.org/markup-compatibility/2006">
              <mc:Choice xmlns:v="urn:schemas-microsoft-com:vml" Requires="v">
                <p:oleObj spid="_x0000_s71762" name="公式" r:id="rId7" imgW="482400" imgH="177480" progId="Equation.3">
                  <p:embed/>
                </p:oleObj>
              </mc:Choice>
              <mc:Fallback>
                <p:oleObj name="公式" r:id="rId7" imgW="482400" imgH="177480" progId="Equation.3">
                  <p:embed/>
                  <p:pic>
                    <p:nvPicPr>
                      <p:cNvPr id="0"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3736975"/>
                        <a:ext cx="154940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矩形 8"/>
          <p:cNvSpPr/>
          <p:nvPr/>
        </p:nvSpPr>
        <p:spPr>
          <a:xfrm>
            <a:off x="6781800" y="1352550"/>
            <a:ext cx="1600200" cy="2554545"/>
          </a:xfrm>
          <a:prstGeom prst="rect">
            <a:avLst/>
          </a:prstGeom>
          <a:solidFill>
            <a:schemeClr val="accent1">
              <a:lumMod val="20000"/>
              <a:lumOff val="80000"/>
            </a:schemeClr>
          </a:solidFill>
        </p:spPr>
        <p:txBody>
          <a:bodyPr wrap="square">
            <a:spAutoFit/>
          </a:bodyPr>
          <a:lstStyle/>
          <a:p>
            <a:r>
              <a:rPr lang="zh-CN" altLang="en-US" sz="3200" b="1" kern="0" dirty="0">
                <a:solidFill>
                  <a:srgbClr val="000000"/>
                </a:solidFill>
                <a:latin typeface="Times New Roman"/>
                <a:ea typeface="宋体"/>
              </a:rPr>
              <a:t>保守场沿闭合路径的积分等于</a:t>
            </a:r>
            <a:r>
              <a:rPr lang="en-US" altLang="zh-CN" sz="3200" b="1" kern="0" dirty="0">
                <a:solidFill>
                  <a:srgbClr val="000000"/>
                </a:solidFill>
                <a:latin typeface="Times New Roman"/>
                <a:ea typeface="宋体"/>
              </a:rPr>
              <a:t>0.</a:t>
            </a:r>
            <a:endParaRPr lang="zh-CN" altLang="en-US" dirty="0"/>
          </a:p>
        </p:txBody>
      </p:sp>
    </p:spTree>
    <p:extLst>
      <p:ext uri="{BB962C8B-B14F-4D97-AF65-F5344CB8AC3E}">
        <p14:creationId xmlns:p14="http://schemas.microsoft.com/office/powerpoint/2010/main" val="58203363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defRPr/>
            </a:pPr>
            <a:r>
              <a:rPr lang="en-US" altLang="zh-CN" dirty="0" smtClean="0"/>
              <a:t> </a:t>
            </a:r>
          </a:p>
        </p:txBody>
      </p:sp>
      <p:sp>
        <p:nvSpPr>
          <p:cNvPr id="71683" name="Rectangle 3" descr="Rectangle: Click to edit Master text styles&#10;Second level&#10;Third level&#10;Fourth level&#10;Fifth level"/>
          <p:cNvSpPr>
            <a:spLocks noGrp="1" noChangeArrowheads="1"/>
          </p:cNvSpPr>
          <p:nvPr>
            <p:ph type="body" idx="1"/>
          </p:nvPr>
        </p:nvSpPr>
        <p:spPr>
          <a:xfrm>
            <a:off x="228600" y="914400"/>
            <a:ext cx="8915400" cy="3086100"/>
          </a:xfrm>
        </p:spPr>
        <p:txBody>
          <a:bodyPr/>
          <a:lstStyle/>
          <a:p>
            <a:pPr marL="0" indent="0" eaLnBrk="1" hangingPunct="1">
              <a:lnSpc>
                <a:spcPct val="150000"/>
              </a:lnSpc>
              <a:buFont typeface="Wingdings" pitchFamily="2" charset="2"/>
              <a:buNone/>
            </a:pPr>
            <a:r>
              <a:rPr lang="zh-CN" altLang="en-US" dirty="0" smtClean="0"/>
              <a:t>                                                                </a:t>
            </a:r>
            <a:endParaRPr lang="en-US" altLang="zh-CN" dirty="0" smtClean="0"/>
          </a:p>
          <a:p>
            <a:pPr marL="0" indent="0" eaLnBrk="1" hangingPunct="1">
              <a:lnSpc>
                <a:spcPct val="150000"/>
              </a:lnSpc>
              <a:buFont typeface="Wingdings" pitchFamily="2" charset="2"/>
              <a:buNone/>
            </a:pPr>
            <a:endParaRPr lang="en-US" altLang="zh-CN" dirty="0" smtClean="0"/>
          </a:p>
          <a:p>
            <a:pPr marL="0" indent="0" eaLnBrk="1" hangingPunct="1">
              <a:lnSpc>
                <a:spcPct val="150000"/>
              </a:lnSpc>
              <a:buFont typeface="Wingdings" pitchFamily="2" charset="2"/>
              <a:buNone/>
            </a:pPr>
            <a:endParaRPr lang="en-US" altLang="zh-CN" dirty="0" smtClean="0"/>
          </a:p>
          <a:p>
            <a:pPr marL="0" indent="0" eaLnBrk="1" hangingPunct="1">
              <a:lnSpc>
                <a:spcPct val="150000"/>
              </a:lnSpc>
              <a:buFont typeface="Wingdings" pitchFamily="2" charset="2"/>
              <a:buNone/>
            </a:pPr>
            <a:r>
              <a:rPr lang="zh-CN" altLang="en-US" dirty="0" smtClean="0"/>
              <a:t>    这时，                                    称为</a:t>
            </a:r>
            <a:r>
              <a:rPr lang="zh-CN" altLang="en-US" dirty="0" smtClean="0">
                <a:solidFill>
                  <a:srgbClr val="CC0099"/>
                </a:solidFill>
              </a:rPr>
              <a:t>拉普拉斯算子</a:t>
            </a:r>
            <a:r>
              <a:rPr lang="zh-CN" altLang="en-US" dirty="0" smtClean="0"/>
              <a:t>                      </a:t>
            </a:r>
            <a:endParaRPr lang="en-US" altLang="zh-CN" dirty="0" smtClean="0"/>
          </a:p>
        </p:txBody>
      </p:sp>
      <p:sp>
        <p:nvSpPr>
          <p:cNvPr id="71684" name="Rectangle 5"/>
          <p:cNvSpPr>
            <a:spLocks noChangeArrowheads="1"/>
          </p:cNvSpPr>
          <p:nvPr/>
        </p:nvSpPr>
        <p:spPr bwMode="auto">
          <a:xfrm>
            <a:off x="0" y="231933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1685" name="Object 4"/>
          <p:cNvGraphicFramePr>
            <a:graphicFrameLocks noChangeAspect="1"/>
          </p:cNvGraphicFramePr>
          <p:nvPr>
            <p:extLst>
              <p:ext uri="{D42A27DB-BD31-4B8C-83A1-F6EECF244321}">
                <p14:modId xmlns:p14="http://schemas.microsoft.com/office/powerpoint/2010/main" val="784530331"/>
              </p:ext>
            </p:extLst>
          </p:nvPr>
        </p:nvGraphicFramePr>
        <p:xfrm>
          <a:off x="1295400" y="895350"/>
          <a:ext cx="5554423" cy="2438400"/>
        </p:xfrm>
        <a:graphic>
          <a:graphicData uri="http://schemas.openxmlformats.org/presentationml/2006/ole">
            <mc:AlternateContent xmlns:mc="http://schemas.openxmlformats.org/markup-compatibility/2006">
              <mc:Choice xmlns:v="urn:schemas-microsoft-com:vml" Requires="v">
                <p:oleObj spid="_x0000_s72758" name="公式" r:id="rId3" imgW="3124080" imgH="1803240" progId="Equation.3">
                  <p:embed/>
                </p:oleObj>
              </mc:Choice>
              <mc:Fallback>
                <p:oleObj name="公式" r:id="rId3" imgW="3124080" imgH="180324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895350"/>
                        <a:ext cx="5554423" cy="2438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686" name="Rectangle 7"/>
          <p:cNvSpPr>
            <a:spLocks noChangeArrowheads="1"/>
          </p:cNvSpPr>
          <p:nvPr/>
        </p:nvSpPr>
        <p:spPr bwMode="auto">
          <a:xfrm>
            <a:off x="0" y="2216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1687" name="Object 6"/>
          <p:cNvGraphicFramePr>
            <a:graphicFrameLocks noChangeAspect="1"/>
          </p:cNvGraphicFramePr>
          <p:nvPr>
            <p:extLst>
              <p:ext uri="{D42A27DB-BD31-4B8C-83A1-F6EECF244321}">
                <p14:modId xmlns:p14="http://schemas.microsoft.com/office/powerpoint/2010/main" val="594136349"/>
              </p:ext>
            </p:extLst>
          </p:nvPr>
        </p:nvGraphicFramePr>
        <p:xfrm>
          <a:off x="1828800" y="3333750"/>
          <a:ext cx="3619500" cy="893762"/>
        </p:xfrm>
        <a:graphic>
          <a:graphicData uri="http://schemas.openxmlformats.org/presentationml/2006/ole">
            <mc:AlternateContent xmlns:mc="http://schemas.openxmlformats.org/markup-compatibility/2006">
              <mc:Choice xmlns:v="urn:schemas-microsoft-com:vml" Requires="v">
                <p:oleObj spid="_x0000_s72759" name="公式" r:id="rId5" imgW="1346040" imgH="444240" progId="Equation.3">
                  <p:embed/>
                </p:oleObj>
              </mc:Choice>
              <mc:Fallback>
                <p:oleObj name="公式" r:id="rId5" imgW="1346040" imgH="44424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3333750"/>
                        <a:ext cx="3619500" cy="893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228600" y="216753"/>
            <a:ext cx="3068469" cy="830997"/>
          </a:xfrm>
          <a:prstGeom prst="rect">
            <a:avLst/>
          </a:prstGeom>
        </p:spPr>
        <p:txBody>
          <a:bodyPr wrap="none">
            <a:spAutoFit/>
          </a:bodyPr>
          <a:lstStyle/>
          <a:p>
            <a:pPr lvl="0" eaLnBrk="1" hangingPunct="1">
              <a:lnSpc>
                <a:spcPct val="150000"/>
              </a:lnSpc>
              <a:spcBef>
                <a:spcPct val="20000"/>
              </a:spcBef>
              <a:buClr>
                <a:srgbClr val="A50021"/>
              </a:buClr>
              <a:buSzPct val="75000"/>
            </a:pPr>
            <a:r>
              <a:rPr lang="zh-CN" altLang="en-US" sz="3200" b="1" kern="0" dirty="0" smtClean="0">
                <a:solidFill>
                  <a:srgbClr val="000000"/>
                </a:solidFill>
                <a:latin typeface="Times New Roman"/>
                <a:ea typeface="宋体"/>
              </a:rPr>
              <a:t>再看梯度的散度</a:t>
            </a:r>
            <a:endParaRPr lang="zh-CN" altLang="en-US" sz="3200" b="1" kern="0" dirty="0">
              <a:solidFill>
                <a:srgbClr val="000000"/>
              </a:solidFill>
              <a:latin typeface="Times New Roman"/>
              <a:ea typeface="宋体"/>
            </a:endParaRPr>
          </a:p>
        </p:txBody>
      </p:sp>
    </p:spTree>
    <p:extLst>
      <p:ext uri="{BB962C8B-B14F-4D97-AF65-F5344CB8AC3E}">
        <p14:creationId xmlns:p14="http://schemas.microsoft.com/office/powerpoint/2010/main" val="693739003"/>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57200" y="1123950"/>
                <a:ext cx="5029200" cy="3086100"/>
              </a:xfrm>
            </p:spPr>
            <p:txBody>
              <a:bodyPr/>
              <a:lstStyle/>
              <a:p>
                <a:pPr marL="0" indent="0">
                  <a:buNone/>
                </a:pPr>
                <a:r>
                  <a:rPr lang="zh-CN" altLang="en-US" sz="2800" dirty="0" smtClean="0"/>
                  <a:t>例</a:t>
                </a:r>
                <a:r>
                  <a:rPr lang="en-US" altLang="zh-CN" sz="2800" dirty="0" smtClean="0"/>
                  <a:t>1.6 </a:t>
                </a:r>
                <a:r>
                  <a:rPr lang="zh-CN" altLang="en-US" sz="2800" dirty="0" smtClean="0"/>
                  <a:t>二维标量场                    。现有一个在</a:t>
                </a:r>
                <a:r>
                  <a:rPr lang="en-US" altLang="zh-CN" sz="2800" i="1" dirty="0" err="1" smtClean="0"/>
                  <a:t>xOy</a:t>
                </a:r>
                <a:r>
                  <a:rPr lang="zh-CN" altLang="en-US" sz="2800" dirty="0" smtClean="0"/>
                  <a:t>    面内的闭合路径</a:t>
                </a:r>
                <a:r>
                  <a:rPr lang="en-US" altLang="zh-CN" sz="2800" dirty="0" smtClean="0"/>
                  <a:t>C</a:t>
                </a:r>
                <a:r>
                  <a:rPr lang="zh-CN" altLang="en-US" sz="2800" dirty="0" smtClean="0"/>
                  <a:t>，此闭合路径由 </a:t>
                </a:r>
                <a:r>
                  <a:rPr lang="en-US" altLang="zh-CN" sz="2800" dirty="0" smtClean="0"/>
                  <a:t>(0,0) </a:t>
                </a:r>
                <a:r>
                  <a:rPr lang="zh-CN" altLang="en-US" sz="2800" dirty="0" smtClean="0"/>
                  <a:t>和</a:t>
                </a:r>
                <a:r>
                  <a:rPr lang="en-US" altLang="zh-CN" sz="2800" dirty="0" smtClean="0"/>
                  <a:t>(2, </a:t>
                </a:r>
                <a14:m>
                  <m:oMath xmlns:m="http://schemas.openxmlformats.org/officeDocument/2006/math">
                    <m:rad>
                      <m:radPr>
                        <m:degHide m:val="on"/>
                        <m:ctrlPr>
                          <a:rPr lang="en-US" altLang="zh-CN" sz="2800" i="1" smtClean="0">
                            <a:latin typeface="Cambria Math" panose="02040503050406030204" pitchFamily="18" charset="0"/>
                          </a:rPr>
                        </m:ctrlPr>
                      </m:radPr>
                      <m:deg/>
                      <m:e>
                        <m:r>
                          <a:rPr lang="en-US" altLang="zh-CN" sz="2800" b="1" i="1" smtClean="0">
                            <a:latin typeface="Cambria Math"/>
                          </a:rPr>
                          <m:t>𝟐</m:t>
                        </m:r>
                      </m:e>
                    </m:rad>
                  </m:oMath>
                </a14:m>
                <a:r>
                  <a:rPr lang="en-US" altLang="zh-CN" sz="2800" dirty="0" smtClean="0"/>
                  <a:t>)</a:t>
                </a:r>
                <a:r>
                  <a:rPr lang="zh-CN" altLang="en-US" sz="2800" dirty="0" smtClean="0"/>
                  <a:t> 之间的一段抛物线 </a:t>
                </a:r>
                <a14:m>
                  <m:oMath xmlns:m="http://schemas.openxmlformats.org/officeDocument/2006/math">
                    <m:sSup>
                      <m:sSupPr>
                        <m:ctrlPr>
                          <a:rPr lang="en-US" altLang="zh-CN" sz="2800" b="1" i="1" smtClean="0">
                            <a:latin typeface="Cambria Math" panose="02040503050406030204" pitchFamily="18" charset="0"/>
                          </a:rPr>
                        </m:ctrlPr>
                      </m:sSupPr>
                      <m:e>
                        <m:r>
                          <a:rPr lang="en-US" altLang="zh-CN" sz="2800" b="1" i="1" smtClean="0">
                            <a:latin typeface="Cambria Math"/>
                          </a:rPr>
                          <m:t>𝒚</m:t>
                        </m:r>
                      </m:e>
                      <m:sup>
                        <m:r>
                          <a:rPr lang="en-US" altLang="zh-CN" sz="2800" b="1" i="1" smtClean="0">
                            <a:latin typeface="Cambria Math"/>
                          </a:rPr>
                          <m:t>𝟐</m:t>
                        </m:r>
                      </m:sup>
                    </m:sSup>
                    <m:r>
                      <a:rPr lang="en-US" altLang="zh-CN" sz="2800" b="1" i="1" smtClean="0">
                        <a:latin typeface="Cambria Math"/>
                      </a:rPr>
                      <m:t>=</m:t>
                    </m:r>
                    <m:r>
                      <a:rPr lang="en-US" altLang="zh-CN" sz="2800" b="1" i="1" smtClean="0">
                        <a:latin typeface="Cambria Math"/>
                      </a:rPr>
                      <m:t>𝒙</m:t>
                    </m:r>
                  </m:oMath>
                </a14:m>
                <a:r>
                  <a:rPr lang="zh-CN" altLang="en-US" sz="2800" dirty="0" smtClean="0"/>
                  <a:t> 和两段平行于坐标轴的直线组成。</a:t>
                </a:r>
                <a:endParaRPr lang="en-US" altLang="zh-CN" sz="2800" dirty="0" smtClean="0"/>
              </a:p>
              <a:p>
                <a:pPr marL="0" indent="0">
                  <a:buNone/>
                </a:pPr>
                <a:r>
                  <a:rPr lang="zh-CN" altLang="en-US" sz="2800" dirty="0"/>
                  <a:t>证明</a:t>
                </a:r>
                <a:endParaRPr lang="zh-CN" altLang="en-US" sz="2800" dirty="0" smtClean="0"/>
              </a:p>
              <a:p>
                <a:pPr marL="0" indent="0">
                  <a:buNone/>
                </a:pPr>
                <a:endParaRPr lang="zh-CN" altLang="en-US" sz="2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57200" y="1123950"/>
                <a:ext cx="5029200" cy="3086100"/>
              </a:xfrm>
              <a:blipFill rotWithShape="1">
                <a:blip r:embed="rId3"/>
                <a:stretch>
                  <a:fillRect l="-2424" t="-2564" r="-1818" b="-8876"/>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extLst>
              <p:ext uri="{D42A27DB-BD31-4B8C-83A1-F6EECF244321}">
                <p14:modId xmlns:p14="http://schemas.microsoft.com/office/powerpoint/2010/main" val="1149338323"/>
              </p:ext>
            </p:extLst>
          </p:nvPr>
        </p:nvGraphicFramePr>
        <p:xfrm>
          <a:off x="3399366" y="1200150"/>
          <a:ext cx="1629834" cy="381000"/>
        </p:xfrm>
        <a:graphic>
          <a:graphicData uri="http://schemas.openxmlformats.org/presentationml/2006/ole">
            <mc:AlternateContent xmlns:mc="http://schemas.openxmlformats.org/markup-compatibility/2006">
              <mc:Choice xmlns:v="urn:schemas-microsoft-com:vml" Requires="v">
                <p:oleObj spid="_x0000_s73808" name="公式" r:id="rId4" imgW="977760" imgH="228600" progId="Equation.3">
                  <p:embed/>
                </p:oleObj>
              </mc:Choice>
              <mc:Fallback>
                <p:oleObj name="公式" r:id="rId4" imgW="977760" imgH="228600" progId="Equation.3">
                  <p:embed/>
                  <p:pic>
                    <p:nvPicPr>
                      <p:cNvPr id="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9366" y="1200150"/>
                        <a:ext cx="1629834"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155648468"/>
              </p:ext>
            </p:extLst>
          </p:nvPr>
        </p:nvGraphicFramePr>
        <p:xfrm>
          <a:off x="5410200" y="1885950"/>
          <a:ext cx="3610092" cy="2286000"/>
        </p:xfrm>
        <a:graphic>
          <a:graphicData uri="http://schemas.openxmlformats.org/presentationml/2006/ole">
            <mc:AlternateContent xmlns:mc="http://schemas.openxmlformats.org/markup-compatibility/2006">
              <mc:Choice xmlns:v="urn:schemas-microsoft-com:vml" Requires="v">
                <p:oleObj spid="_x0000_s73809" r:id="rId6" imgW="11323810" imgH="9561905" progId="">
                  <p:embed/>
                </p:oleObj>
              </mc:Choice>
              <mc:Fallback>
                <p:oleObj r:id="rId6" imgW="11323810" imgH="9561905" progId="">
                  <p:embed/>
                  <p:pic>
                    <p:nvPicPr>
                      <p:cNvPr id="0"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0200" y="1885950"/>
                        <a:ext cx="3610092" cy="228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Arc 18"/>
          <p:cNvSpPr>
            <a:spLocks/>
          </p:cNvSpPr>
          <p:nvPr/>
        </p:nvSpPr>
        <p:spPr bwMode="auto">
          <a:xfrm>
            <a:off x="6724650" y="2495550"/>
            <a:ext cx="514350" cy="381000"/>
          </a:xfrm>
          <a:custGeom>
            <a:avLst/>
            <a:gdLst>
              <a:gd name="G0" fmla="+- 21592 0 0"/>
              <a:gd name="G1" fmla="+- 21600 0 0"/>
              <a:gd name="G2" fmla="+- 21600 0 0"/>
              <a:gd name="T0" fmla="*/ 0 w 43192"/>
              <a:gd name="T1" fmla="*/ 21020 h 43200"/>
              <a:gd name="T2" fmla="*/ 16257 w 43192"/>
              <a:gd name="T3" fmla="*/ 42531 h 43200"/>
              <a:gd name="T4" fmla="*/ 21592 w 43192"/>
              <a:gd name="T5" fmla="*/ 21600 h 43200"/>
            </a:gdLst>
            <a:ahLst/>
            <a:cxnLst>
              <a:cxn ang="0">
                <a:pos x="T0" y="T1"/>
              </a:cxn>
              <a:cxn ang="0">
                <a:pos x="T2" y="T3"/>
              </a:cxn>
              <a:cxn ang="0">
                <a:pos x="T4" y="T5"/>
              </a:cxn>
            </a:cxnLst>
            <a:rect l="0" t="0" r="r" b="b"/>
            <a:pathLst>
              <a:path w="43192" h="43200" fill="none" extrusionOk="0">
                <a:moveTo>
                  <a:pt x="-1" y="21019"/>
                </a:moveTo>
                <a:cubicBezTo>
                  <a:pt x="314" y="9320"/>
                  <a:pt x="9888" y="-1"/>
                  <a:pt x="21592" y="0"/>
                </a:cubicBezTo>
                <a:cubicBezTo>
                  <a:pt x="33521" y="0"/>
                  <a:pt x="43192" y="9670"/>
                  <a:pt x="43192" y="21600"/>
                </a:cubicBezTo>
                <a:cubicBezTo>
                  <a:pt x="43192" y="33529"/>
                  <a:pt x="33521" y="43200"/>
                  <a:pt x="21592" y="43200"/>
                </a:cubicBezTo>
                <a:cubicBezTo>
                  <a:pt x="19792" y="43200"/>
                  <a:pt x="18000" y="42975"/>
                  <a:pt x="16257" y="42530"/>
                </a:cubicBezTo>
              </a:path>
              <a:path w="43192" h="43200" stroke="0" extrusionOk="0">
                <a:moveTo>
                  <a:pt x="-1" y="21019"/>
                </a:moveTo>
                <a:cubicBezTo>
                  <a:pt x="314" y="9320"/>
                  <a:pt x="9888" y="-1"/>
                  <a:pt x="21592" y="0"/>
                </a:cubicBezTo>
                <a:cubicBezTo>
                  <a:pt x="33521" y="0"/>
                  <a:pt x="43192" y="9670"/>
                  <a:pt x="43192" y="21600"/>
                </a:cubicBezTo>
                <a:cubicBezTo>
                  <a:pt x="43192" y="33529"/>
                  <a:pt x="33521" y="43200"/>
                  <a:pt x="21592" y="43200"/>
                </a:cubicBezTo>
                <a:cubicBezTo>
                  <a:pt x="19792" y="43200"/>
                  <a:pt x="18000" y="42975"/>
                  <a:pt x="16257" y="42530"/>
                </a:cubicBezTo>
                <a:lnTo>
                  <a:pt x="21592" y="21600"/>
                </a:lnTo>
                <a:close/>
              </a:path>
            </a:pathLst>
          </a:custGeom>
          <a:solidFill>
            <a:schemeClr val="tx2">
              <a:lumMod val="20000"/>
              <a:lumOff val="80000"/>
            </a:schemeClr>
          </a:solidFill>
          <a:ln w="19050">
            <a:solidFill>
              <a:schemeClr val="bg2">
                <a:lumMod val="50000"/>
              </a:schemeClr>
            </a:solidFill>
            <a:round/>
            <a:headEnd type="triangle" w="med" len="med"/>
            <a:tailEnd/>
          </a:ln>
          <a:effectLst/>
        </p:spPr>
        <p:txBody>
          <a:bodyPr wrap="none" anchor="ctr"/>
          <a:lstStyle/>
          <a:p>
            <a:pPr>
              <a:defRPr/>
            </a:pPr>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3104933028"/>
              </p:ext>
            </p:extLst>
          </p:nvPr>
        </p:nvGraphicFramePr>
        <p:xfrm>
          <a:off x="1752600" y="3867150"/>
          <a:ext cx="1439090" cy="533400"/>
        </p:xfrm>
        <a:graphic>
          <a:graphicData uri="http://schemas.openxmlformats.org/presentationml/2006/ole">
            <mc:AlternateContent xmlns:mc="http://schemas.openxmlformats.org/markup-compatibility/2006">
              <mc:Choice xmlns:v="urn:schemas-microsoft-com:vml" Requires="v">
                <p:oleObj spid="_x0000_s73810" name="公式" r:id="rId8" imgW="787320" imgH="291960" progId="Equation.3">
                  <p:embed/>
                </p:oleObj>
              </mc:Choice>
              <mc:Fallback>
                <p:oleObj name="公式" r:id="rId8" imgW="787320" imgH="291960" progId="Equation.3">
                  <p:embed/>
                  <p:pic>
                    <p:nvPicPr>
                      <p:cNvPr id="0"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52600" y="3867150"/>
                        <a:ext cx="143909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5852642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内容占位符 2" descr="Rectangle: Click to edit Master text styles&#10;Second level&#10;Third level&#10;Fourth level&#10;Fifth level"/>
          <p:cNvSpPr>
            <a:spLocks noGrp="1"/>
          </p:cNvSpPr>
          <p:nvPr>
            <p:ph idx="1"/>
          </p:nvPr>
        </p:nvSpPr>
        <p:spPr/>
        <p:txBody>
          <a:bodyPr/>
          <a:lstStyle/>
          <a:p>
            <a:endParaRPr lang="zh-CN" altLang="en-US" smtClean="0"/>
          </a:p>
        </p:txBody>
      </p:sp>
      <p:sp>
        <p:nvSpPr>
          <p:cNvPr id="72707" name="Text Box 9"/>
          <p:cNvSpPr txBox="1">
            <a:spLocks noChangeArrowheads="1"/>
          </p:cNvSpPr>
          <p:nvPr/>
        </p:nvSpPr>
        <p:spPr bwMode="auto">
          <a:xfrm>
            <a:off x="683568" y="51470"/>
            <a:ext cx="7632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nchorCtr="1">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en-US" altLang="en-US" sz="2800" dirty="0" err="1">
                <a:solidFill>
                  <a:srgbClr val="FF0000"/>
                </a:solidFill>
                <a:latin typeface="楷体_GB2312"/>
                <a:ea typeface="楷体_GB2312"/>
                <a:cs typeface="楷体_GB2312"/>
              </a:rPr>
              <a:t>梯度、散度、旋度的比较</a:t>
            </a:r>
            <a:endParaRPr lang="zh-CN" altLang="en-US" sz="2800" dirty="0">
              <a:solidFill>
                <a:srgbClr val="FF0000"/>
              </a:solidFill>
              <a:latin typeface="楷体_GB2312"/>
              <a:ea typeface="楷体_GB2312"/>
              <a:cs typeface="楷体_GB2312"/>
            </a:endParaRPr>
          </a:p>
        </p:txBody>
      </p:sp>
      <p:pic>
        <p:nvPicPr>
          <p:cNvPr id="72708"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6588"/>
            <a:ext cx="8275638"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123728" y="1506778"/>
            <a:ext cx="792088" cy="135323"/>
          </a:xfrm>
          <a:prstGeom prst="rect">
            <a:avLst/>
          </a:prstGeom>
          <a:solidFill>
            <a:schemeClr val="bg1"/>
          </a:solidFill>
        </p:spPr>
        <p:txBody>
          <a:bodyPr wrap="square" rtlCol="0">
            <a:spAutoFit/>
          </a:bodyPr>
          <a:lstStyle/>
          <a:p>
            <a:pPr>
              <a:lnSpc>
                <a:spcPct val="50000"/>
              </a:lnSpc>
              <a:spcBef>
                <a:spcPts val="0"/>
              </a:spcBef>
            </a:pPr>
            <a:r>
              <a:rPr lang="en-US" altLang="zh-CN" sz="1000" b="1" i="1" dirty="0" smtClean="0">
                <a:solidFill>
                  <a:srgbClr val="000000"/>
                </a:solidFill>
                <a:latin typeface="+mn-lt"/>
              </a:rPr>
              <a:t>f</a:t>
            </a:r>
            <a:r>
              <a:rPr lang="en-US" altLang="zh-CN" sz="1000" b="1" dirty="0" smtClean="0">
                <a:solidFill>
                  <a:srgbClr val="000000"/>
                </a:solidFill>
                <a:latin typeface="+mn-lt"/>
              </a:rPr>
              <a:t>(</a:t>
            </a:r>
            <a:r>
              <a:rPr lang="en-US" altLang="zh-CN" sz="1000" b="1" i="1" dirty="0" err="1" smtClean="0">
                <a:solidFill>
                  <a:srgbClr val="000000"/>
                </a:solidFill>
                <a:latin typeface="+mn-lt"/>
              </a:rPr>
              <a:t>x,y,z</a:t>
            </a:r>
            <a:r>
              <a:rPr lang="en-US" altLang="zh-CN" sz="1000" b="1" dirty="0" smtClean="0">
                <a:solidFill>
                  <a:srgbClr val="000000"/>
                </a:solidFill>
                <a:latin typeface="+mn-lt"/>
              </a:rPr>
              <a:t>)</a:t>
            </a:r>
            <a:endParaRPr lang="zh-CN" altLang="en-US" sz="1000" b="1" dirty="0">
              <a:solidFill>
                <a:srgbClr val="000000"/>
              </a:solidFill>
              <a:latin typeface="+mn-lt"/>
            </a:endParaRPr>
          </a:p>
        </p:txBody>
      </p:sp>
    </p:spTree>
    <p:extLst>
      <p:ext uri="{BB962C8B-B14F-4D97-AF65-F5344CB8AC3E}">
        <p14:creationId xmlns:p14="http://schemas.microsoft.com/office/powerpoint/2010/main" val="2201306726"/>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defRPr/>
            </a:pPr>
            <a:r>
              <a:rPr lang="en-US" altLang="zh-CN" dirty="0" smtClean="0"/>
              <a:t>  1.5  </a:t>
            </a:r>
            <a:r>
              <a:rPr lang="zh-CN" altLang="en-US" dirty="0" smtClean="0"/>
              <a:t>亥姆霍兹定理</a:t>
            </a:r>
          </a:p>
        </p:txBody>
      </p:sp>
      <p:sp>
        <p:nvSpPr>
          <p:cNvPr id="8195" name="Rectangle 3" descr="Rectangle: Click to edit Master text styles&#10;Second level&#10;Third level&#10;Fourth level&#10;Fifth level"/>
          <p:cNvSpPr>
            <a:spLocks noGrp="1" noChangeArrowheads="1"/>
          </p:cNvSpPr>
          <p:nvPr>
            <p:ph type="body" idx="1"/>
          </p:nvPr>
        </p:nvSpPr>
        <p:spPr/>
        <p:txBody>
          <a:bodyPr/>
          <a:lstStyle/>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亥姆霍兹定理  在空间有限区域内有一矢量场</a:t>
            </a:r>
            <a:r>
              <a:rPr lang="en-US" altLang="zh-CN" dirty="0" smtClean="0">
                <a:latin typeface="宋体" pitchFamily="2" charset="-122"/>
              </a:rPr>
              <a:t>F</a:t>
            </a:r>
            <a:r>
              <a:rPr lang="zh-CN" altLang="en-US" dirty="0" smtClean="0">
                <a:latin typeface="宋体" pitchFamily="2" charset="-122"/>
              </a:rPr>
              <a:t>，若已知它的</a:t>
            </a:r>
            <a:r>
              <a:rPr lang="zh-CN" altLang="en-US" dirty="0" smtClean="0">
                <a:solidFill>
                  <a:srgbClr val="FF0000"/>
                </a:solidFill>
                <a:latin typeface="宋体" pitchFamily="2" charset="-122"/>
              </a:rPr>
              <a:t>散度</a:t>
            </a:r>
            <a:r>
              <a:rPr lang="zh-CN" altLang="en-US" dirty="0" smtClean="0">
                <a:latin typeface="宋体" pitchFamily="2" charset="-122"/>
              </a:rPr>
              <a:t>、</a:t>
            </a:r>
            <a:r>
              <a:rPr lang="zh-CN" altLang="en-US" dirty="0" smtClean="0">
                <a:solidFill>
                  <a:srgbClr val="FF0000"/>
                </a:solidFill>
                <a:latin typeface="宋体" pitchFamily="2" charset="-122"/>
              </a:rPr>
              <a:t>旋度</a:t>
            </a:r>
            <a:r>
              <a:rPr lang="zh-CN" altLang="en-US" dirty="0" smtClean="0">
                <a:latin typeface="宋体" pitchFamily="2" charset="-122"/>
              </a:rPr>
              <a:t>和</a:t>
            </a:r>
            <a:r>
              <a:rPr lang="zh-CN" altLang="en-US" dirty="0" smtClean="0">
                <a:solidFill>
                  <a:srgbClr val="FF0000"/>
                </a:solidFill>
                <a:latin typeface="宋体" pitchFamily="2" charset="-122"/>
              </a:rPr>
              <a:t>边界条件</a:t>
            </a:r>
            <a:r>
              <a:rPr lang="zh-CN" altLang="en-US" dirty="0" smtClean="0">
                <a:latin typeface="宋体" pitchFamily="2" charset="-122"/>
              </a:rPr>
              <a:t>，则该矢量场就唯一确定了。换言之，一个矢量场所具有的特性完全由它的散度和旋度确定。</a:t>
            </a:r>
          </a:p>
          <a:p>
            <a:pPr marL="0" indent="0" eaLnBrk="1" hangingPunct="1">
              <a:buFont typeface="Wingdings" pitchFamily="2" charset="2"/>
              <a:buNone/>
            </a:pPr>
            <a:endParaRPr lang="en-US" altLang="zh-CN" dirty="0" smtClean="0">
              <a:latin typeface="宋体" pitchFamily="2" charset="-122"/>
            </a:endParaRPr>
          </a:p>
        </p:txBody>
      </p:sp>
    </p:spTree>
    <p:extLst>
      <p:ext uri="{BB962C8B-B14F-4D97-AF65-F5344CB8AC3E}">
        <p14:creationId xmlns:p14="http://schemas.microsoft.com/office/powerpoint/2010/main" val="3228873112"/>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en-US" altLang="zh-CN" smtClean="0"/>
              <a:t> </a:t>
            </a:r>
          </a:p>
        </p:txBody>
      </p:sp>
      <p:sp>
        <p:nvSpPr>
          <p:cNvPr id="9219" name="Rectangle 3" descr="Rectangle: Click to edit Master text styles&#10;Second level&#10;Third level&#10;Fourth level&#10;Fifth level"/>
          <p:cNvSpPr>
            <a:spLocks noGrp="1" noChangeArrowheads="1"/>
          </p:cNvSpPr>
          <p:nvPr>
            <p:ph type="body" idx="1"/>
          </p:nvPr>
        </p:nvSpPr>
        <p:spPr>
          <a:xfrm>
            <a:off x="685800" y="209550"/>
            <a:ext cx="8077200" cy="1426096"/>
          </a:xfrm>
        </p:spPr>
        <p:txBody>
          <a:bodyPr/>
          <a:lstStyle/>
          <a:p>
            <a:pPr marL="0" indent="0" eaLnBrk="1" hangingPunct="1">
              <a:lnSpc>
                <a:spcPct val="90000"/>
              </a:lnSpc>
              <a:buFont typeface="Wingdings" pitchFamily="2" charset="2"/>
              <a:buNone/>
            </a:pPr>
            <a:r>
              <a:rPr lang="en-US" altLang="zh-CN" dirty="0" smtClean="0">
                <a:latin typeface="宋体" pitchFamily="2" charset="-122"/>
              </a:rPr>
              <a:t>    </a:t>
            </a:r>
            <a:r>
              <a:rPr lang="zh-CN" altLang="en-US" dirty="0" smtClean="0">
                <a:latin typeface="宋体" pitchFamily="2" charset="-122"/>
              </a:rPr>
              <a:t>如果一个矢量场的旋度为</a:t>
            </a:r>
            <a:r>
              <a:rPr lang="en-US" altLang="zh-CN" dirty="0" smtClean="0">
                <a:latin typeface="宋体" pitchFamily="2" charset="-122"/>
              </a:rPr>
              <a:t>0</a:t>
            </a:r>
            <a:r>
              <a:rPr lang="zh-CN" altLang="en-US" dirty="0" smtClean="0">
                <a:latin typeface="宋体" pitchFamily="2" charset="-122"/>
              </a:rPr>
              <a:t>，则称为</a:t>
            </a:r>
            <a:r>
              <a:rPr lang="zh-CN" altLang="en-US" dirty="0" smtClean="0">
                <a:solidFill>
                  <a:srgbClr val="FF0000"/>
                </a:solidFill>
                <a:latin typeface="宋体" pitchFamily="2" charset="-122"/>
              </a:rPr>
              <a:t>无旋场</a:t>
            </a:r>
            <a:r>
              <a:rPr lang="zh-CN" altLang="en-US" dirty="0" smtClean="0">
                <a:latin typeface="宋体" pitchFamily="2" charset="-122"/>
              </a:rPr>
              <a:t>；矢量场的散度对应标量源，称为发散源（通量源）</a:t>
            </a:r>
            <a:r>
              <a:rPr lang="zh-CN" altLang="en-US" dirty="0" smtClean="0">
                <a:latin typeface="Verdana" pitchFamily="34" charset="0"/>
              </a:rPr>
              <a:t> ，例如：静电场</a:t>
            </a:r>
            <a:r>
              <a:rPr lang="zh-CN" altLang="en-US" dirty="0" smtClean="0">
                <a:latin typeface="宋体" pitchFamily="2" charset="-122"/>
              </a:rPr>
              <a:t>；</a:t>
            </a:r>
            <a:endParaRPr lang="en-US" altLang="zh-CN" dirty="0" smtClean="0">
              <a:latin typeface="宋体" pitchFamily="2" charset="-122"/>
            </a:endParaRPr>
          </a:p>
          <a:p>
            <a:pPr marL="0" indent="0" eaLnBrk="1" hangingPunct="1">
              <a:lnSpc>
                <a:spcPct val="90000"/>
              </a:lnSpc>
              <a:buFont typeface="Wingdings" pitchFamily="2" charset="2"/>
              <a:buNone/>
            </a:pPr>
            <a:endParaRPr lang="en-US" altLang="zh-CN" dirty="0" smtClean="0">
              <a:latin typeface="宋体" pitchFamily="2" charset="-122"/>
            </a:endParaRPr>
          </a:p>
        </p:txBody>
      </p:sp>
      <p:sp>
        <p:nvSpPr>
          <p:cNvPr id="3" name="矩形 2"/>
          <p:cNvSpPr/>
          <p:nvPr/>
        </p:nvSpPr>
        <p:spPr>
          <a:xfrm>
            <a:off x="685800" y="1869902"/>
            <a:ext cx="7990656" cy="1421928"/>
          </a:xfrm>
          <a:prstGeom prst="rect">
            <a:avLst/>
          </a:prstGeom>
        </p:spPr>
        <p:txBody>
          <a:bodyPr wrap="square">
            <a:spAutoFit/>
          </a:bodyPr>
          <a:lstStyle/>
          <a:p>
            <a:pPr lvl="0" eaLnBrk="1" hangingPunct="1">
              <a:lnSpc>
                <a:spcPct val="90000"/>
              </a:lnSpc>
              <a:spcBef>
                <a:spcPct val="20000"/>
              </a:spcBef>
              <a:buClr>
                <a:srgbClr val="A50021"/>
              </a:buClr>
              <a:buSzPct val="75000"/>
            </a:pPr>
            <a:r>
              <a:rPr lang="zh-CN" altLang="en-US" sz="3200" b="1" kern="0" dirty="0">
                <a:solidFill>
                  <a:srgbClr val="000000"/>
                </a:solidFill>
                <a:latin typeface="宋体" pitchFamily="2" charset="-122"/>
                <a:ea typeface="宋体"/>
              </a:rPr>
              <a:t>如果一个矢量场的散度为</a:t>
            </a:r>
            <a:r>
              <a:rPr lang="en-US" altLang="zh-CN" sz="3200" b="1" kern="0" dirty="0">
                <a:solidFill>
                  <a:srgbClr val="000000"/>
                </a:solidFill>
                <a:latin typeface="宋体" pitchFamily="2" charset="-122"/>
                <a:ea typeface="宋体"/>
              </a:rPr>
              <a:t>0</a:t>
            </a:r>
            <a:r>
              <a:rPr lang="zh-CN" altLang="en-US" sz="3200" b="1" kern="0" dirty="0">
                <a:solidFill>
                  <a:srgbClr val="000000"/>
                </a:solidFill>
                <a:latin typeface="宋体" pitchFamily="2" charset="-122"/>
                <a:ea typeface="宋体"/>
              </a:rPr>
              <a:t>，则称为</a:t>
            </a:r>
            <a:r>
              <a:rPr lang="zh-CN" altLang="en-US" sz="3200" b="1" kern="0" dirty="0">
                <a:solidFill>
                  <a:srgbClr val="FF0000"/>
                </a:solidFill>
                <a:latin typeface="宋体" pitchFamily="2" charset="-122"/>
                <a:ea typeface="宋体"/>
              </a:rPr>
              <a:t>无散场</a:t>
            </a:r>
            <a:r>
              <a:rPr lang="zh-CN" altLang="en-US" sz="3200" b="1" kern="0" dirty="0">
                <a:solidFill>
                  <a:srgbClr val="000000"/>
                </a:solidFill>
                <a:latin typeface="宋体" pitchFamily="2" charset="-122"/>
                <a:ea typeface="宋体"/>
              </a:rPr>
              <a:t>。矢量场的旋度对应矢量源，称为</a:t>
            </a:r>
            <a:r>
              <a:rPr lang="zh-CN" altLang="en-US" sz="3200" b="1" kern="0" dirty="0">
                <a:solidFill>
                  <a:srgbClr val="FF0000"/>
                </a:solidFill>
                <a:latin typeface="宋体" pitchFamily="2" charset="-122"/>
                <a:ea typeface="宋体"/>
              </a:rPr>
              <a:t>旋涡源</a:t>
            </a:r>
            <a:r>
              <a:rPr lang="zh-CN" altLang="en-US" sz="3200" b="1" kern="0" dirty="0">
                <a:solidFill>
                  <a:srgbClr val="000000"/>
                </a:solidFill>
                <a:latin typeface="Verdana" pitchFamily="34" charset="0"/>
                <a:ea typeface="宋体"/>
              </a:rPr>
              <a:t>，例如：恒定磁场</a:t>
            </a:r>
            <a:r>
              <a:rPr lang="zh-CN" altLang="en-US" sz="3200" b="1" kern="0" dirty="0">
                <a:solidFill>
                  <a:srgbClr val="000000"/>
                </a:solidFill>
                <a:latin typeface="宋体" pitchFamily="2" charset="-122"/>
                <a:ea typeface="宋体"/>
              </a:rPr>
              <a:t>。</a:t>
            </a:r>
          </a:p>
        </p:txBody>
      </p:sp>
      <p:sp>
        <p:nvSpPr>
          <p:cNvPr id="5" name="矩形 4"/>
          <p:cNvSpPr/>
          <p:nvPr/>
        </p:nvSpPr>
        <p:spPr>
          <a:xfrm>
            <a:off x="827584" y="3454078"/>
            <a:ext cx="7776864" cy="1421928"/>
          </a:xfrm>
          <a:prstGeom prst="rect">
            <a:avLst/>
          </a:prstGeom>
        </p:spPr>
        <p:txBody>
          <a:bodyPr wrap="square">
            <a:spAutoFit/>
          </a:bodyPr>
          <a:lstStyle/>
          <a:p>
            <a:pPr lvl="0" eaLnBrk="1" hangingPunct="1">
              <a:lnSpc>
                <a:spcPct val="90000"/>
              </a:lnSpc>
              <a:spcBef>
                <a:spcPct val="20000"/>
              </a:spcBef>
              <a:buClr>
                <a:srgbClr val="A50021"/>
              </a:buClr>
              <a:buSzPct val="75000"/>
            </a:pPr>
            <a:r>
              <a:rPr lang="zh-CN" altLang="en-US" sz="3200" b="1" kern="0" dirty="0">
                <a:solidFill>
                  <a:srgbClr val="000000"/>
                </a:solidFill>
                <a:latin typeface="宋体" pitchFamily="2" charset="-122"/>
                <a:ea typeface="宋体"/>
              </a:rPr>
              <a:t>对于</a:t>
            </a:r>
            <a:r>
              <a:rPr lang="zh-CN" altLang="en-US" sz="3200" b="1" kern="0" dirty="0">
                <a:solidFill>
                  <a:srgbClr val="FF0000"/>
                </a:solidFill>
                <a:latin typeface="宋体" pitchFamily="2" charset="-122"/>
                <a:ea typeface="宋体"/>
              </a:rPr>
              <a:t>一个无旋场，可以表示为一个标量场的梯度</a:t>
            </a:r>
            <a:r>
              <a:rPr lang="zh-CN" altLang="en-US" sz="3200" b="1" kern="0" dirty="0">
                <a:solidFill>
                  <a:srgbClr val="000000"/>
                </a:solidFill>
                <a:latin typeface="宋体" pitchFamily="2" charset="-122"/>
                <a:ea typeface="宋体"/>
              </a:rPr>
              <a:t>，这一原则将标量场与矢量场联系了起来。</a:t>
            </a:r>
          </a:p>
        </p:txBody>
      </p:sp>
    </p:spTree>
    <p:extLst>
      <p:ext uri="{BB962C8B-B14F-4D97-AF65-F5344CB8AC3E}">
        <p14:creationId xmlns:p14="http://schemas.microsoft.com/office/powerpoint/2010/main" val="1030229427"/>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3" name="内容占位符 2" descr="Rectangle: Click to edit Master text styles&#10;Second level&#10;Third level&#10;Fourth level&#10;Fifth level"/>
          <p:cNvSpPr>
            <a:spLocks noGrp="1"/>
          </p:cNvSpPr>
          <p:nvPr>
            <p:ph idx="1"/>
          </p:nvPr>
        </p:nvSpPr>
        <p:spPr>
          <a:xfrm>
            <a:off x="304800" y="704850"/>
            <a:ext cx="8610600" cy="3086100"/>
          </a:xfrm>
        </p:spPr>
        <p:txBody>
          <a:bodyPr/>
          <a:lstStyle/>
          <a:p>
            <a:pPr marL="354013" indent="-354013">
              <a:lnSpc>
                <a:spcPct val="125000"/>
              </a:lnSpc>
              <a:defRPr/>
            </a:pPr>
            <a:r>
              <a:rPr lang="zh-CN" altLang="en-US" dirty="0" smtClean="0">
                <a:latin typeface="Verdana" pitchFamily="34" charset="0"/>
              </a:rPr>
              <a:t>存在通量源的矢量场称</a:t>
            </a:r>
            <a:r>
              <a:rPr lang="zh-CN" altLang="en-US" dirty="0" smtClean="0">
                <a:solidFill>
                  <a:srgbClr val="FF0000"/>
                </a:solidFill>
                <a:latin typeface="Verdana" pitchFamily="34" charset="0"/>
              </a:rPr>
              <a:t>有源场</a:t>
            </a:r>
            <a:r>
              <a:rPr lang="zh-CN" altLang="en-US" dirty="0" smtClean="0">
                <a:latin typeface="Verdana" pitchFamily="34" charset="0"/>
              </a:rPr>
              <a:t>。在源区，该矢量场的散度不为零；而在非源区，该矢量场的散度仍然可以为零。</a:t>
            </a:r>
          </a:p>
          <a:p>
            <a:pPr>
              <a:defRPr/>
            </a:pPr>
            <a:endParaRPr lang="zh-CN" altLang="en-US" sz="2400" dirty="0"/>
          </a:p>
        </p:txBody>
      </p:sp>
      <p:sp>
        <p:nvSpPr>
          <p:cNvPr id="5" name="矩形 4"/>
          <p:cNvSpPr/>
          <p:nvPr/>
        </p:nvSpPr>
        <p:spPr>
          <a:xfrm>
            <a:off x="323528" y="2792419"/>
            <a:ext cx="8496944" cy="1938992"/>
          </a:xfrm>
          <a:prstGeom prst="rect">
            <a:avLst/>
          </a:prstGeom>
        </p:spPr>
        <p:txBody>
          <a:bodyPr wrap="square">
            <a:spAutoFit/>
          </a:bodyPr>
          <a:lstStyle/>
          <a:p>
            <a:pPr marL="354013" lvl="0" indent="-354013">
              <a:lnSpc>
                <a:spcPct val="125000"/>
              </a:lnSpc>
              <a:spcBef>
                <a:spcPct val="20000"/>
              </a:spcBef>
              <a:buClr>
                <a:srgbClr val="A50021"/>
              </a:buClr>
              <a:buSzPct val="75000"/>
              <a:buFont typeface="Wingdings" pitchFamily="2" charset="2"/>
              <a:buChar char="•"/>
              <a:defRPr/>
            </a:pPr>
            <a:r>
              <a:rPr lang="zh-CN" altLang="en-US" sz="3200" b="1" kern="0" dirty="0">
                <a:solidFill>
                  <a:srgbClr val="000000"/>
                </a:solidFill>
                <a:latin typeface="Verdana" pitchFamily="34" charset="0"/>
                <a:ea typeface="宋体"/>
              </a:rPr>
              <a:t>存在旋涡源的矢量场称为</a:t>
            </a:r>
            <a:r>
              <a:rPr lang="zh-CN" altLang="en-US" sz="3200" b="1" kern="0" dirty="0">
                <a:solidFill>
                  <a:srgbClr val="FF0000"/>
                </a:solidFill>
                <a:latin typeface="Verdana" pitchFamily="34" charset="0"/>
                <a:ea typeface="宋体"/>
              </a:rPr>
              <a:t>有旋场</a:t>
            </a:r>
            <a:r>
              <a:rPr lang="zh-CN" altLang="en-US" sz="3200" b="1" kern="0" dirty="0">
                <a:solidFill>
                  <a:srgbClr val="000000"/>
                </a:solidFill>
                <a:latin typeface="Verdana" pitchFamily="34" charset="0"/>
                <a:ea typeface="宋体"/>
              </a:rPr>
              <a:t>，但这个场的旋度仅在存在旋涡源的空间点上不为零，在其它的点上仍然可以为零。</a:t>
            </a:r>
          </a:p>
        </p:txBody>
      </p:sp>
    </p:spTree>
    <p:extLst>
      <p:ext uri="{BB962C8B-B14F-4D97-AF65-F5344CB8AC3E}">
        <p14:creationId xmlns:p14="http://schemas.microsoft.com/office/powerpoint/2010/main" val="3632367025"/>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内容占位符 2" descr="Rectangle: Click to edit Master text styles&#10;Second level&#10;Third level&#10;Fourth level&#10;Fifth level"/>
          <p:cNvSpPr>
            <a:spLocks noGrp="1"/>
          </p:cNvSpPr>
          <p:nvPr>
            <p:ph idx="1"/>
          </p:nvPr>
        </p:nvSpPr>
        <p:spPr>
          <a:xfrm>
            <a:off x="152400" y="19050"/>
            <a:ext cx="9067800" cy="3086100"/>
          </a:xfrm>
        </p:spPr>
        <p:txBody>
          <a:bodyPr/>
          <a:lstStyle/>
          <a:p>
            <a:pPr>
              <a:buFont typeface="Wingdings" pitchFamily="2" charset="2"/>
              <a:buNone/>
            </a:pPr>
            <a:r>
              <a:rPr lang="zh-CN" altLang="en-US" dirty="0" smtClean="0">
                <a:solidFill>
                  <a:srgbClr val="FF0000"/>
                </a:solidFill>
              </a:rPr>
              <a:t>一个矢量场可以表示为一个无旋的散度场和一个无散的旋度场的叠加</a:t>
            </a:r>
            <a:r>
              <a:rPr lang="zh-CN" altLang="en-US" dirty="0" smtClean="0"/>
              <a:t>。即</a:t>
            </a:r>
            <a:r>
              <a:rPr lang="en-US" altLang="zh-CN" dirty="0" smtClean="0"/>
              <a:t>F=F</a:t>
            </a:r>
            <a:r>
              <a:rPr lang="en-US" altLang="zh-CN" baseline="-25000" dirty="0" smtClean="0"/>
              <a:t>1 </a:t>
            </a:r>
            <a:r>
              <a:rPr lang="en-US" altLang="zh-CN" dirty="0" smtClean="0"/>
              <a:t>+F</a:t>
            </a:r>
            <a:r>
              <a:rPr lang="en-US" altLang="zh-CN" baseline="-25000" dirty="0" smtClean="0"/>
              <a:t>2</a:t>
            </a:r>
            <a:r>
              <a:rPr lang="zh-CN" altLang="en-US" dirty="0" smtClean="0"/>
              <a:t>。</a:t>
            </a:r>
            <a:endParaRPr lang="en-US" altLang="zh-CN" dirty="0" smtClean="0"/>
          </a:p>
          <a:p>
            <a:pPr>
              <a:buFont typeface="Wingdings" pitchFamily="2" charset="2"/>
              <a:buNone/>
            </a:pPr>
            <a:endParaRPr lang="en-US" altLang="zh-CN" dirty="0" smtClean="0"/>
          </a:p>
          <a:p>
            <a:pPr>
              <a:buFont typeface="Wingdings" pitchFamily="2" charset="2"/>
              <a:buNone/>
            </a:pPr>
            <a:r>
              <a:rPr lang="zh-CN" altLang="en-US" dirty="0" smtClean="0"/>
              <a:t>其中▽</a:t>
            </a:r>
            <a:r>
              <a:rPr lang="en-US" altLang="zh-CN" dirty="0" smtClean="0"/>
              <a:t>·F= </a:t>
            </a:r>
            <a:r>
              <a:rPr lang="zh-CN" altLang="en-US" dirty="0" smtClean="0"/>
              <a:t>▽</a:t>
            </a:r>
            <a:r>
              <a:rPr lang="en-US" altLang="zh-CN" dirty="0" smtClean="0"/>
              <a:t>·F</a:t>
            </a:r>
            <a:r>
              <a:rPr lang="en-US" altLang="zh-CN" baseline="-25000" dirty="0" smtClean="0"/>
              <a:t>1 </a:t>
            </a:r>
            <a:r>
              <a:rPr lang="en-US" altLang="zh-CN" dirty="0" smtClean="0"/>
              <a:t>=</a:t>
            </a:r>
            <a:r>
              <a:rPr lang="el-GR" altLang="zh-CN" dirty="0" smtClean="0"/>
              <a:t>ρ</a:t>
            </a:r>
            <a:r>
              <a:rPr lang="en-US" altLang="zh-CN" dirty="0" smtClean="0"/>
              <a:t> , </a:t>
            </a:r>
            <a:r>
              <a:rPr lang="zh-CN" altLang="en-US" dirty="0" smtClean="0"/>
              <a:t>▽</a:t>
            </a:r>
            <a:r>
              <a:rPr lang="en-US" altLang="zh-CN" dirty="0" smtClean="0"/>
              <a:t>×F = </a:t>
            </a:r>
            <a:r>
              <a:rPr lang="zh-CN" altLang="en-US" dirty="0" smtClean="0"/>
              <a:t>▽</a:t>
            </a:r>
            <a:r>
              <a:rPr lang="en-US" altLang="zh-CN" dirty="0" smtClean="0"/>
              <a:t>×F</a:t>
            </a:r>
            <a:r>
              <a:rPr lang="en-US" altLang="zh-CN" baseline="-25000" dirty="0" smtClean="0"/>
              <a:t>2</a:t>
            </a:r>
            <a:r>
              <a:rPr lang="en-US" altLang="zh-CN" dirty="0" smtClean="0"/>
              <a:t> =J</a:t>
            </a:r>
            <a:r>
              <a:rPr lang="zh-CN" altLang="en-US" dirty="0" smtClean="0"/>
              <a:t>。若记▽</a:t>
            </a:r>
            <a:r>
              <a:rPr lang="en-US" altLang="zh-CN" dirty="0" smtClean="0"/>
              <a:t>·F</a:t>
            </a:r>
            <a:r>
              <a:rPr lang="en-US" altLang="zh-CN" baseline="-25000" dirty="0" smtClean="0"/>
              <a:t>1 </a:t>
            </a:r>
            <a:r>
              <a:rPr lang="en-US" altLang="zh-CN" dirty="0" smtClean="0"/>
              <a:t>=</a:t>
            </a:r>
            <a:r>
              <a:rPr lang="el-GR" altLang="zh-CN" dirty="0" smtClean="0"/>
              <a:t>ρ</a:t>
            </a:r>
            <a:r>
              <a:rPr lang="zh-CN" altLang="en-US" dirty="0" smtClean="0"/>
              <a:t>， ▽</a:t>
            </a:r>
            <a:r>
              <a:rPr lang="en-US" altLang="zh-CN" dirty="0" smtClean="0"/>
              <a:t>×F</a:t>
            </a:r>
            <a:r>
              <a:rPr lang="en-US" altLang="zh-CN" baseline="-25000" dirty="0" smtClean="0"/>
              <a:t>2</a:t>
            </a:r>
            <a:r>
              <a:rPr lang="en-US" altLang="zh-CN" dirty="0" smtClean="0"/>
              <a:t> =J</a:t>
            </a:r>
            <a:r>
              <a:rPr lang="zh-CN" altLang="en-US" dirty="0" smtClean="0"/>
              <a:t>分别为矢量场的通量源和旋涡源，则矢量场的源分布为▽</a:t>
            </a:r>
            <a:r>
              <a:rPr lang="en-US" altLang="zh-CN" dirty="0" smtClean="0"/>
              <a:t>·F= </a:t>
            </a:r>
            <a:r>
              <a:rPr lang="zh-CN" altLang="en-US" dirty="0" smtClean="0"/>
              <a:t>▽</a:t>
            </a:r>
            <a:r>
              <a:rPr lang="en-US" altLang="zh-CN" dirty="0" smtClean="0"/>
              <a:t>·F</a:t>
            </a:r>
            <a:r>
              <a:rPr lang="en-US" altLang="zh-CN" baseline="-25000" dirty="0" smtClean="0"/>
              <a:t>1 </a:t>
            </a:r>
            <a:r>
              <a:rPr lang="en-US" altLang="zh-CN" dirty="0" smtClean="0"/>
              <a:t>=</a:t>
            </a:r>
            <a:r>
              <a:rPr lang="el-GR" altLang="zh-CN" dirty="0" smtClean="0"/>
              <a:t>ρ</a:t>
            </a:r>
            <a:r>
              <a:rPr lang="en-US" altLang="zh-CN" dirty="0" smtClean="0"/>
              <a:t> , </a:t>
            </a:r>
            <a:r>
              <a:rPr lang="zh-CN" altLang="en-US" dirty="0" smtClean="0"/>
              <a:t>▽</a:t>
            </a:r>
            <a:r>
              <a:rPr lang="en-US" altLang="zh-CN" dirty="0" smtClean="0"/>
              <a:t>×F = </a:t>
            </a:r>
            <a:r>
              <a:rPr lang="zh-CN" altLang="en-US" dirty="0" smtClean="0"/>
              <a:t>▽</a:t>
            </a:r>
            <a:r>
              <a:rPr lang="en-US" altLang="zh-CN" dirty="0" smtClean="0"/>
              <a:t>×F</a:t>
            </a:r>
            <a:r>
              <a:rPr lang="en-US" altLang="zh-CN" baseline="-25000" dirty="0" smtClean="0"/>
              <a:t>2</a:t>
            </a:r>
            <a:r>
              <a:rPr lang="en-US" altLang="zh-CN" dirty="0" smtClean="0"/>
              <a:t> =J</a:t>
            </a:r>
            <a:r>
              <a:rPr lang="zh-CN" altLang="en-US" dirty="0" smtClean="0"/>
              <a:t>。</a:t>
            </a:r>
            <a:br>
              <a:rPr lang="zh-CN" altLang="en-US" dirty="0" smtClean="0"/>
            </a:br>
            <a:endParaRPr lang="zh-CN" altLang="en-US" dirty="0" smtClean="0"/>
          </a:p>
          <a:p>
            <a:pPr>
              <a:buFont typeface="Wingdings" pitchFamily="2" charset="2"/>
              <a:buNone/>
            </a:pPr>
            <a:r>
              <a:rPr lang="zh-CN" altLang="en-US" dirty="0" smtClean="0"/>
              <a:t>再给定了边界条件，矢量场就唯一的确定了。</a:t>
            </a:r>
          </a:p>
          <a:p>
            <a:pPr>
              <a:buFont typeface="Wingdings" pitchFamily="2" charset="2"/>
              <a:buNone/>
            </a:pPr>
            <a:endParaRPr lang="zh-CN" altLang="en-US" dirty="0" smtClean="0"/>
          </a:p>
        </p:txBody>
      </p:sp>
    </p:spTree>
    <p:extLst>
      <p:ext uri="{BB962C8B-B14F-4D97-AF65-F5344CB8AC3E}">
        <p14:creationId xmlns:p14="http://schemas.microsoft.com/office/powerpoint/2010/main" val="418719966"/>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684213" y="133350"/>
            <a:ext cx="7704137" cy="1150938"/>
          </a:xfrm>
          <a:prstGeom prst="rect">
            <a:avLst/>
          </a:prstGeom>
          <a:solidFill>
            <a:schemeClr val="bg1"/>
          </a:solidFill>
          <a:ln w="9525">
            <a:solidFill>
              <a:schemeClr val="bg1"/>
            </a:solidFill>
            <a:miter lim="800000"/>
            <a:headEnd/>
            <a:tailEnd/>
          </a:ln>
          <a:effectLst/>
        </p:spPr>
        <p:txBody>
          <a:bodyPr/>
          <a:lstStyle/>
          <a:p>
            <a:pPr marL="342900" indent="-342900">
              <a:lnSpc>
                <a:spcPct val="105000"/>
              </a:lnSpc>
              <a:spcBef>
                <a:spcPct val="20000"/>
              </a:spcBef>
              <a:buClr>
                <a:srgbClr val="A50021"/>
              </a:buClr>
              <a:buSzPct val="75000"/>
              <a:buFont typeface="Wingdings" pitchFamily="2" charset="2"/>
              <a:buNone/>
              <a:defRPr/>
            </a:pPr>
            <a:r>
              <a:rPr lang="zh-CN" altLang="en-US" sz="2800" b="1" kern="0" dirty="0">
                <a:solidFill>
                  <a:srgbClr val="FF0000"/>
                </a:solidFill>
                <a:latin typeface="宋体" pitchFamily="2" charset="-122"/>
                <a:ea typeface="+mn-ea"/>
              </a:rPr>
              <a:t>一个标量场的梯度必无旋</a:t>
            </a:r>
            <a:r>
              <a:rPr lang="zh-CN" altLang="en-US" sz="2800" b="1" kern="0" dirty="0">
                <a:solidFill>
                  <a:srgbClr val="000000"/>
                </a:solidFill>
                <a:latin typeface="宋体" pitchFamily="2" charset="-122"/>
                <a:ea typeface="+mn-ea"/>
              </a:rPr>
              <a:t>，</a:t>
            </a:r>
          </a:p>
          <a:p>
            <a:pPr marL="342900" indent="-342900">
              <a:lnSpc>
                <a:spcPct val="105000"/>
              </a:lnSpc>
              <a:spcBef>
                <a:spcPct val="20000"/>
              </a:spcBef>
              <a:buClr>
                <a:srgbClr val="A50021"/>
              </a:buClr>
              <a:buSzPct val="75000"/>
              <a:buFont typeface="Wingdings" pitchFamily="2" charset="2"/>
              <a:buNone/>
              <a:defRPr/>
            </a:pPr>
            <a:r>
              <a:rPr lang="zh-CN" altLang="en-US" sz="2800" b="1" kern="0" dirty="0">
                <a:solidFill>
                  <a:srgbClr val="FF0000"/>
                </a:solidFill>
                <a:latin typeface="宋体" pitchFamily="2" charset="-122"/>
                <a:ea typeface="+mn-ea"/>
              </a:rPr>
              <a:t>一个矢量场的旋度必无散</a:t>
            </a:r>
            <a:r>
              <a:rPr lang="zh-CN" altLang="en-US" sz="2800" b="1" kern="0" dirty="0">
                <a:solidFill>
                  <a:srgbClr val="000000"/>
                </a:solidFill>
                <a:latin typeface="宋体" pitchFamily="2" charset="-122"/>
                <a:ea typeface="+mn-ea"/>
              </a:rPr>
              <a:t>。</a:t>
            </a:r>
          </a:p>
        </p:txBody>
      </p:sp>
      <p:graphicFrame>
        <p:nvGraphicFramePr>
          <p:cNvPr id="1026" name="Object 2"/>
          <p:cNvGraphicFramePr>
            <a:graphicFrameLocks noChangeAspect="1"/>
          </p:cNvGraphicFramePr>
          <p:nvPr>
            <p:extLst>
              <p:ext uri="{D42A27DB-BD31-4B8C-83A1-F6EECF244321}">
                <p14:modId xmlns:p14="http://schemas.microsoft.com/office/powerpoint/2010/main" val="313170760"/>
              </p:ext>
            </p:extLst>
          </p:nvPr>
        </p:nvGraphicFramePr>
        <p:xfrm>
          <a:off x="586159" y="1173163"/>
          <a:ext cx="7730257" cy="1549400"/>
        </p:xfrm>
        <a:graphic>
          <a:graphicData uri="http://schemas.openxmlformats.org/presentationml/2006/ole">
            <mc:AlternateContent xmlns:mc="http://schemas.openxmlformats.org/markup-compatibility/2006">
              <mc:Choice xmlns:v="urn:schemas-microsoft-com:vml" Requires="v">
                <p:oleObj spid="_x0000_s77878" name="公式" r:id="rId3" imgW="4584600" imgH="736560" progId="Equation.3">
                  <p:embed/>
                </p:oleObj>
              </mc:Choice>
              <mc:Fallback>
                <p:oleObj name="公式" r:id="rId3" imgW="4584600" imgH="736560" progId="Equation.3">
                  <p:embed/>
                  <p:pic>
                    <p:nvPicPr>
                      <p:cNvPr id="0" name="Picture 6"/>
                      <p:cNvPicPr>
                        <a:picLocks noChangeAspect="1" noChangeArrowheads="1"/>
                      </p:cNvPicPr>
                      <p:nvPr/>
                    </p:nvPicPr>
                    <p:blipFill>
                      <a:blip r:embed="rId4"/>
                      <a:srcRect/>
                      <a:stretch>
                        <a:fillRect/>
                      </a:stretch>
                    </p:blipFill>
                    <p:spPr bwMode="auto">
                      <a:xfrm>
                        <a:off x="586159" y="1173163"/>
                        <a:ext cx="7730257" cy="1549400"/>
                      </a:xfrm>
                      <a:prstGeom prst="rect">
                        <a:avLst/>
                      </a:prstGeom>
                      <a:solidFill>
                        <a:schemeClr val="bg1"/>
                      </a:solidFill>
                      <a:ln w="9525">
                        <a:solidFill>
                          <a:schemeClr val="bg1"/>
                        </a:solidFill>
                        <a:miter lim="800000"/>
                        <a:headEnd/>
                        <a:tailEnd/>
                      </a:ln>
                    </p:spPr>
                  </p:pic>
                </p:oleObj>
              </mc:Fallback>
            </mc:AlternateContent>
          </a:graphicData>
        </a:graphic>
      </p:graphicFrame>
      <p:graphicFrame>
        <p:nvGraphicFramePr>
          <p:cNvPr id="1027" name="Object 3"/>
          <p:cNvGraphicFramePr>
            <a:graphicFrameLocks noChangeAspect="1"/>
          </p:cNvGraphicFramePr>
          <p:nvPr>
            <p:extLst>
              <p:ext uri="{D42A27DB-BD31-4B8C-83A1-F6EECF244321}">
                <p14:modId xmlns:p14="http://schemas.microsoft.com/office/powerpoint/2010/main" val="2628539744"/>
              </p:ext>
            </p:extLst>
          </p:nvPr>
        </p:nvGraphicFramePr>
        <p:xfrm>
          <a:off x="706438" y="2724150"/>
          <a:ext cx="7821612" cy="1495425"/>
        </p:xfrm>
        <a:graphic>
          <a:graphicData uri="http://schemas.openxmlformats.org/presentationml/2006/ole">
            <mc:AlternateContent xmlns:mc="http://schemas.openxmlformats.org/markup-compatibility/2006">
              <mc:Choice xmlns:v="urn:schemas-microsoft-com:vml" Requires="v">
                <p:oleObj spid="_x0000_s77879" name="公式" r:id="rId5" imgW="3517560" imgH="711000" progId="Equation.3">
                  <p:embed/>
                </p:oleObj>
              </mc:Choice>
              <mc:Fallback>
                <p:oleObj name="公式" r:id="rId5" imgW="3517560" imgH="71100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6438" y="2724150"/>
                        <a:ext cx="7821612" cy="1495425"/>
                      </a:xfrm>
                      <a:prstGeom prst="rect">
                        <a:avLst/>
                      </a:prstGeom>
                      <a:solidFill>
                        <a:schemeClr val="bg1"/>
                      </a:solidFill>
                      <a:ln w="9525">
                        <a:solidFill>
                          <a:schemeClr val="bg1"/>
                        </a:solidFill>
                        <a:miter lim="800000"/>
                        <a:headEnd/>
                        <a:tailEnd/>
                      </a:ln>
                    </p:spPr>
                  </p:pic>
                </p:oleObj>
              </mc:Fallback>
            </mc:AlternateContent>
          </a:graphicData>
        </a:graphic>
      </p:graphicFrame>
    </p:spTree>
    <p:extLst>
      <p:ext uri="{BB962C8B-B14F-4D97-AF65-F5344CB8AC3E}">
        <p14:creationId xmlns:p14="http://schemas.microsoft.com/office/powerpoint/2010/main" val="2340175422"/>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12291" name="内容占位符 2" descr="Rectangle: Click to edit Master text styles&#10;Second level&#10;Third level&#10;Fourth level&#10;Fifth level"/>
          <p:cNvSpPr>
            <a:spLocks noGrp="1"/>
          </p:cNvSpPr>
          <p:nvPr>
            <p:ph idx="1"/>
          </p:nvPr>
        </p:nvSpPr>
        <p:spPr>
          <a:xfrm>
            <a:off x="838200" y="819150"/>
            <a:ext cx="7772400" cy="3086100"/>
          </a:xfrm>
        </p:spPr>
        <p:txBody>
          <a:bodyPr/>
          <a:lstStyle/>
          <a:p>
            <a:pPr>
              <a:buFont typeface="Wingdings" pitchFamily="2" charset="2"/>
              <a:buNone/>
            </a:pPr>
            <a:r>
              <a:rPr lang="zh-CN" altLang="en-US" smtClean="0"/>
              <a:t>例</a:t>
            </a:r>
            <a:r>
              <a:rPr lang="en-US" altLang="zh-CN" smtClean="0"/>
              <a:t>1.8  </a:t>
            </a:r>
            <a:r>
              <a:rPr lang="zh-CN" altLang="en-US" smtClean="0"/>
              <a:t>一个矢量场为</a:t>
            </a:r>
            <a:endParaRPr lang="en-US" altLang="zh-CN" smtClean="0"/>
          </a:p>
          <a:p>
            <a:pPr>
              <a:buFont typeface="Wingdings" pitchFamily="2" charset="2"/>
              <a:buNone/>
            </a:pPr>
            <a:r>
              <a:rPr lang="en-US" altLang="zh-CN" smtClean="0"/>
              <a:t>A(</a:t>
            </a:r>
            <a:r>
              <a:rPr lang="en-US" altLang="zh-CN" i="1" smtClean="0"/>
              <a:t>x,y,z</a:t>
            </a:r>
            <a:r>
              <a:rPr lang="en-US" altLang="zh-CN" smtClean="0"/>
              <a:t>)=e</a:t>
            </a:r>
            <a:r>
              <a:rPr lang="en-US" altLang="zh-CN" baseline="-25000" smtClean="0"/>
              <a:t>x</a:t>
            </a:r>
            <a:r>
              <a:rPr lang="en-US" altLang="zh-CN" smtClean="0"/>
              <a:t>(3y</a:t>
            </a:r>
            <a:r>
              <a:rPr lang="en-US" altLang="zh-CN" baseline="30000" smtClean="0"/>
              <a:t>2</a:t>
            </a:r>
            <a:r>
              <a:rPr lang="en-US" altLang="zh-CN" smtClean="0"/>
              <a:t>-2x)+e</a:t>
            </a:r>
            <a:r>
              <a:rPr lang="en-US" altLang="zh-CN" baseline="-25000" smtClean="0"/>
              <a:t>y</a:t>
            </a:r>
            <a:r>
              <a:rPr lang="en-US" altLang="zh-CN" smtClean="0"/>
              <a:t>3x</a:t>
            </a:r>
            <a:r>
              <a:rPr lang="en-US" altLang="zh-CN" baseline="30000" smtClean="0"/>
              <a:t>2</a:t>
            </a:r>
            <a:r>
              <a:rPr lang="en-US" altLang="zh-CN" smtClean="0"/>
              <a:t>+e</a:t>
            </a:r>
            <a:r>
              <a:rPr lang="en-US" altLang="zh-CN" baseline="-25000" smtClean="0"/>
              <a:t>z</a:t>
            </a:r>
            <a:r>
              <a:rPr lang="en-US" altLang="zh-CN" smtClean="0"/>
              <a:t>2z</a:t>
            </a:r>
          </a:p>
          <a:p>
            <a:pPr>
              <a:buFont typeface="Wingdings" pitchFamily="2" charset="2"/>
              <a:buNone/>
            </a:pPr>
            <a:r>
              <a:rPr lang="zh-CN" altLang="en-US" smtClean="0"/>
              <a:t>试问：</a:t>
            </a:r>
            <a:endParaRPr lang="en-US" altLang="zh-CN" smtClean="0"/>
          </a:p>
          <a:p>
            <a:pPr>
              <a:buFont typeface="Wingdings" pitchFamily="2" charset="2"/>
              <a:buNone/>
            </a:pPr>
            <a:r>
              <a:rPr lang="en-US" altLang="zh-CN" smtClean="0"/>
              <a:t>1</a:t>
            </a:r>
            <a:r>
              <a:rPr lang="zh-CN" altLang="en-US" smtClean="0"/>
              <a:t>）</a:t>
            </a:r>
            <a:r>
              <a:rPr lang="en-US" altLang="zh-CN" smtClean="0"/>
              <a:t>A</a:t>
            </a:r>
            <a:r>
              <a:rPr lang="zh-CN" altLang="en-US" smtClean="0"/>
              <a:t>可以是一个标量函数的梯度吗？</a:t>
            </a:r>
            <a:endParaRPr lang="en-US" altLang="zh-CN" smtClean="0"/>
          </a:p>
          <a:p>
            <a:pPr>
              <a:buFont typeface="Wingdings" pitchFamily="2" charset="2"/>
              <a:buNone/>
            </a:pPr>
            <a:r>
              <a:rPr lang="en-US" altLang="zh-CN" smtClean="0"/>
              <a:t>2</a:t>
            </a:r>
            <a:r>
              <a:rPr lang="zh-CN" altLang="en-US" smtClean="0"/>
              <a:t>）</a:t>
            </a:r>
            <a:r>
              <a:rPr lang="en-US" altLang="zh-CN" smtClean="0"/>
              <a:t> A</a:t>
            </a:r>
            <a:r>
              <a:rPr lang="zh-CN" altLang="en-US" smtClean="0"/>
              <a:t>可以是一个矢量函数的旋度吗？</a:t>
            </a:r>
            <a:endParaRPr lang="en-US" altLang="zh-CN" smtClean="0"/>
          </a:p>
          <a:p>
            <a:pPr>
              <a:buFont typeface="Wingdings" pitchFamily="2" charset="2"/>
              <a:buNone/>
            </a:pPr>
            <a:r>
              <a:rPr lang="en-US" altLang="zh-CN" smtClean="0"/>
              <a:t>3</a:t>
            </a:r>
            <a:r>
              <a:rPr lang="zh-CN" altLang="en-US" smtClean="0"/>
              <a:t>）构成</a:t>
            </a:r>
            <a:r>
              <a:rPr lang="en-US" altLang="zh-CN" smtClean="0"/>
              <a:t>A</a:t>
            </a:r>
            <a:r>
              <a:rPr lang="zh-CN" altLang="en-US" smtClean="0"/>
              <a:t>的源是什么？</a:t>
            </a:r>
            <a:endParaRPr lang="en-US" altLang="zh-CN" smtClean="0"/>
          </a:p>
          <a:p>
            <a:pPr>
              <a:buFont typeface="Wingdings" pitchFamily="2" charset="2"/>
              <a:buNone/>
            </a:pPr>
            <a:endParaRPr lang="zh-CN" altLang="en-US" smtClean="0"/>
          </a:p>
        </p:txBody>
      </p:sp>
    </p:spTree>
    <p:extLst>
      <p:ext uri="{BB962C8B-B14F-4D97-AF65-F5344CB8AC3E}">
        <p14:creationId xmlns:p14="http://schemas.microsoft.com/office/powerpoint/2010/main" val="2162630973"/>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609600" y="133350"/>
            <a:ext cx="7772400" cy="857250"/>
          </a:xfrm>
        </p:spPr>
        <p:txBody>
          <a:bodyPr/>
          <a:lstStyle/>
          <a:p>
            <a:pPr eaLnBrk="1" hangingPunct="1">
              <a:defRPr/>
            </a:pPr>
            <a:r>
              <a:rPr lang="en-US" altLang="zh-CN" dirty="0" smtClean="0"/>
              <a:t>1.6  </a:t>
            </a:r>
            <a:r>
              <a:rPr lang="zh-CN" altLang="en-US" dirty="0" smtClean="0"/>
              <a:t>常用坐标系</a:t>
            </a:r>
          </a:p>
        </p:txBody>
      </p:sp>
      <p:sp>
        <p:nvSpPr>
          <p:cNvPr id="1030" name="Rectangle 3" descr="Rectangle: Click to edit Master text styles&#10;Second level&#10;Third level&#10;Fourth level&#10;Fifth level"/>
          <p:cNvSpPr>
            <a:spLocks noGrp="1" noChangeArrowheads="1"/>
          </p:cNvSpPr>
          <p:nvPr>
            <p:ph type="body" idx="1"/>
          </p:nvPr>
        </p:nvSpPr>
        <p:spPr>
          <a:xfrm>
            <a:off x="838200" y="971550"/>
            <a:ext cx="7772400" cy="3086100"/>
          </a:xfrm>
        </p:spPr>
        <p:txBody>
          <a:bodyPr/>
          <a:lstStyle/>
          <a:p>
            <a:pPr marL="952500" lvl="1" indent="-762000" eaLnBrk="1" hangingPunct="1">
              <a:buFont typeface="Wingdings" pitchFamily="2" charset="2"/>
              <a:buNone/>
            </a:pPr>
            <a:r>
              <a:rPr lang="zh-CN" altLang="en-US" dirty="0" smtClean="0">
                <a:latin typeface="隶书" pitchFamily="49" charset="-122"/>
              </a:rPr>
              <a:t>直角坐标系：</a:t>
            </a:r>
            <a:endParaRPr lang="en-US" altLang="zh-CN" dirty="0" smtClean="0">
              <a:latin typeface="隶书" pitchFamily="49" charset="-122"/>
            </a:endParaRPr>
          </a:p>
        </p:txBody>
      </p:sp>
      <p:sp>
        <p:nvSpPr>
          <p:cNvPr id="1031" name="Rectangle 5"/>
          <p:cNvSpPr>
            <a:spLocks noChangeArrowheads="1"/>
          </p:cNvSpPr>
          <p:nvPr/>
        </p:nvSpPr>
        <p:spPr bwMode="auto">
          <a:xfrm>
            <a:off x="0" y="2297113"/>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1032" name="Rectangle 7"/>
          <p:cNvSpPr>
            <a:spLocks noChangeArrowheads="1"/>
          </p:cNvSpPr>
          <p:nvPr/>
        </p:nvSpPr>
        <p:spPr bwMode="auto">
          <a:xfrm>
            <a:off x="-228600" y="21018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1063909321"/>
              </p:ext>
            </p:extLst>
          </p:nvPr>
        </p:nvGraphicFramePr>
        <p:xfrm>
          <a:off x="4152900" y="1200150"/>
          <a:ext cx="1638300" cy="463550"/>
        </p:xfrm>
        <a:graphic>
          <a:graphicData uri="http://schemas.openxmlformats.org/presentationml/2006/ole">
            <mc:AlternateContent xmlns:mc="http://schemas.openxmlformats.org/markup-compatibility/2006">
              <mc:Choice xmlns:v="urn:schemas-microsoft-com:vml" Requires="v">
                <p:oleObj spid="_x0000_s80924" name="公式" r:id="rId3" imgW="545760" imgH="215640" progId="Equation.3">
                  <p:embed/>
                </p:oleObj>
              </mc:Choice>
              <mc:Fallback>
                <p:oleObj name="公式" r:id="rId3" imgW="545760" imgH="21564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2900" y="1200150"/>
                        <a:ext cx="16383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 name="Picture 22"/>
          <p:cNvPicPr>
            <a:picLocks noChangeAspect="1" noChangeArrowheads="1"/>
          </p:cNvPicPr>
          <p:nvPr/>
        </p:nvPicPr>
        <p:blipFill>
          <a:blip r:embed="rId5">
            <a:extLst>
              <a:ext uri="{28A0092B-C50C-407E-A947-70E740481C1C}">
                <a14:useLocalDpi xmlns:a14="http://schemas.microsoft.com/office/drawing/2010/main" val="0"/>
              </a:ext>
            </a:extLst>
          </a:blip>
          <a:srcRect r="555"/>
          <a:stretch>
            <a:fillRect/>
          </a:stretch>
        </p:blipFill>
        <p:spPr bwMode="auto">
          <a:xfrm>
            <a:off x="762000" y="2266950"/>
            <a:ext cx="32210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2266950"/>
            <a:ext cx="31908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0200" y="3209925"/>
            <a:ext cx="36671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25"/>
          <p:cNvPicPr>
            <a:picLocks noChangeAspect="1" noChangeArrowheads="1"/>
          </p:cNvPicPr>
          <p:nvPr/>
        </p:nvPicPr>
        <p:blipFill>
          <a:blip r:embed="rId8">
            <a:extLst>
              <a:ext uri="{28A0092B-C50C-407E-A947-70E740481C1C}">
                <a14:useLocalDpi xmlns:a14="http://schemas.microsoft.com/office/drawing/2010/main" val="0"/>
              </a:ext>
            </a:extLst>
          </a:blip>
          <a:srcRect r="378"/>
          <a:stretch>
            <a:fillRect/>
          </a:stretch>
        </p:blipFill>
        <p:spPr bwMode="auto">
          <a:xfrm>
            <a:off x="1447800" y="3943350"/>
            <a:ext cx="473551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矩形 23"/>
          <p:cNvSpPr/>
          <p:nvPr/>
        </p:nvSpPr>
        <p:spPr>
          <a:xfrm>
            <a:off x="533400" y="1605975"/>
            <a:ext cx="3068469" cy="584775"/>
          </a:xfrm>
          <a:prstGeom prst="rect">
            <a:avLst/>
          </a:prstGeom>
        </p:spPr>
        <p:txBody>
          <a:bodyPr wrap="none">
            <a:spAutoFit/>
          </a:bodyPr>
          <a:lstStyle/>
          <a:p>
            <a:pPr>
              <a:defRPr/>
            </a:pPr>
            <a:r>
              <a:rPr lang="zh-CN" altLang="en-US" sz="3200" b="1" kern="0" dirty="0" smtClean="0">
                <a:solidFill>
                  <a:srgbClr val="C00000"/>
                </a:solidFill>
                <a:latin typeface="隶书" pitchFamily="49" charset="-122"/>
                <a:ea typeface="宋体"/>
              </a:rPr>
              <a:t>坐标</a:t>
            </a:r>
            <a:r>
              <a:rPr lang="zh-CN" altLang="en-US" sz="3200" b="1" kern="0" dirty="0">
                <a:solidFill>
                  <a:srgbClr val="C00000"/>
                </a:solidFill>
                <a:latin typeface="隶书" pitchFamily="49" charset="-122"/>
                <a:ea typeface="宋体"/>
              </a:rPr>
              <a:t>之间关系</a:t>
            </a:r>
            <a:r>
              <a:rPr lang="zh-CN" altLang="en-US" sz="3200" b="1" kern="0" dirty="0">
                <a:solidFill>
                  <a:srgbClr val="000000"/>
                </a:solidFill>
                <a:latin typeface="隶书" pitchFamily="49" charset="-122"/>
                <a:ea typeface="宋体"/>
              </a:rPr>
              <a:t>：</a:t>
            </a:r>
            <a:endParaRPr lang="zh-CN" altLang="en-US" dirty="0"/>
          </a:p>
        </p:txBody>
      </p:sp>
    </p:spTree>
    <p:extLst>
      <p:ext uri="{BB962C8B-B14F-4D97-AF65-F5344CB8AC3E}">
        <p14:creationId xmlns:p14="http://schemas.microsoft.com/office/powerpoint/2010/main" val="905344457"/>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3" descr="Rectangle: Click to edit Master text styles&#10;Second level&#10;Third level&#10;Fourth level&#10;Fifth level"/>
          <p:cNvSpPr>
            <a:spLocks noGrp="1" noChangeArrowheads="1"/>
          </p:cNvSpPr>
          <p:nvPr>
            <p:ph type="body" idx="1"/>
          </p:nvPr>
        </p:nvSpPr>
        <p:spPr>
          <a:xfrm>
            <a:off x="838200" y="971550"/>
            <a:ext cx="7772400" cy="3086100"/>
          </a:xfrm>
        </p:spPr>
        <p:txBody>
          <a:bodyPr/>
          <a:lstStyle/>
          <a:p>
            <a:pPr marL="952500" lvl="1" indent="-762000" eaLnBrk="1" hangingPunct="1">
              <a:buFont typeface="Wingdings" pitchFamily="2" charset="2"/>
              <a:buNone/>
            </a:pPr>
            <a:r>
              <a:rPr lang="zh-CN" altLang="en-US" dirty="0" smtClean="0">
                <a:latin typeface="隶书" pitchFamily="49" charset="-122"/>
              </a:rPr>
              <a:t>线元：</a:t>
            </a:r>
            <a:endParaRPr lang="en-US" altLang="zh-CN" dirty="0" smtClean="0">
              <a:latin typeface="隶书" pitchFamily="49" charset="-122"/>
            </a:endParaRPr>
          </a:p>
          <a:p>
            <a:pPr marL="609600" indent="-609600" eaLnBrk="1" hangingPunct="1">
              <a:buFont typeface="Wingdings" pitchFamily="2" charset="2"/>
              <a:buNone/>
            </a:pPr>
            <a:r>
              <a:rPr lang="zh-CN" altLang="en-US" dirty="0" smtClean="0"/>
              <a:t>                                                              </a:t>
            </a:r>
            <a:r>
              <a:rPr lang="en-US" altLang="zh-CN" dirty="0" smtClean="0"/>
              <a:t>                                            </a:t>
            </a:r>
          </a:p>
          <a:p>
            <a:pPr marL="609600" indent="-609600" eaLnBrk="1" hangingPunct="1">
              <a:buFont typeface="Wingdings" pitchFamily="2" charset="2"/>
              <a:buNone/>
            </a:pPr>
            <a:endParaRPr lang="zh-CN" altLang="en-US" dirty="0" smtClean="0"/>
          </a:p>
          <a:p>
            <a:pPr marL="609600" indent="-609600" eaLnBrk="1" hangingPunct="1">
              <a:buFont typeface="Wingdings" pitchFamily="2" charset="2"/>
              <a:buNone/>
            </a:pPr>
            <a:endParaRPr lang="zh-CN" altLang="en-US" dirty="0" smtClean="0"/>
          </a:p>
          <a:p>
            <a:pPr marL="609600" indent="-609600" eaLnBrk="1" hangingPunct="1">
              <a:buFont typeface="Wingdings" pitchFamily="2" charset="2"/>
              <a:buNone/>
            </a:pPr>
            <a:r>
              <a:rPr lang="zh-CN" altLang="en-US" dirty="0" smtClean="0"/>
              <a:t>                                                               </a:t>
            </a:r>
          </a:p>
        </p:txBody>
      </p:sp>
      <p:sp>
        <p:nvSpPr>
          <p:cNvPr id="1031" name="Rectangle 5"/>
          <p:cNvSpPr>
            <a:spLocks noChangeArrowheads="1"/>
          </p:cNvSpPr>
          <p:nvPr/>
        </p:nvSpPr>
        <p:spPr bwMode="auto">
          <a:xfrm>
            <a:off x="0" y="2297113"/>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1032" name="Rectangle 7"/>
          <p:cNvSpPr>
            <a:spLocks noChangeArrowheads="1"/>
          </p:cNvSpPr>
          <p:nvPr/>
        </p:nvSpPr>
        <p:spPr bwMode="auto">
          <a:xfrm>
            <a:off x="-228600" y="21018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782649555"/>
              </p:ext>
            </p:extLst>
          </p:nvPr>
        </p:nvGraphicFramePr>
        <p:xfrm>
          <a:off x="2438400" y="1352550"/>
          <a:ext cx="5181600" cy="517525"/>
        </p:xfrm>
        <a:graphic>
          <a:graphicData uri="http://schemas.openxmlformats.org/presentationml/2006/ole">
            <mc:AlternateContent xmlns:mc="http://schemas.openxmlformats.org/markup-compatibility/2006">
              <mc:Choice xmlns:v="urn:schemas-microsoft-com:vml" Requires="v">
                <p:oleObj spid="_x0000_s82000" name="公式" r:id="rId3" imgW="1727200" imgH="241300" progId="Equation.3">
                  <p:embed/>
                </p:oleObj>
              </mc:Choice>
              <mc:Fallback>
                <p:oleObj name="公式" r:id="rId3" imgW="1727200" imgH="241300" progId="Equation.3">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352550"/>
                        <a:ext cx="5181600"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8"/>
          <p:cNvGraphicFramePr>
            <a:graphicFrameLocks noChangeAspect="1"/>
          </p:cNvGraphicFramePr>
          <p:nvPr>
            <p:extLst>
              <p:ext uri="{D42A27DB-BD31-4B8C-83A1-F6EECF244321}">
                <p14:modId xmlns:p14="http://schemas.microsoft.com/office/powerpoint/2010/main" val="2327235179"/>
              </p:ext>
            </p:extLst>
          </p:nvPr>
        </p:nvGraphicFramePr>
        <p:xfrm>
          <a:off x="1524000" y="2114550"/>
          <a:ext cx="3200400" cy="628650"/>
        </p:xfrm>
        <a:graphic>
          <a:graphicData uri="http://schemas.openxmlformats.org/presentationml/2006/ole">
            <mc:AlternateContent xmlns:mc="http://schemas.openxmlformats.org/markup-compatibility/2006">
              <mc:Choice xmlns:v="urn:schemas-microsoft-com:vml" Requires="v">
                <p:oleObj spid="_x0000_s82001" name="公式" r:id="rId5" imgW="1155600" imgH="241200" progId="Equation.3">
                  <p:embed/>
                </p:oleObj>
              </mc:Choice>
              <mc:Fallback>
                <p:oleObj name="公式" r:id="rId5" imgW="1155600" imgH="241200" progId="Equation.3">
                  <p:embed/>
                  <p:pic>
                    <p:nvPicPr>
                      <p:cNvPr id="0"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2114550"/>
                        <a:ext cx="3200400"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右箭头 15"/>
          <p:cNvSpPr/>
          <p:nvPr/>
        </p:nvSpPr>
        <p:spPr>
          <a:xfrm rot="6709467">
            <a:off x="6215001" y="3014519"/>
            <a:ext cx="1032915" cy="6270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矩形 16"/>
          <p:cNvSpPr>
            <a:spLocks noChangeArrowheads="1"/>
          </p:cNvSpPr>
          <p:nvPr/>
        </p:nvSpPr>
        <p:spPr bwMode="auto">
          <a:xfrm>
            <a:off x="5029200" y="3790950"/>
            <a:ext cx="3124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dirty="0">
                <a:solidFill>
                  <a:srgbClr val="C00000"/>
                </a:solidFill>
              </a:rPr>
              <a:t>一个维度坐标单独改变时，该坐标线的弧长增量与该坐标的增量两者之间的比值</a:t>
            </a:r>
          </a:p>
        </p:txBody>
      </p:sp>
      <p:sp>
        <p:nvSpPr>
          <p:cNvPr id="18" name="矩形 17"/>
          <p:cNvSpPr/>
          <p:nvPr/>
        </p:nvSpPr>
        <p:spPr>
          <a:xfrm>
            <a:off x="4724400" y="2266950"/>
            <a:ext cx="4304383" cy="584775"/>
          </a:xfrm>
          <a:prstGeom prst="rect">
            <a:avLst/>
          </a:prstGeom>
        </p:spPr>
        <p:txBody>
          <a:bodyPr wrap="none">
            <a:spAutoFit/>
          </a:bodyPr>
          <a:lstStyle/>
          <a:p>
            <a:r>
              <a:rPr lang="zh-CN" altLang="en-US" sz="3200" b="1" kern="0" dirty="0">
                <a:solidFill>
                  <a:srgbClr val="000000"/>
                </a:solidFill>
                <a:latin typeface="Times New Roman"/>
                <a:ea typeface="宋体"/>
              </a:rPr>
              <a:t>拉梅系数（度量系数）</a:t>
            </a:r>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2598467355"/>
              </p:ext>
            </p:extLst>
          </p:nvPr>
        </p:nvGraphicFramePr>
        <p:xfrm>
          <a:off x="495300" y="3333750"/>
          <a:ext cx="5905500" cy="517525"/>
        </p:xfrm>
        <a:graphic>
          <a:graphicData uri="http://schemas.openxmlformats.org/presentationml/2006/ole">
            <mc:AlternateContent xmlns:mc="http://schemas.openxmlformats.org/markup-compatibility/2006">
              <mc:Choice xmlns:v="urn:schemas-microsoft-com:vml" Requires="v">
                <p:oleObj spid="_x0000_s82002" name="公式" r:id="rId7" imgW="1968500" imgH="241300" progId="Equation.3">
                  <p:embed/>
                </p:oleObj>
              </mc:Choice>
              <mc:Fallback>
                <p:oleObj name="公式" r:id="rId7" imgW="1968500" imgH="241300" progId="Equation.3">
                  <p:embed/>
                  <p:pic>
                    <p:nvPicPr>
                      <p:cNvPr id="0"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300" y="3333750"/>
                        <a:ext cx="5905500"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60115305"/>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blinds(horizontal)">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3" descr="Rectangle: Click to edit Master text styles&#10;Second level&#10;Third level&#10;Fourth level&#10;Fifth level"/>
          <p:cNvSpPr>
            <a:spLocks noGrp="1" noChangeArrowheads="1"/>
          </p:cNvSpPr>
          <p:nvPr>
            <p:ph type="body" idx="1"/>
          </p:nvPr>
        </p:nvSpPr>
        <p:spPr>
          <a:xfrm>
            <a:off x="838200" y="771550"/>
            <a:ext cx="7772400" cy="3086100"/>
          </a:xfrm>
        </p:spPr>
        <p:txBody>
          <a:bodyPr/>
          <a:lstStyle/>
          <a:p>
            <a:pPr marL="952500" lvl="1" indent="-762000" eaLnBrk="1" hangingPunct="1">
              <a:buFont typeface="Wingdings" pitchFamily="2" charset="2"/>
              <a:buNone/>
            </a:pPr>
            <a:r>
              <a:rPr lang="zh-CN" altLang="en-US" dirty="0" smtClean="0">
                <a:latin typeface="隶书" pitchFamily="49" charset="-122"/>
              </a:rPr>
              <a:t>面元</a:t>
            </a:r>
            <a:r>
              <a:rPr lang="en-US" altLang="zh-CN" dirty="0" smtClean="0">
                <a:latin typeface="隶书" pitchFamily="49" charset="-122"/>
              </a:rPr>
              <a:t> </a:t>
            </a:r>
            <a:endParaRPr lang="zh-CN" altLang="en-US" dirty="0" smtClean="0">
              <a:latin typeface="隶书" pitchFamily="49" charset="-122"/>
            </a:endParaRPr>
          </a:p>
          <a:p>
            <a:pPr marL="609600" indent="-609600" eaLnBrk="1" hangingPunct="1">
              <a:buFont typeface="Wingdings" pitchFamily="2" charset="2"/>
              <a:buNone/>
            </a:pPr>
            <a:r>
              <a:rPr lang="en-US" altLang="zh-CN" dirty="0" smtClean="0"/>
              <a:t>                                            </a:t>
            </a:r>
          </a:p>
          <a:p>
            <a:pPr marL="609600" indent="-609600" eaLnBrk="1" hangingPunct="1">
              <a:buFont typeface="Wingdings" pitchFamily="2" charset="2"/>
              <a:buNone/>
            </a:pPr>
            <a:endParaRPr lang="zh-CN" altLang="en-US" dirty="0" smtClean="0"/>
          </a:p>
          <a:p>
            <a:pPr marL="609600" indent="-609600" eaLnBrk="1" hangingPunct="1">
              <a:buFont typeface="Wingdings" pitchFamily="2" charset="2"/>
              <a:buNone/>
            </a:pPr>
            <a:endParaRPr lang="zh-CN" altLang="en-US" dirty="0" smtClean="0"/>
          </a:p>
          <a:p>
            <a:pPr marL="609600" indent="-609600" eaLnBrk="1" hangingPunct="1">
              <a:buFont typeface="Wingdings" pitchFamily="2" charset="2"/>
              <a:buNone/>
            </a:pPr>
            <a:r>
              <a:rPr lang="zh-CN" altLang="en-US" dirty="0" smtClean="0"/>
              <a:t>                                                               （</a:t>
            </a:r>
            <a:r>
              <a:rPr lang="en-US" altLang="zh-CN" dirty="0" smtClean="0"/>
              <a:t>1.36</a:t>
            </a:r>
            <a:r>
              <a:rPr lang="zh-CN" altLang="en-US" dirty="0" smtClean="0"/>
              <a:t>） </a:t>
            </a:r>
          </a:p>
        </p:txBody>
      </p:sp>
      <p:sp>
        <p:nvSpPr>
          <p:cNvPr id="1031" name="Rectangle 5"/>
          <p:cNvSpPr>
            <a:spLocks noChangeArrowheads="1"/>
          </p:cNvSpPr>
          <p:nvPr/>
        </p:nvSpPr>
        <p:spPr bwMode="auto">
          <a:xfrm>
            <a:off x="0" y="2297113"/>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1032" name="Rectangle 7"/>
          <p:cNvSpPr>
            <a:spLocks noChangeArrowheads="1"/>
          </p:cNvSpPr>
          <p:nvPr/>
        </p:nvSpPr>
        <p:spPr bwMode="auto">
          <a:xfrm>
            <a:off x="-228600" y="21018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027" name="Object 6"/>
          <p:cNvGraphicFramePr>
            <a:graphicFrameLocks noChangeAspect="1"/>
          </p:cNvGraphicFramePr>
          <p:nvPr>
            <p:extLst>
              <p:ext uri="{D42A27DB-BD31-4B8C-83A1-F6EECF244321}">
                <p14:modId xmlns:p14="http://schemas.microsoft.com/office/powerpoint/2010/main" val="3908805867"/>
              </p:ext>
            </p:extLst>
          </p:nvPr>
        </p:nvGraphicFramePr>
        <p:xfrm>
          <a:off x="726877" y="1563638"/>
          <a:ext cx="7733555" cy="1560513"/>
        </p:xfrm>
        <a:graphic>
          <a:graphicData uri="http://schemas.openxmlformats.org/presentationml/2006/ole">
            <mc:AlternateContent xmlns:mc="http://schemas.openxmlformats.org/markup-compatibility/2006">
              <mc:Choice xmlns:v="urn:schemas-microsoft-com:vml" Requires="v">
                <p:oleObj spid="_x0000_s82972" name="公式" r:id="rId3" imgW="3225600" imgH="761760" progId="Equation.3">
                  <p:embed/>
                </p:oleObj>
              </mc:Choice>
              <mc:Fallback>
                <p:oleObj name="公式" r:id="rId3" imgW="3225600" imgH="761760" progId="Equation.3">
                  <p:embed/>
                  <p:pic>
                    <p:nvPicPr>
                      <p:cNvPr id="0" name="Picture 4"/>
                      <p:cNvPicPr>
                        <a:picLocks noChangeAspect="1" noChangeArrowheads="1"/>
                      </p:cNvPicPr>
                      <p:nvPr/>
                    </p:nvPicPr>
                    <p:blipFill>
                      <a:blip r:embed="rId4"/>
                      <a:srcRect/>
                      <a:stretch>
                        <a:fillRect/>
                      </a:stretch>
                    </p:blipFill>
                    <p:spPr bwMode="auto">
                      <a:xfrm>
                        <a:off x="726877" y="1563638"/>
                        <a:ext cx="7733555" cy="1560513"/>
                      </a:xfrm>
                      <a:prstGeom prst="rect">
                        <a:avLst/>
                      </a:prstGeom>
                      <a:noFill/>
                      <a:extLst/>
                    </p:spPr>
                  </p:pic>
                </p:oleObj>
              </mc:Fallback>
            </mc:AlternateContent>
          </a:graphicData>
        </a:graphic>
      </p:graphicFrame>
    </p:spTree>
    <p:extLst>
      <p:ext uri="{BB962C8B-B14F-4D97-AF65-F5344CB8AC3E}">
        <p14:creationId xmlns:p14="http://schemas.microsoft.com/office/powerpoint/2010/main" val="700388602"/>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en-US" altLang="zh-CN" smtClean="0"/>
              <a:t> </a:t>
            </a:r>
          </a:p>
        </p:txBody>
      </p:sp>
      <p:sp>
        <p:nvSpPr>
          <p:cNvPr id="2053" name="Rectangle 3" descr="Rectangle: Click to edit Master text styles&#10;Second level&#10;Third level&#10;Fourth level&#10;Fifth level"/>
          <p:cNvSpPr>
            <a:spLocks noGrp="1" noChangeArrowheads="1"/>
          </p:cNvSpPr>
          <p:nvPr>
            <p:ph type="body" idx="1"/>
          </p:nvPr>
        </p:nvSpPr>
        <p:spPr>
          <a:xfrm>
            <a:off x="1524000" y="1123950"/>
            <a:ext cx="7772400" cy="3086100"/>
          </a:xfrm>
        </p:spPr>
        <p:txBody>
          <a:bodyPr/>
          <a:lstStyle/>
          <a:p>
            <a:pPr marL="0" indent="0" eaLnBrk="1" hangingPunct="1">
              <a:buFont typeface="Wingdings" pitchFamily="2" charset="2"/>
              <a:buNone/>
            </a:pPr>
            <a:r>
              <a:rPr lang="en-US" altLang="zh-CN" dirty="0" smtClean="0"/>
              <a:t>                                                          </a:t>
            </a:r>
            <a:r>
              <a:rPr lang="zh-CN" altLang="en-US" dirty="0" smtClean="0"/>
              <a:t>（</a:t>
            </a:r>
            <a:r>
              <a:rPr lang="en-US" altLang="zh-CN" dirty="0" smtClean="0"/>
              <a:t>1.37</a:t>
            </a:r>
            <a:r>
              <a:rPr lang="zh-CN" altLang="en-US" dirty="0" smtClean="0"/>
              <a:t>）</a:t>
            </a:r>
          </a:p>
          <a:p>
            <a:pPr marL="0" indent="0" eaLnBrk="1" hangingPunct="1">
              <a:buFont typeface="Wingdings" pitchFamily="2" charset="2"/>
              <a:buNone/>
            </a:pPr>
            <a:endParaRPr lang="zh-CN" altLang="en-US" dirty="0" smtClean="0"/>
          </a:p>
          <a:p>
            <a:pPr marL="0" indent="0" eaLnBrk="1" hangingPunct="1">
              <a:buFont typeface="Wingdings" pitchFamily="2" charset="2"/>
              <a:buNone/>
            </a:pPr>
            <a:r>
              <a:rPr lang="zh-CN" altLang="en-US" dirty="0" smtClean="0"/>
              <a:t>                                                          （</a:t>
            </a:r>
            <a:r>
              <a:rPr lang="en-US" altLang="zh-CN" dirty="0" smtClean="0"/>
              <a:t>1.38</a:t>
            </a:r>
            <a:r>
              <a:rPr lang="zh-CN" altLang="en-US" dirty="0" smtClean="0"/>
              <a:t>） </a:t>
            </a:r>
          </a:p>
        </p:txBody>
      </p:sp>
      <p:sp>
        <p:nvSpPr>
          <p:cNvPr id="2054" name="Rectangle 5"/>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050" name="Object 4"/>
          <p:cNvGraphicFramePr>
            <a:graphicFrameLocks noChangeAspect="1"/>
          </p:cNvGraphicFramePr>
          <p:nvPr>
            <p:extLst>
              <p:ext uri="{D42A27DB-BD31-4B8C-83A1-F6EECF244321}">
                <p14:modId xmlns:p14="http://schemas.microsoft.com/office/powerpoint/2010/main" val="3665314583"/>
              </p:ext>
            </p:extLst>
          </p:nvPr>
        </p:nvGraphicFramePr>
        <p:xfrm>
          <a:off x="635000" y="1123950"/>
          <a:ext cx="7167563" cy="609600"/>
        </p:xfrm>
        <a:graphic>
          <a:graphicData uri="http://schemas.openxmlformats.org/presentationml/2006/ole">
            <mc:AlternateContent xmlns:mc="http://schemas.openxmlformats.org/markup-compatibility/2006">
              <mc:Choice xmlns:v="urn:schemas-microsoft-com:vml" Requires="v">
                <p:oleObj spid="_x0000_s84022" name="公式" r:id="rId3" imgW="2019240" imgH="241200" progId="Equation.3">
                  <p:embed/>
                </p:oleObj>
              </mc:Choice>
              <mc:Fallback>
                <p:oleObj name="公式" r:id="rId3" imgW="2019240" imgH="24120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000" y="1123950"/>
                        <a:ext cx="7167563"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5" name="Rectangle 7"/>
          <p:cNvSpPr>
            <a:spLocks noChangeArrowheads="1"/>
          </p:cNvSpPr>
          <p:nvPr/>
        </p:nvSpPr>
        <p:spPr bwMode="auto">
          <a:xfrm>
            <a:off x="0" y="2230438"/>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051" name="Object 6"/>
          <p:cNvGraphicFramePr>
            <a:graphicFrameLocks noChangeAspect="1"/>
          </p:cNvGraphicFramePr>
          <p:nvPr>
            <p:extLst>
              <p:ext uri="{D42A27DB-BD31-4B8C-83A1-F6EECF244321}">
                <p14:modId xmlns:p14="http://schemas.microsoft.com/office/powerpoint/2010/main" val="3370753116"/>
              </p:ext>
            </p:extLst>
          </p:nvPr>
        </p:nvGraphicFramePr>
        <p:xfrm>
          <a:off x="587375" y="2149475"/>
          <a:ext cx="6673850" cy="1946275"/>
        </p:xfrm>
        <a:graphic>
          <a:graphicData uri="http://schemas.openxmlformats.org/presentationml/2006/ole">
            <mc:AlternateContent xmlns:mc="http://schemas.openxmlformats.org/markup-compatibility/2006">
              <mc:Choice xmlns:v="urn:schemas-microsoft-com:vml" Requires="v">
                <p:oleObj spid="_x0000_s84023" name="公式" r:id="rId5" imgW="2145960" imgH="888840" progId="Equation.3">
                  <p:embed/>
                </p:oleObj>
              </mc:Choice>
              <mc:Fallback>
                <p:oleObj name="公式" r:id="rId5" imgW="2145960" imgH="88884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7375" y="2149475"/>
                        <a:ext cx="6673850" cy="194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838200" y="666750"/>
            <a:ext cx="803425" cy="461665"/>
          </a:xfrm>
          <a:prstGeom prst="rect">
            <a:avLst/>
          </a:prstGeom>
        </p:spPr>
        <p:txBody>
          <a:bodyPr wrap="none">
            <a:spAutoFit/>
          </a:bodyPr>
          <a:lstStyle/>
          <a:p>
            <a:r>
              <a:rPr lang="zh-CN" altLang="en-US" sz="2400" b="1" dirty="0" smtClean="0">
                <a:latin typeface="隶书" pitchFamily="49" charset="-122"/>
              </a:rPr>
              <a:t>体元</a:t>
            </a:r>
            <a:endParaRPr lang="zh-CN" altLang="en-US" sz="2400" b="1" dirty="0"/>
          </a:p>
        </p:txBody>
      </p:sp>
    </p:spTree>
    <p:extLst>
      <p:ext uri="{BB962C8B-B14F-4D97-AF65-F5344CB8AC3E}">
        <p14:creationId xmlns:p14="http://schemas.microsoft.com/office/powerpoint/2010/main" val="1100268572"/>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内容占位符 2" descr="Rectangle: Click to edit Master text styles&#10;Second level&#10;Third level&#10;Fourth level&#10;Fifth level"/>
          <p:cNvSpPr>
            <a:spLocks noGrp="1"/>
          </p:cNvSpPr>
          <p:nvPr>
            <p:ph idx="1"/>
          </p:nvPr>
        </p:nvSpPr>
        <p:spPr/>
        <p:txBody>
          <a:bodyPr/>
          <a:lstStyle/>
          <a:p>
            <a:endParaRPr lang="zh-CN" altLang="en-US" smtClean="0"/>
          </a:p>
        </p:txBody>
      </p:sp>
      <p:sp>
        <p:nvSpPr>
          <p:cNvPr id="3076" name="Rectangle 3" descr="Rectangle: Click to edit Master text styles&#10;Second level&#10;Third level&#10;Fourth level&#10;Fifth level"/>
          <p:cNvSpPr txBox="1">
            <a:spLocks noChangeArrowheads="1"/>
          </p:cNvSpPr>
          <p:nvPr/>
        </p:nvSpPr>
        <p:spPr bwMode="auto">
          <a:xfrm>
            <a:off x="609600" y="400050"/>
            <a:ext cx="78486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itchFamily="34" charset="0"/>
                <a:ea typeface="宋体" pitchFamily="2" charset="-122"/>
              </a:defRPr>
            </a:lvl1pPr>
            <a:lvl2pPr marL="952500" indent="-76200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lvl="1" eaLnBrk="1" hangingPunct="1">
              <a:spcBef>
                <a:spcPct val="20000"/>
              </a:spcBef>
              <a:buClr>
                <a:schemeClr val="accent2"/>
              </a:buClr>
              <a:buSzPct val="75000"/>
              <a:buFont typeface="Wingdings" pitchFamily="2" charset="2"/>
              <a:buNone/>
            </a:pPr>
            <a:r>
              <a:rPr kumimoji="1" lang="en-US" altLang="zh-CN" sz="4000" b="1">
                <a:solidFill>
                  <a:schemeClr val="bg2"/>
                </a:solidFill>
                <a:latin typeface="隶书" pitchFamily="49" charset="-122"/>
                <a:ea typeface="隶书" pitchFamily="49" charset="-122"/>
              </a:rPr>
              <a:t>   1.6.2 </a:t>
            </a:r>
            <a:r>
              <a:rPr kumimoji="1" lang="zh-CN" altLang="en-US" sz="4000" b="1">
                <a:solidFill>
                  <a:schemeClr val="bg2"/>
                </a:solidFill>
                <a:latin typeface="隶书" pitchFamily="49" charset="-122"/>
                <a:ea typeface="隶书" pitchFamily="49" charset="-122"/>
              </a:rPr>
              <a:t>圆柱坐标系</a:t>
            </a:r>
          </a:p>
        </p:txBody>
      </p:sp>
      <p:graphicFrame>
        <p:nvGraphicFramePr>
          <p:cNvPr id="3074" name="Object 4"/>
          <p:cNvGraphicFramePr>
            <a:graphicFrameLocks noChangeAspect="1"/>
          </p:cNvGraphicFramePr>
          <p:nvPr/>
        </p:nvGraphicFramePr>
        <p:xfrm>
          <a:off x="1905000" y="1276350"/>
          <a:ext cx="5257800" cy="3351213"/>
        </p:xfrm>
        <a:graphic>
          <a:graphicData uri="http://schemas.openxmlformats.org/presentationml/2006/ole">
            <mc:AlternateContent xmlns:mc="http://schemas.openxmlformats.org/markup-compatibility/2006">
              <mc:Choice xmlns:v="urn:schemas-microsoft-com:vml" Requires="v">
                <p:oleObj spid="_x0000_s85020" r:id="rId3" imgW="13514286" imgH="11485714" progId="">
                  <p:embed/>
                </p:oleObj>
              </mc:Choice>
              <mc:Fallback>
                <p:oleObj r:id="rId3" imgW="13514286" imgH="11485714" progId="">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276350"/>
                        <a:ext cx="5257800" cy="335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7" name="Rectangle 6"/>
          <p:cNvSpPr>
            <a:spLocks noChangeArrowheads="1"/>
          </p:cNvSpPr>
          <p:nvPr/>
        </p:nvSpPr>
        <p:spPr bwMode="auto">
          <a:xfrm>
            <a:off x="3081338" y="4308475"/>
            <a:ext cx="29749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1" hangingPunct="1"/>
            <a:r>
              <a:rPr lang="zh-CN" altLang="en-US" sz="2400" b="1">
                <a:solidFill>
                  <a:srgbClr val="000000"/>
                </a:solidFill>
                <a:latin typeface="宋体" pitchFamily="2" charset="-122"/>
              </a:rPr>
              <a:t>图</a:t>
            </a:r>
            <a:r>
              <a:rPr lang="en-US" altLang="zh-CN" sz="2400" b="1">
                <a:solidFill>
                  <a:srgbClr val="000000"/>
                </a:solidFill>
                <a:latin typeface="宋体" pitchFamily="2" charset="-122"/>
              </a:rPr>
              <a:t>1.15  </a:t>
            </a:r>
            <a:r>
              <a:rPr lang="zh-CN" altLang="en-US" sz="2400" b="1">
                <a:solidFill>
                  <a:srgbClr val="000000"/>
                </a:solidFill>
                <a:latin typeface="宋体" pitchFamily="2" charset="-122"/>
              </a:rPr>
              <a:t>圆柱坐标系</a:t>
            </a:r>
          </a:p>
        </p:txBody>
      </p:sp>
    </p:spTree>
    <p:extLst>
      <p:ext uri="{BB962C8B-B14F-4D97-AF65-F5344CB8AC3E}">
        <p14:creationId xmlns:p14="http://schemas.microsoft.com/office/powerpoint/2010/main" val="3805534625"/>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Rectangle 2"/>
          <p:cNvSpPr>
            <a:spLocks noChangeArrowheads="1"/>
          </p:cNvSpPr>
          <p:nvPr/>
        </p:nvSpPr>
        <p:spPr bwMode="auto">
          <a:xfrm>
            <a:off x="358775" y="819150"/>
            <a:ext cx="6727825"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54013" indent="-354013">
              <a:lnSpc>
                <a:spcPct val="130000"/>
              </a:lnSpc>
            </a:pPr>
            <a:r>
              <a:rPr lang="zh-CN" altLang="en-US" sz="2400" b="1">
                <a:latin typeface="Verdana" pitchFamily="34" charset="0"/>
              </a:rPr>
              <a:t>圆柱坐标系的坐标</a:t>
            </a:r>
            <a:endParaRPr lang="en-US" altLang="zh-CN" sz="2400" b="1">
              <a:latin typeface="Verdana" pitchFamily="34" charset="0"/>
            </a:endParaRPr>
          </a:p>
          <a:p>
            <a:pPr marL="354013" indent="-354013">
              <a:lnSpc>
                <a:spcPct val="130000"/>
              </a:lnSpc>
            </a:pPr>
            <a:endParaRPr lang="zh-CN" altLang="en-US" sz="2400" b="1">
              <a:latin typeface="Verdana" pitchFamily="34" charset="0"/>
            </a:endParaRPr>
          </a:p>
          <a:p>
            <a:pPr marL="354013" indent="-354013">
              <a:lnSpc>
                <a:spcPct val="130000"/>
              </a:lnSpc>
            </a:pPr>
            <a:r>
              <a:rPr lang="zh-CN" altLang="en-US" sz="2400" b="1">
                <a:latin typeface="Verdana" pitchFamily="34" charset="0"/>
              </a:rPr>
              <a:t>圆柱坐标系的方向矢量</a:t>
            </a:r>
            <a:endParaRPr lang="en-US" altLang="zh-CN" sz="2400" b="1">
              <a:latin typeface="Verdana" pitchFamily="34" charset="0"/>
            </a:endParaRPr>
          </a:p>
          <a:p>
            <a:pPr marL="354013" indent="-354013">
              <a:lnSpc>
                <a:spcPct val="130000"/>
              </a:lnSpc>
            </a:pPr>
            <a:endParaRPr lang="zh-CN" altLang="en-US" sz="2400" b="1">
              <a:latin typeface="Verdana" pitchFamily="34" charset="0"/>
            </a:endParaRPr>
          </a:p>
          <a:p>
            <a:pPr marL="354013" indent="-354013">
              <a:lnSpc>
                <a:spcPct val="130000"/>
              </a:lnSpc>
            </a:pPr>
            <a:r>
              <a:rPr lang="zh-CN" altLang="en-US" sz="2400" b="1">
                <a:latin typeface="Verdana" pitchFamily="34" charset="0"/>
              </a:rPr>
              <a:t>圆柱坐标系中的标量场</a:t>
            </a:r>
            <a:endParaRPr lang="en-US" altLang="zh-CN" sz="2400" b="1">
              <a:latin typeface="Verdana" pitchFamily="34" charset="0"/>
            </a:endParaRPr>
          </a:p>
          <a:p>
            <a:pPr marL="354013" indent="-354013">
              <a:lnSpc>
                <a:spcPct val="130000"/>
              </a:lnSpc>
            </a:pPr>
            <a:endParaRPr lang="zh-CN" altLang="en-US" sz="2400" b="1">
              <a:latin typeface="Verdana" pitchFamily="34" charset="0"/>
            </a:endParaRPr>
          </a:p>
          <a:p>
            <a:pPr marL="354013" indent="-354013">
              <a:lnSpc>
                <a:spcPct val="130000"/>
              </a:lnSpc>
            </a:pPr>
            <a:r>
              <a:rPr lang="zh-CN" altLang="en-US" sz="2400" b="1">
                <a:latin typeface="Verdana" pitchFamily="34" charset="0"/>
              </a:rPr>
              <a:t>圆柱坐标系中的矢量场</a:t>
            </a:r>
          </a:p>
        </p:txBody>
      </p:sp>
      <p:grpSp>
        <p:nvGrpSpPr>
          <p:cNvPr id="4103" name="Group 5"/>
          <p:cNvGrpSpPr>
            <a:grpSpLocks/>
          </p:cNvGrpSpPr>
          <p:nvPr/>
        </p:nvGrpSpPr>
        <p:grpSpPr bwMode="auto">
          <a:xfrm>
            <a:off x="8424863" y="6491288"/>
            <a:ext cx="719137" cy="366712"/>
            <a:chOff x="5216" y="4089"/>
            <a:chExt cx="453" cy="231"/>
          </a:xfrm>
        </p:grpSpPr>
        <p:sp>
          <p:nvSpPr>
            <p:cNvPr id="21" name="AutoShape 6"/>
            <p:cNvSpPr>
              <a:spLocks noChangeArrowheads="1"/>
            </p:cNvSpPr>
            <p:nvPr/>
          </p:nvSpPr>
          <p:spPr bwMode="auto">
            <a:xfrm>
              <a:off x="5216" y="4091"/>
              <a:ext cx="453" cy="227"/>
            </a:xfrm>
            <a:prstGeom prst="roundRect">
              <a:avLst>
                <a:gd name="adj" fmla="val 50000"/>
              </a:avLst>
            </a:prstGeom>
            <a:solidFill>
              <a:srgbClr val="0000FF"/>
            </a:solidFill>
            <a:ln w="9525" algn="ctr">
              <a:noFill/>
              <a:round/>
              <a:headEnd/>
              <a:tailEnd/>
            </a:ln>
          </p:spPr>
          <p:txBody>
            <a:bodyPr wrap="none" anchor="ctr"/>
            <a:lstStyle/>
            <a:p>
              <a:pPr eaLnBrk="1" fontAlgn="auto" hangingPunct="1">
                <a:spcBef>
                  <a:spcPts val="0"/>
                </a:spcBef>
                <a:spcAft>
                  <a:spcPts val="0"/>
                </a:spcAft>
                <a:defRPr/>
              </a:pPr>
              <a:endParaRPr lang="zh-CN" altLang="en-US" kern="0">
                <a:solidFill>
                  <a:sysClr val="windowText" lastClr="000000"/>
                </a:solidFill>
              </a:endParaRPr>
            </a:p>
          </p:txBody>
        </p:sp>
        <p:sp>
          <p:nvSpPr>
            <p:cNvPr id="22" name="Text Box 7"/>
            <p:cNvSpPr txBox="1">
              <a:spLocks noChangeArrowheads="1"/>
            </p:cNvSpPr>
            <p:nvPr/>
          </p:nvSpPr>
          <p:spPr bwMode="auto">
            <a:xfrm>
              <a:off x="5227" y="4089"/>
              <a:ext cx="431" cy="231"/>
            </a:xfrm>
            <a:prstGeom prst="rect">
              <a:avLst/>
            </a:prstGeom>
            <a:noFill/>
            <a:ln w="9525">
              <a:noFill/>
              <a:miter lim="800000"/>
              <a:headEnd/>
              <a:tailEnd/>
            </a:ln>
          </p:spPr>
          <p:txBody>
            <a:bodyPr>
              <a:spAutoFit/>
            </a:bodyPr>
            <a:lstStyle/>
            <a:p>
              <a:pPr algn="ctr" eaLnBrk="1" fontAlgn="auto" hangingPunct="1">
                <a:spcBef>
                  <a:spcPts val="0"/>
                </a:spcBef>
                <a:spcAft>
                  <a:spcPts val="0"/>
                </a:spcAft>
                <a:defRPr/>
              </a:pPr>
              <a:r>
                <a:rPr lang="en-US" altLang="zh-CN" kern="0">
                  <a:solidFill>
                    <a:sysClr val="windowText" lastClr="000000"/>
                  </a:solidFill>
                  <a:latin typeface="Times New Roman" pitchFamily="18" charset="0"/>
                </a:rPr>
                <a:t>1-</a:t>
              </a:r>
              <a:fld id="{38D7BEA9-86C2-44DC-B9FC-938F1638E33B}" type="slidenum">
                <a:rPr lang="en-US" altLang="zh-CN" kern="0">
                  <a:solidFill>
                    <a:sysClr val="windowText" lastClr="000000"/>
                  </a:solidFill>
                  <a:latin typeface="Times New Roman" pitchFamily="18" charset="0"/>
                </a:rPr>
                <a:pPr algn="ctr" eaLnBrk="1" fontAlgn="auto" hangingPunct="1">
                  <a:spcBef>
                    <a:spcPts val="0"/>
                  </a:spcBef>
                  <a:spcAft>
                    <a:spcPts val="0"/>
                  </a:spcAft>
                  <a:defRPr/>
                </a:pPr>
                <a:t>44</a:t>
              </a:fld>
              <a:endParaRPr lang="en-US" altLang="zh-CN" kern="0">
                <a:solidFill>
                  <a:sysClr val="windowText" lastClr="000000"/>
                </a:solidFill>
                <a:latin typeface="Times New Roman" pitchFamily="18" charset="0"/>
              </a:endParaRPr>
            </a:p>
          </p:txBody>
        </p:sp>
      </p:grpSp>
      <p:graphicFrame>
        <p:nvGraphicFramePr>
          <p:cNvPr id="4098" name="Object 4"/>
          <p:cNvGraphicFramePr>
            <a:graphicFrameLocks noChangeAspect="1"/>
          </p:cNvGraphicFramePr>
          <p:nvPr>
            <p:extLst>
              <p:ext uri="{D42A27DB-BD31-4B8C-83A1-F6EECF244321}">
                <p14:modId xmlns:p14="http://schemas.microsoft.com/office/powerpoint/2010/main" val="98310590"/>
              </p:ext>
            </p:extLst>
          </p:nvPr>
        </p:nvGraphicFramePr>
        <p:xfrm>
          <a:off x="3657600" y="882650"/>
          <a:ext cx="1455738" cy="447675"/>
        </p:xfrm>
        <a:graphic>
          <a:graphicData uri="http://schemas.openxmlformats.org/presentationml/2006/ole">
            <mc:AlternateContent xmlns:mc="http://schemas.openxmlformats.org/markup-compatibility/2006">
              <mc:Choice xmlns:v="urn:schemas-microsoft-com:vml" Requires="v">
                <p:oleObj spid="_x0000_s86126" name="公式" r:id="rId3" imgW="558720" imgH="228600" progId="Equation.3">
                  <p:embed/>
                </p:oleObj>
              </mc:Choice>
              <mc:Fallback>
                <p:oleObj name="公式" r:id="rId3" imgW="558720" imgH="228600" progId="Equation.3">
                  <p:embed/>
                  <p:pic>
                    <p:nvPicPr>
                      <p:cNvPr id="0" name="Picture 10"/>
                      <p:cNvPicPr>
                        <a:picLocks noChangeAspect="1" noChangeArrowheads="1"/>
                      </p:cNvPicPr>
                      <p:nvPr/>
                    </p:nvPicPr>
                    <p:blipFill>
                      <a:blip r:embed="rId4"/>
                      <a:srcRect/>
                      <a:stretch>
                        <a:fillRect/>
                      </a:stretch>
                    </p:blipFill>
                    <p:spPr bwMode="auto">
                      <a:xfrm>
                        <a:off x="3657600" y="882650"/>
                        <a:ext cx="1455738"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4"/>
          <p:cNvGraphicFramePr>
            <a:graphicFrameLocks noChangeAspect="1"/>
          </p:cNvGraphicFramePr>
          <p:nvPr/>
        </p:nvGraphicFramePr>
        <p:xfrm>
          <a:off x="3935413" y="1785938"/>
          <a:ext cx="1357312" cy="471487"/>
        </p:xfrm>
        <a:graphic>
          <a:graphicData uri="http://schemas.openxmlformats.org/presentationml/2006/ole">
            <mc:AlternateContent xmlns:mc="http://schemas.openxmlformats.org/markup-compatibility/2006">
              <mc:Choice xmlns:v="urn:schemas-microsoft-com:vml" Requires="v">
                <p:oleObj spid="_x0000_s86127" name="Equation" r:id="rId5" imgW="520474" imgH="241195" progId="Equation.3">
                  <p:embed/>
                </p:oleObj>
              </mc:Choice>
              <mc:Fallback>
                <p:oleObj name="Equation" r:id="rId5" imgW="520474" imgH="241195" progId="Equation.3">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5413" y="1785938"/>
                        <a:ext cx="1357312" cy="471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4"/>
          <p:cNvGraphicFramePr>
            <a:graphicFrameLocks noChangeAspect="1"/>
          </p:cNvGraphicFramePr>
          <p:nvPr/>
        </p:nvGraphicFramePr>
        <p:xfrm>
          <a:off x="3797300" y="2800350"/>
          <a:ext cx="1460500" cy="422275"/>
        </p:xfrm>
        <a:graphic>
          <a:graphicData uri="http://schemas.openxmlformats.org/presentationml/2006/ole">
            <mc:AlternateContent xmlns:mc="http://schemas.openxmlformats.org/markup-compatibility/2006">
              <mc:Choice xmlns:v="urn:schemas-microsoft-com:vml" Requires="v">
                <p:oleObj spid="_x0000_s86128" name="Equation" r:id="rId7" imgW="685502" imgH="215806" progId="Equation.3">
                  <p:embed/>
                </p:oleObj>
              </mc:Choice>
              <mc:Fallback>
                <p:oleObj name="Equation" r:id="rId7" imgW="685502" imgH="215806" progId="Equation.3">
                  <p:embed/>
                  <p:pic>
                    <p:nvPicPr>
                      <p:cNvPr id="0"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97300" y="2800350"/>
                        <a:ext cx="1460500"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1" name="Object 4"/>
          <p:cNvGraphicFramePr>
            <a:graphicFrameLocks noChangeAspect="1"/>
          </p:cNvGraphicFramePr>
          <p:nvPr>
            <p:extLst>
              <p:ext uri="{D42A27DB-BD31-4B8C-83A1-F6EECF244321}">
                <p14:modId xmlns:p14="http://schemas.microsoft.com/office/powerpoint/2010/main" val="1104545978"/>
              </p:ext>
            </p:extLst>
          </p:nvPr>
        </p:nvGraphicFramePr>
        <p:xfrm>
          <a:off x="4040188" y="3702050"/>
          <a:ext cx="1641475" cy="446088"/>
        </p:xfrm>
        <a:graphic>
          <a:graphicData uri="http://schemas.openxmlformats.org/presentationml/2006/ole">
            <mc:AlternateContent xmlns:mc="http://schemas.openxmlformats.org/markup-compatibility/2006">
              <mc:Choice xmlns:v="urn:schemas-microsoft-com:vml" Requires="v">
                <p:oleObj spid="_x0000_s86129" name="公式" r:id="rId9" imgW="596880" imgH="228600" progId="Equation.3">
                  <p:embed/>
                </p:oleObj>
              </mc:Choice>
              <mc:Fallback>
                <p:oleObj name="公式" r:id="rId9" imgW="596880" imgH="228600" progId="Equation.3">
                  <p:embed/>
                  <p:pic>
                    <p:nvPicPr>
                      <p:cNvPr id="0" name="Picture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40188" y="3702050"/>
                        <a:ext cx="1641475" cy="446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29555738"/>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solidFill>
                  <a:srgbClr val="C00000"/>
                </a:solidFill>
                <a:latin typeface="Verdana" pitchFamily="34" charset="0"/>
                <a:ea typeface="楷体_GB2312"/>
                <a:cs typeface="楷体_GB2312"/>
              </a:rPr>
              <a:t>单位矢量的关系</a:t>
            </a:r>
            <a:endParaRPr lang="zh-CN" altLang="en-US" dirty="0">
              <a:solidFill>
                <a:srgbClr val="C00000"/>
              </a:solidFill>
            </a:endParaRPr>
          </a:p>
        </p:txBody>
      </p:sp>
      <p:graphicFrame>
        <p:nvGraphicFramePr>
          <p:cNvPr id="5123" name="Object 4"/>
          <p:cNvGraphicFramePr>
            <a:graphicFrameLocks noChangeAspect="1"/>
          </p:cNvGraphicFramePr>
          <p:nvPr>
            <p:extLst>
              <p:ext uri="{D42A27DB-BD31-4B8C-83A1-F6EECF244321}">
                <p14:modId xmlns:p14="http://schemas.microsoft.com/office/powerpoint/2010/main" val="1488666878"/>
              </p:ext>
            </p:extLst>
          </p:nvPr>
        </p:nvGraphicFramePr>
        <p:xfrm>
          <a:off x="1524001" y="1123949"/>
          <a:ext cx="6116318" cy="660083"/>
        </p:xfrm>
        <a:graphic>
          <a:graphicData uri="http://schemas.openxmlformats.org/presentationml/2006/ole">
            <mc:AlternateContent xmlns:mc="http://schemas.openxmlformats.org/markup-compatibility/2006">
              <mc:Choice xmlns:v="urn:schemas-microsoft-com:vml" Requires="v">
                <p:oleObj spid="_x0000_s87172" name="公式" r:id="rId3" imgW="1676160" imgH="241200" progId="Equation.3">
                  <p:embed/>
                </p:oleObj>
              </mc:Choice>
              <mc:Fallback>
                <p:oleObj name="公式" r:id="rId3" imgW="1676160" imgH="241200" progId="Equation.3">
                  <p:embed/>
                  <p:pic>
                    <p:nvPicPr>
                      <p:cNvPr id="0"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1" y="1123949"/>
                        <a:ext cx="6116318" cy="6600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225293389"/>
              </p:ext>
            </p:extLst>
          </p:nvPr>
        </p:nvGraphicFramePr>
        <p:xfrm>
          <a:off x="1524000" y="3638550"/>
          <a:ext cx="4343400" cy="673689"/>
        </p:xfrm>
        <a:graphic>
          <a:graphicData uri="http://schemas.openxmlformats.org/presentationml/2006/ole">
            <mc:AlternateContent xmlns:mc="http://schemas.openxmlformats.org/markup-compatibility/2006">
              <mc:Choice xmlns:v="urn:schemas-microsoft-com:vml" Requires="v">
                <p:oleObj spid="_x0000_s87173" name="公式" r:id="rId5" imgW="1460160" imgH="241200" progId="Equation.3">
                  <p:embed/>
                </p:oleObj>
              </mc:Choice>
              <mc:Fallback>
                <p:oleObj name="公式" r:id="rId5" imgW="1460160" imgH="241200" progId="Equation.3">
                  <p:embed/>
                  <p:pic>
                    <p:nvPicPr>
                      <p:cNvPr id="0"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3638550"/>
                        <a:ext cx="4343400" cy="6736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35120546"/>
              </p:ext>
            </p:extLst>
          </p:nvPr>
        </p:nvGraphicFramePr>
        <p:xfrm>
          <a:off x="1524000" y="1873641"/>
          <a:ext cx="3733801" cy="545709"/>
        </p:xfrm>
        <a:graphic>
          <a:graphicData uri="http://schemas.openxmlformats.org/presentationml/2006/ole">
            <mc:AlternateContent xmlns:mc="http://schemas.openxmlformats.org/markup-compatibility/2006">
              <mc:Choice xmlns:v="urn:schemas-microsoft-com:vml" Requires="v">
                <p:oleObj spid="_x0000_s87174" name="公式" r:id="rId7" imgW="1650960" imgH="241200" progId="Equation.3">
                  <p:embed/>
                </p:oleObj>
              </mc:Choice>
              <mc:Fallback>
                <p:oleObj name="公式" r:id="rId7" imgW="1650960" imgH="241200" progId="Equation.3">
                  <p:embed/>
                  <p:pic>
                    <p:nvPicPr>
                      <p:cNvPr id="0"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1873641"/>
                        <a:ext cx="3733801" cy="5457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768934029"/>
              </p:ext>
            </p:extLst>
          </p:nvPr>
        </p:nvGraphicFramePr>
        <p:xfrm>
          <a:off x="1558926" y="2406015"/>
          <a:ext cx="3849370" cy="546735"/>
        </p:xfrm>
        <a:graphic>
          <a:graphicData uri="http://schemas.openxmlformats.org/presentationml/2006/ole">
            <mc:AlternateContent xmlns:mc="http://schemas.openxmlformats.org/markup-compatibility/2006">
              <mc:Choice xmlns:v="urn:schemas-microsoft-com:vml" Requires="v">
                <p:oleObj spid="_x0000_s87175" name="公式" r:id="rId9" imgW="1701720" imgH="241200" progId="Equation.3">
                  <p:embed/>
                </p:oleObj>
              </mc:Choice>
              <mc:Fallback>
                <p:oleObj name="公式" r:id="rId9" imgW="1701720" imgH="241200" progId="Equation.3">
                  <p:embed/>
                  <p:pic>
                    <p:nvPicPr>
                      <p:cNvPr id="0" name="Picture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58926" y="2406015"/>
                        <a:ext cx="3849370" cy="5467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110614103"/>
              </p:ext>
            </p:extLst>
          </p:nvPr>
        </p:nvGraphicFramePr>
        <p:xfrm>
          <a:off x="1524000" y="3028950"/>
          <a:ext cx="5249779" cy="533400"/>
        </p:xfrm>
        <a:graphic>
          <a:graphicData uri="http://schemas.openxmlformats.org/presentationml/2006/ole">
            <mc:AlternateContent xmlns:mc="http://schemas.openxmlformats.org/markup-compatibility/2006">
              <mc:Choice xmlns:v="urn:schemas-microsoft-com:vml" Requires="v">
                <p:oleObj spid="_x0000_s87176" name="公式" r:id="rId11" imgW="2374560" imgH="241200" progId="Equation.3">
                  <p:embed/>
                </p:oleObj>
              </mc:Choice>
              <mc:Fallback>
                <p:oleObj name="公式" r:id="rId11" imgW="2374560" imgH="241200" progId="Equation.3">
                  <p:embed/>
                  <p:pic>
                    <p:nvPicPr>
                      <p:cNvPr id="0" name="Picture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24000" y="3028950"/>
                        <a:ext cx="5249779"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98598229"/>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7"/>
          <p:cNvSpPr txBox="1">
            <a:spLocks noChangeArrowheads="1"/>
          </p:cNvSpPr>
          <p:nvPr/>
        </p:nvSpPr>
        <p:spPr bwMode="auto">
          <a:xfrm>
            <a:off x="685800" y="606425"/>
            <a:ext cx="70564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nchorCtr="1">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2800" b="1" dirty="0">
                <a:solidFill>
                  <a:srgbClr val="00FF00"/>
                </a:solidFill>
                <a:latin typeface="楷体_GB2312"/>
                <a:ea typeface="楷体_GB2312"/>
                <a:cs typeface="Times New Roman" pitchFamily="18" charset="0"/>
              </a:rPr>
              <a:t>直角坐标系与圆柱坐标系之间的关系</a:t>
            </a:r>
          </a:p>
        </p:txBody>
      </p:sp>
      <p:graphicFrame>
        <p:nvGraphicFramePr>
          <p:cNvPr id="2" name="对象 1"/>
          <p:cNvGraphicFramePr>
            <a:graphicFrameLocks noChangeAspect="1"/>
          </p:cNvGraphicFramePr>
          <p:nvPr>
            <p:extLst>
              <p:ext uri="{D42A27DB-BD31-4B8C-83A1-F6EECF244321}">
                <p14:modId xmlns:p14="http://schemas.microsoft.com/office/powerpoint/2010/main" val="1630729311"/>
              </p:ext>
            </p:extLst>
          </p:nvPr>
        </p:nvGraphicFramePr>
        <p:xfrm>
          <a:off x="1143000" y="2028825"/>
          <a:ext cx="5951538" cy="390525"/>
        </p:xfrm>
        <a:graphic>
          <a:graphicData uri="http://schemas.openxmlformats.org/presentationml/2006/ole">
            <mc:AlternateContent xmlns:mc="http://schemas.openxmlformats.org/markup-compatibility/2006">
              <mc:Choice xmlns:v="urn:schemas-microsoft-com:vml" Requires="v">
                <p:oleObj spid="_x0000_s88118" name="公式" r:id="rId3" imgW="3682800" imgH="241200" progId="Equation.3">
                  <p:embed/>
                </p:oleObj>
              </mc:Choice>
              <mc:Fallback>
                <p:oleObj name="公式" r:id="rId3" imgW="3682800" imgH="24120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028825"/>
                        <a:ext cx="5951538"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43578787"/>
              </p:ext>
            </p:extLst>
          </p:nvPr>
        </p:nvGraphicFramePr>
        <p:xfrm>
          <a:off x="914400" y="2647950"/>
          <a:ext cx="6813550" cy="719137"/>
        </p:xfrm>
        <a:graphic>
          <a:graphicData uri="http://schemas.openxmlformats.org/presentationml/2006/ole">
            <mc:AlternateContent xmlns:mc="http://schemas.openxmlformats.org/markup-compatibility/2006">
              <mc:Choice xmlns:v="urn:schemas-microsoft-com:vml" Requires="v">
                <p:oleObj spid="_x0000_s88119" name="公式" r:id="rId5" imgW="4216320" imgH="444240" progId="Equation.3">
                  <p:embed/>
                </p:oleObj>
              </mc:Choice>
              <mc:Fallback>
                <p:oleObj name="公式" r:id="rId5" imgW="4216320" imgH="44424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2647950"/>
                        <a:ext cx="6813550" cy="719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95362812"/>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r>
              <a:rPr lang="en-US" altLang="zh-CN" dirty="0" smtClean="0"/>
              <a:t> </a:t>
            </a:r>
          </a:p>
        </p:txBody>
      </p:sp>
      <p:sp>
        <p:nvSpPr>
          <p:cNvPr id="6150" name="Rectangle 3" descr="Rectangle: Click to edit Master text styles&#10;Second level&#10;Third level&#10;Fourth level&#10;Fifth level"/>
          <p:cNvSpPr>
            <a:spLocks noGrp="1" noChangeArrowheads="1"/>
          </p:cNvSpPr>
          <p:nvPr>
            <p:ph type="body" idx="1"/>
          </p:nvPr>
        </p:nvSpPr>
        <p:spPr>
          <a:xfrm>
            <a:off x="838200" y="627534"/>
            <a:ext cx="8054280" cy="3086100"/>
          </a:xfrm>
        </p:spPr>
        <p:txBody>
          <a:bodyPr/>
          <a:lstStyle/>
          <a:p>
            <a:pPr marL="0" indent="0" eaLnBrk="1" hangingPunct="1">
              <a:buFont typeface="Wingdings" pitchFamily="2" charset="2"/>
              <a:buNone/>
            </a:pPr>
            <a:r>
              <a:rPr lang="zh-CN" altLang="en-US" dirty="0" smtClean="0"/>
              <a:t>微元</a:t>
            </a:r>
            <a:endParaRPr lang="en-US" altLang="zh-CN" dirty="0" smtClean="0"/>
          </a:p>
          <a:p>
            <a:pPr marL="0" indent="0" eaLnBrk="1" hangingPunct="1">
              <a:buFont typeface="Wingdings" pitchFamily="2" charset="2"/>
              <a:buNone/>
            </a:pPr>
            <a:r>
              <a:rPr lang="en-US" altLang="zh-CN" dirty="0" smtClean="0"/>
              <a:t>                                                            </a:t>
            </a:r>
            <a:r>
              <a:rPr lang="zh-CN" altLang="en-US" dirty="0" smtClean="0"/>
              <a:t>（</a:t>
            </a:r>
            <a:r>
              <a:rPr lang="en-US" altLang="zh-CN" dirty="0" smtClean="0"/>
              <a:t>1.47</a:t>
            </a:r>
            <a:r>
              <a:rPr lang="zh-CN" altLang="en-US" dirty="0" smtClean="0"/>
              <a:t>）</a:t>
            </a:r>
          </a:p>
          <a:p>
            <a:pPr marL="0" indent="0" eaLnBrk="1" hangingPunct="1">
              <a:buFont typeface="Wingdings" pitchFamily="2" charset="2"/>
              <a:buNone/>
            </a:pPr>
            <a:r>
              <a:rPr lang="zh-CN" altLang="en-US" dirty="0" smtClean="0"/>
              <a:t>                                                            </a:t>
            </a:r>
          </a:p>
          <a:p>
            <a:pPr marL="0" indent="0" algn="r" eaLnBrk="1" hangingPunct="1">
              <a:buFont typeface="Wingdings" pitchFamily="2" charset="2"/>
              <a:buNone/>
            </a:pPr>
            <a:r>
              <a:rPr lang="zh-CN" altLang="en-US" dirty="0" smtClean="0"/>
              <a:t>                                                            （</a:t>
            </a:r>
            <a:r>
              <a:rPr lang="en-US" altLang="zh-CN" dirty="0" smtClean="0"/>
              <a:t>1.48</a:t>
            </a:r>
            <a:r>
              <a:rPr lang="zh-CN" altLang="en-US" dirty="0" smtClean="0"/>
              <a:t>）</a:t>
            </a:r>
          </a:p>
          <a:p>
            <a:pPr marL="0" indent="0" eaLnBrk="1" hangingPunct="1">
              <a:buFont typeface="Wingdings" pitchFamily="2" charset="2"/>
              <a:buNone/>
            </a:pPr>
            <a:r>
              <a:rPr lang="zh-CN" altLang="en-US" dirty="0" smtClean="0"/>
              <a:t>                                                                                  </a:t>
            </a:r>
          </a:p>
          <a:p>
            <a:pPr marL="0" indent="0" eaLnBrk="1" hangingPunct="1">
              <a:buFont typeface="Wingdings" pitchFamily="2" charset="2"/>
              <a:buNone/>
            </a:pPr>
            <a:r>
              <a:rPr lang="zh-CN" altLang="en-US" dirty="0" smtClean="0"/>
              <a:t>                                                            （</a:t>
            </a:r>
            <a:r>
              <a:rPr lang="en-US" altLang="zh-CN" dirty="0" smtClean="0"/>
              <a:t>1.49</a:t>
            </a:r>
            <a:r>
              <a:rPr lang="zh-CN" altLang="en-US" dirty="0" smtClean="0"/>
              <a:t>） </a:t>
            </a:r>
          </a:p>
        </p:txBody>
      </p:sp>
      <p:sp>
        <p:nvSpPr>
          <p:cNvPr id="6151" name="Rectangle 5"/>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146" name="Object 4"/>
          <p:cNvGraphicFramePr>
            <a:graphicFrameLocks noChangeAspect="1"/>
          </p:cNvGraphicFramePr>
          <p:nvPr>
            <p:extLst>
              <p:ext uri="{D42A27DB-BD31-4B8C-83A1-F6EECF244321}">
                <p14:modId xmlns:p14="http://schemas.microsoft.com/office/powerpoint/2010/main" val="3391020911"/>
              </p:ext>
            </p:extLst>
          </p:nvPr>
        </p:nvGraphicFramePr>
        <p:xfrm>
          <a:off x="611560" y="1203598"/>
          <a:ext cx="4029075" cy="869950"/>
        </p:xfrm>
        <a:graphic>
          <a:graphicData uri="http://schemas.openxmlformats.org/presentationml/2006/ole">
            <mc:AlternateContent xmlns:mc="http://schemas.openxmlformats.org/markup-compatibility/2006">
              <mc:Choice xmlns:v="urn:schemas-microsoft-com:vml" Requires="v">
                <p:oleObj spid="_x0000_s89202" name="公式" r:id="rId3" imgW="1688760" imgH="482400" progId="Equation.3">
                  <p:embed/>
                </p:oleObj>
              </mc:Choice>
              <mc:Fallback>
                <p:oleObj name="公式" r:id="rId3" imgW="1688760" imgH="482400" progId="Equation.3">
                  <p:embed/>
                  <p:pic>
                    <p:nvPicPr>
                      <p:cNvPr id="0" name="Picture 10"/>
                      <p:cNvPicPr>
                        <a:picLocks noChangeAspect="1" noChangeArrowheads="1"/>
                      </p:cNvPicPr>
                      <p:nvPr/>
                    </p:nvPicPr>
                    <p:blipFill>
                      <a:blip r:embed="rId4"/>
                      <a:srcRect/>
                      <a:stretch>
                        <a:fillRect/>
                      </a:stretch>
                    </p:blipFill>
                    <p:spPr bwMode="auto">
                      <a:xfrm>
                        <a:off x="611560" y="1203598"/>
                        <a:ext cx="4029075" cy="869950"/>
                      </a:xfrm>
                      <a:prstGeom prst="rect">
                        <a:avLst/>
                      </a:prstGeom>
                      <a:solidFill>
                        <a:schemeClr val="tx2">
                          <a:lumMod val="20000"/>
                          <a:lumOff val="80000"/>
                        </a:schemeClr>
                      </a:solidFill>
                      <a:extLst/>
                    </p:spPr>
                  </p:pic>
                </p:oleObj>
              </mc:Fallback>
            </mc:AlternateContent>
          </a:graphicData>
        </a:graphic>
      </p:graphicFrame>
      <p:sp>
        <p:nvSpPr>
          <p:cNvPr id="6152" name="Rectangle 7"/>
          <p:cNvSpPr>
            <a:spLocks noChangeArrowheads="1"/>
          </p:cNvSpPr>
          <p:nvPr/>
        </p:nvSpPr>
        <p:spPr bwMode="auto">
          <a:xfrm>
            <a:off x="0" y="220503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147" name="Object 6"/>
          <p:cNvGraphicFramePr>
            <a:graphicFrameLocks noChangeAspect="1"/>
          </p:cNvGraphicFramePr>
          <p:nvPr>
            <p:extLst>
              <p:ext uri="{D42A27DB-BD31-4B8C-83A1-F6EECF244321}">
                <p14:modId xmlns:p14="http://schemas.microsoft.com/office/powerpoint/2010/main" val="3998960045"/>
              </p:ext>
            </p:extLst>
          </p:nvPr>
        </p:nvGraphicFramePr>
        <p:xfrm>
          <a:off x="251520" y="2268339"/>
          <a:ext cx="7278688" cy="879475"/>
        </p:xfrm>
        <a:graphic>
          <a:graphicData uri="http://schemas.openxmlformats.org/presentationml/2006/ole">
            <mc:AlternateContent xmlns:mc="http://schemas.openxmlformats.org/markup-compatibility/2006">
              <mc:Choice xmlns:v="urn:schemas-microsoft-com:vml" Requires="v">
                <p:oleObj spid="_x0000_s89203" name="公式" r:id="rId5" imgW="3009600" imgH="482400" progId="Equation.3">
                  <p:embed/>
                </p:oleObj>
              </mc:Choice>
              <mc:Fallback>
                <p:oleObj name="公式" r:id="rId5" imgW="3009600" imgH="482400" progId="Equation.3">
                  <p:embed/>
                  <p:pic>
                    <p:nvPicPr>
                      <p:cNvPr id="0" name="Picture 11"/>
                      <p:cNvPicPr>
                        <a:picLocks noChangeAspect="1" noChangeArrowheads="1"/>
                      </p:cNvPicPr>
                      <p:nvPr/>
                    </p:nvPicPr>
                    <p:blipFill>
                      <a:blip r:embed="rId6"/>
                      <a:srcRect/>
                      <a:stretch>
                        <a:fillRect/>
                      </a:stretch>
                    </p:blipFill>
                    <p:spPr bwMode="auto">
                      <a:xfrm>
                        <a:off x="251520" y="2268339"/>
                        <a:ext cx="7278688" cy="879475"/>
                      </a:xfrm>
                      <a:prstGeom prst="rect">
                        <a:avLst/>
                      </a:prstGeom>
                      <a:solidFill>
                        <a:schemeClr val="accent1">
                          <a:lumMod val="40000"/>
                          <a:lumOff val="60000"/>
                        </a:schemeClr>
                      </a:solidFill>
                      <a:extLst/>
                    </p:spPr>
                  </p:pic>
                </p:oleObj>
              </mc:Fallback>
            </mc:AlternateContent>
          </a:graphicData>
        </a:graphic>
      </p:graphicFrame>
      <p:sp>
        <p:nvSpPr>
          <p:cNvPr id="6153" name="Rectangle 9"/>
          <p:cNvSpPr>
            <a:spLocks noChangeArrowheads="1"/>
          </p:cNvSpPr>
          <p:nvPr/>
        </p:nvSpPr>
        <p:spPr bwMode="auto">
          <a:xfrm>
            <a:off x="0" y="2216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148" name="Object 8"/>
          <p:cNvGraphicFramePr>
            <a:graphicFrameLocks noChangeAspect="1"/>
          </p:cNvGraphicFramePr>
          <p:nvPr>
            <p:extLst>
              <p:ext uri="{D42A27DB-BD31-4B8C-83A1-F6EECF244321}">
                <p14:modId xmlns:p14="http://schemas.microsoft.com/office/powerpoint/2010/main" val="402830377"/>
              </p:ext>
            </p:extLst>
          </p:nvPr>
        </p:nvGraphicFramePr>
        <p:xfrm>
          <a:off x="163513" y="3424238"/>
          <a:ext cx="5834062" cy="488950"/>
        </p:xfrm>
        <a:graphic>
          <a:graphicData uri="http://schemas.openxmlformats.org/presentationml/2006/ole">
            <mc:AlternateContent xmlns:mc="http://schemas.openxmlformats.org/markup-compatibility/2006">
              <mc:Choice xmlns:v="urn:schemas-microsoft-com:vml" Requires="v">
                <p:oleObj spid="_x0000_s89204" name="公式" r:id="rId7" imgW="2260440" imgH="253800" progId="Equation.3">
                  <p:embed/>
                </p:oleObj>
              </mc:Choice>
              <mc:Fallback>
                <p:oleObj name="公式" r:id="rId7" imgW="2260440" imgH="253800" progId="Equation.3">
                  <p:embed/>
                  <p:pic>
                    <p:nvPicPr>
                      <p:cNvPr id="0" name="Picture 12"/>
                      <p:cNvPicPr>
                        <a:picLocks noChangeAspect="1" noChangeArrowheads="1"/>
                      </p:cNvPicPr>
                      <p:nvPr/>
                    </p:nvPicPr>
                    <p:blipFill>
                      <a:blip r:embed="rId8"/>
                      <a:srcRect/>
                      <a:stretch>
                        <a:fillRect/>
                      </a:stretch>
                    </p:blipFill>
                    <p:spPr bwMode="auto">
                      <a:xfrm>
                        <a:off x="163513" y="3424238"/>
                        <a:ext cx="5834062" cy="488950"/>
                      </a:xfrm>
                      <a:prstGeom prst="rect">
                        <a:avLst/>
                      </a:prstGeom>
                      <a:solidFill>
                        <a:schemeClr val="bg2">
                          <a:lumMod val="20000"/>
                          <a:lumOff val="80000"/>
                        </a:schemeClr>
                      </a:solidFill>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594667042"/>
              </p:ext>
            </p:extLst>
          </p:nvPr>
        </p:nvGraphicFramePr>
        <p:xfrm>
          <a:off x="5334000" y="590550"/>
          <a:ext cx="3271838" cy="628650"/>
        </p:xfrm>
        <a:graphic>
          <a:graphicData uri="http://schemas.openxmlformats.org/presentationml/2006/ole">
            <mc:AlternateContent xmlns:mc="http://schemas.openxmlformats.org/markup-compatibility/2006">
              <mc:Choice xmlns:v="urn:schemas-microsoft-com:vml" Requires="v">
                <p:oleObj spid="_x0000_s89205" name="公式" r:id="rId9" imgW="1180800" imgH="241200" progId="Equation.3">
                  <p:embed/>
                </p:oleObj>
              </mc:Choice>
              <mc:Fallback>
                <p:oleObj name="公式" r:id="rId9" imgW="1180800" imgH="241200" progId="Equation.3">
                  <p:embed/>
                  <p:pic>
                    <p:nvPicPr>
                      <p:cNvPr id="0" name="Picture 13"/>
                      <p:cNvPicPr>
                        <a:picLocks noChangeAspect="1" noChangeArrowheads="1"/>
                      </p:cNvPicPr>
                      <p:nvPr/>
                    </p:nvPicPr>
                    <p:blipFill>
                      <a:blip r:embed="rId10"/>
                      <a:srcRect/>
                      <a:stretch>
                        <a:fillRect/>
                      </a:stretch>
                    </p:blipFill>
                    <p:spPr bwMode="auto">
                      <a:xfrm>
                        <a:off x="5334000" y="590550"/>
                        <a:ext cx="3271838" cy="628650"/>
                      </a:xfrm>
                      <a:prstGeom prst="rect">
                        <a:avLst/>
                      </a:prstGeom>
                      <a:solidFill>
                        <a:srgbClr val="F7EFCD"/>
                      </a:solidFill>
                    </p:spPr>
                  </p:pic>
                </p:oleObj>
              </mc:Fallback>
            </mc:AlternateContent>
          </a:graphicData>
        </a:graphic>
      </p:graphicFrame>
    </p:spTree>
    <p:extLst>
      <p:ext uri="{BB962C8B-B14F-4D97-AF65-F5344CB8AC3E}">
        <p14:creationId xmlns:p14="http://schemas.microsoft.com/office/powerpoint/2010/main" val="53996436"/>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en-US" altLang="zh-CN" dirty="0" smtClean="0"/>
              <a:t> </a:t>
            </a:r>
          </a:p>
        </p:txBody>
      </p:sp>
      <p:sp>
        <p:nvSpPr>
          <p:cNvPr id="7173" name="Rectangle 3" descr="Rectangle: Click to edit Master text styles&#10;Second level&#10;Third level&#10;Fourth level&#10;Fifth level"/>
          <p:cNvSpPr>
            <a:spLocks noGrp="1" noChangeArrowheads="1"/>
          </p:cNvSpPr>
          <p:nvPr>
            <p:ph type="body" idx="1"/>
          </p:nvPr>
        </p:nvSpPr>
        <p:spPr/>
        <p:txBody>
          <a:bodyPr/>
          <a:lstStyle/>
          <a:p>
            <a:pPr marL="0" indent="0" eaLnBrk="1" hangingPunct="1">
              <a:buFont typeface="Wingdings" pitchFamily="2" charset="2"/>
              <a:buNone/>
            </a:pPr>
            <a:r>
              <a:rPr lang="en-US" altLang="zh-CN" dirty="0" smtClean="0"/>
              <a:t> </a:t>
            </a:r>
          </a:p>
          <a:p>
            <a:pPr marL="0" indent="0" eaLnBrk="1" hangingPunct="1">
              <a:buFont typeface="Wingdings" pitchFamily="2" charset="2"/>
              <a:buNone/>
            </a:pPr>
            <a:r>
              <a:rPr lang="en-US" altLang="zh-CN" dirty="0" smtClean="0"/>
              <a:t>                                                            </a:t>
            </a:r>
            <a:r>
              <a:rPr lang="zh-CN" altLang="en-US" dirty="0" smtClean="0"/>
              <a:t>（</a:t>
            </a:r>
            <a:r>
              <a:rPr lang="en-US" altLang="zh-CN" dirty="0" smtClean="0"/>
              <a:t>1.50</a:t>
            </a:r>
            <a:r>
              <a:rPr lang="zh-CN" altLang="en-US" dirty="0" smtClean="0"/>
              <a:t>）</a:t>
            </a:r>
          </a:p>
          <a:p>
            <a:pPr marL="0" indent="0" eaLnBrk="1" hangingPunct="1">
              <a:buFont typeface="Wingdings" pitchFamily="2" charset="2"/>
              <a:buNone/>
            </a:pPr>
            <a:endParaRPr lang="zh-CN" altLang="en-US" dirty="0" smtClean="0"/>
          </a:p>
          <a:p>
            <a:pPr marL="0" indent="0" eaLnBrk="1" hangingPunct="1">
              <a:buFont typeface="Wingdings" pitchFamily="2" charset="2"/>
              <a:buNone/>
            </a:pPr>
            <a:endParaRPr lang="zh-CN" altLang="en-US" dirty="0" smtClean="0"/>
          </a:p>
          <a:p>
            <a:pPr marL="0" indent="0" eaLnBrk="1" hangingPunct="1">
              <a:buFont typeface="Wingdings" pitchFamily="2" charset="2"/>
              <a:buNone/>
            </a:pPr>
            <a:r>
              <a:rPr lang="zh-CN" altLang="en-US" dirty="0" smtClean="0"/>
              <a:t>                                                            （</a:t>
            </a:r>
            <a:r>
              <a:rPr lang="en-US" altLang="zh-CN" dirty="0" smtClean="0"/>
              <a:t>1.51</a:t>
            </a:r>
            <a:r>
              <a:rPr lang="zh-CN" altLang="en-US" dirty="0" smtClean="0"/>
              <a:t>） </a:t>
            </a:r>
          </a:p>
        </p:txBody>
      </p:sp>
      <p:sp>
        <p:nvSpPr>
          <p:cNvPr id="7174" name="Rectangle 5"/>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170" name="Object 4"/>
          <p:cNvGraphicFramePr>
            <a:graphicFrameLocks noChangeAspect="1"/>
          </p:cNvGraphicFramePr>
          <p:nvPr/>
        </p:nvGraphicFramePr>
        <p:xfrm>
          <a:off x="1828800" y="1714500"/>
          <a:ext cx="4533900" cy="842963"/>
        </p:xfrm>
        <a:graphic>
          <a:graphicData uri="http://schemas.openxmlformats.org/presentationml/2006/ole">
            <mc:AlternateContent xmlns:mc="http://schemas.openxmlformats.org/markup-compatibility/2006">
              <mc:Choice xmlns:v="urn:schemas-microsoft-com:vml" Requires="v">
                <p:oleObj spid="_x0000_s90192" name="公式" r:id="rId3" imgW="1739900" imgH="431800" progId="Equation.3">
                  <p:embed/>
                </p:oleObj>
              </mc:Choice>
              <mc:Fallback>
                <p:oleObj name="公式" r:id="rId3" imgW="1739900" imgH="431800" progId="Equation.3">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714500"/>
                        <a:ext cx="4533900" cy="842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5" name="Rectangle 7"/>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171" name="Object 6"/>
          <p:cNvGraphicFramePr>
            <a:graphicFrameLocks noChangeAspect="1"/>
          </p:cNvGraphicFramePr>
          <p:nvPr/>
        </p:nvGraphicFramePr>
        <p:xfrm>
          <a:off x="1676400" y="3028950"/>
          <a:ext cx="4724400" cy="803275"/>
        </p:xfrm>
        <a:graphic>
          <a:graphicData uri="http://schemas.openxmlformats.org/presentationml/2006/ole">
            <mc:AlternateContent xmlns:mc="http://schemas.openxmlformats.org/markup-compatibility/2006">
              <mc:Choice xmlns:v="urn:schemas-microsoft-com:vml" Requires="v">
                <p:oleObj spid="_x0000_s90193" name="公式" r:id="rId5" imgW="1892300" imgH="431800" progId="Equation.3">
                  <p:embed/>
                </p:oleObj>
              </mc:Choice>
              <mc:Fallback>
                <p:oleObj name="公式" r:id="rId5" imgW="1892300" imgH="431800" progId="Equation.3">
                  <p:embed/>
                  <p:pic>
                    <p:nvPicPr>
                      <p:cNvPr id="0"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3028950"/>
                        <a:ext cx="4724400" cy="803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562837767"/>
              </p:ext>
            </p:extLst>
          </p:nvPr>
        </p:nvGraphicFramePr>
        <p:xfrm>
          <a:off x="2322513" y="4043363"/>
          <a:ext cx="3582987" cy="449262"/>
        </p:xfrm>
        <a:graphic>
          <a:graphicData uri="http://schemas.openxmlformats.org/presentationml/2006/ole">
            <mc:AlternateContent xmlns:mc="http://schemas.openxmlformats.org/markup-compatibility/2006">
              <mc:Choice xmlns:v="urn:schemas-microsoft-com:vml" Requires="v">
                <p:oleObj spid="_x0000_s90194" name="公式" r:id="rId7" imgW="1434960" imgH="241200" progId="Equation.3">
                  <p:embed/>
                </p:oleObj>
              </mc:Choice>
              <mc:Fallback>
                <p:oleObj name="公式" r:id="rId7" imgW="1434960" imgH="241200" progId="Equation.3">
                  <p:embed/>
                  <p:pic>
                    <p:nvPicPr>
                      <p:cNvPr id="0"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22513" y="4043363"/>
                        <a:ext cx="3582987" cy="449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575640646"/>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2886002392"/>
              </p:ext>
            </p:extLst>
          </p:nvPr>
        </p:nvGraphicFramePr>
        <p:xfrm>
          <a:off x="685800" y="411510"/>
          <a:ext cx="7048500" cy="746125"/>
        </p:xfrm>
        <a:graphic>
          <a:graphicData uri="http://schemas.openxmlformats.org/presentationml/2006/ole">
            <mc:AlternateContent xmlns:mc="http://schemas.openxmlformats.org/markup-compatibility/2006">
              <mc:Choice xmlns:v="urn:schemas-microsoft-com:vml" Requires="v">
                <p:oleObj spid="_x0000_s96328" name="公式" r:id="rId3" imgW="3416040" imgH="482400" progId="Equation.3">
                  <p:embed/>
                </p:oleObj>
              </mc:Choice>
              <mc:Fallback>
                <p:oleObj name="公式" r:id="rId3" imgW="3416040" imgH="482400" progId="Equation.3">
                  <p:embed/>
                  <p:pic>
                    <p:nvPicPr>
                      <p:cNvPr id="0" name=""/>
                      <p:cNvPicPr>
                        <a:picLocks noChangeAspect="1" noChangeArrowheads="1"/>
                      </p:cNvPicPr>
                      <p:nvPr/>
                    </p:nvPicPr>
                    <p:blipFill>
                      <a:blip r:embed="rId4"/>
                      <a:srcRect/>
                      <a:stretch>
                        <a:fillRect/>
                      </a:stretch>
                    </p:blipFill>
                    <p:spPr bwMode="auto">
                      <a:xfrm>
                        <a:off x="685800" y="411510"/>
                        <a:ext cx="7048500" cy="746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圆角矩形 12"/>
          <p:cNvSpPr/>
          <p:nvPr/>
        </p:nvSpPr>
        <p:spPr>
          <a:xfrm>
            <a:off x="1835696" y="2106166"/>
            <a:ext cx="2016224" cy="6096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对象 1"/>
          <p:cNvGraphicFramePr>
            <a:graphicFrameLocks noChangeAspect="1"/>
          </p:cNvGraphicFramePr>
          <p:nvPr>
            <p:extLst>
              <p:ext uri="{D42A27DB-BD31-4B8C-83A1-F6EECF244321}">
                <p14:modId xmlns:p14="http://schemas.microsoft.com/office/powerpoint/2010/main" val="850766095"/>
              </p:ext>
            </p:extLst>
          </p:nvPr>
        </p:nvGraphicFramePr>
        <p:xfrm>
          <a:off x="827088" y="2022475"/>
          <a:ext cx="6891337" cy="746125"/>
        </p:xfrm>
        <a:graphic>
          <a:graphicData uri="http://schemas.openxmlformats.org/presentationml/2006/ole">
            <mc:AlternateContent xmlns:mc="http://schemas.openxmlformats.org/markup-compatibility/2006">
              <mc:Choice xmlns:v="urn:schemas-microsoft-com:vml" Requires="v">
                <p:oleObj spid="_x0000_s96329" name="公式" r:id="rId5" imgW="3340080" imgH="482400" progId="Equation.3">
                  <p:embed/>
                </p:oleObj>
              </mc:Choice>
              <mc:Fallback>
                <p:oleObj name="公式" r:id="rId5" imgW="3340080" imgH="482400" progId="Equation.3">
                  <p:embed/>
                  <p:pic>
                    <p:nvPicPr>
                      <p:cNvPr id="0" name="对象 3"/>
                      <p:cNvPicPr>
                        <a:picLocks noChangeAspect="1" noChangeArrowheads="1"/>
                      </p:cNvPicPr>
                      <p:nvPr/>
                    </p:nvPicPr>
                    <p:blipFill>
                      <a:blip r:embed="rId6"/>
                      <a:srcRect/>
                      <a:stretch>
                        <a:fillRect/>
                      </a:stretch>
                    </p:blipFill>
                    <p:spPr bwMode="auto">
                      <a:xfrm>
                        <a:off x="827088" y="2022475"/>
                        <a:ext cx="6891337"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圆角矩形 15"/>
          <p:cNvSpPr/>
          <p:nvPr/>
        </p:nvSpPr>
        <p:spPr>
          <a:xfrm>
            <a:off x="3995936" y="2106166"/>
            <a:ext cx="2160240" cy="6096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3814602745"/>
              </p:ext>
            </p:extLst>
          </p:nvPr>
        </p:nvGraphicFramePr>
        <p:xfrm>
          <a:off x="810567" y="1275606"/>
          <a:ext cx="4481513" cy="746125"/>
        </p:xfrm>
        <a:graphic>
          <a:graphicData uri="http://schemas.openxmlformats.org/presentationml/2006/ole">
            <mc:AlternateContent xmlns:mc="http://schemas.openxmlformats.org/markup-compatibility/2006">
              <mc:Choice xmlns:v="urn:schemas-microsoft-com:vml" Requires="v">
                <p:oleObj spid="_x0000_s96330" name="公式" r:id="rId7" imgW="2171520" imgH="482400" progId="Equation.3">
                  <p:embed/>
                </p:oleObj>
              </mc:Choice>
              <mc:Fallback>
                <p:oleObj name="公式" r:id="rId7" imgW="2171520" imgH="482400" progId="Equation.3">
                  <p:embed/>
                  <p:pic>
                    <p:nvPicPr>
                      <p:cNvPr id="0" name="对象 1"/>
                      <p:cNvPicPr>
                        <a:picLocks noChangeAspect="1" noChangeArrowheads="1"/>
                      </p:cNvPicPr>
                      <p:nvPr/>
                    </p:nvPicPr>
                    <p:blipFill>
                      <a:blip r:embed="rId8"/>
                      <a:srcRect/>
                      <a:stretch>
                        <a:fillRect/>
                      </a:stretch>
                    </p:blipFill>
                    <p:spPr bwMode="auto">
                      <a:xfrm>
                        <a:off x="810567" y="1275606"/>
                        <a:ext cx="4481513"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501313088"/>
              </p:ext>
            </p:extLst>
          </p:nvPr>
        </p:nvGraphicFramePr>
        <p:xfrm>
          <a:off x="899592" y="2931790"/>
          <a:ext cx="3024336" cy="751142"/>
        </p:xfrm>
        <a:graphic>
          <a:graphicData uri="http://schemas.openxmlformats.org/presentationml/2006/ole">
            <mc:AlternateContent xmlns:mc="http://schemas.openxmlformats.org/markup-compatibility/2006">
              <mc:Choice xmlns:v="urn:schemas-microsoft-com:vml" Requires="v">
                <p:oleObj spid="_x0000_s96331" name="公式" r:id="rId9" imgW="1942920" imgH="482400" progId="Equation.3">
                  <p:embed/>
                </p:oleObj>
              </mc:Choice>
              <mc:Fallback>
                <p:oleObj name="公式" r:id="rId9" imgW="1942920" imgH="482400" progId="Equation.3">
                  <p:embed/>
                  <p:pic>
                    <p:nvPicPr>
                      <p:cNvPr id="0" name=""/>
                      <p:cNvPicPr/>
                      <p:nvPr/>
                    </p:nvPicPr>
                    <p:blipFill>
                      <a:blip r:embed="rId10"/>
                      <a:stretch>
                        <a:fillRect/>
                      </a:stretch>
                    </p:blipFill>
                    <p:spPr>
                      <a:xfrm>
                        <a:off x="899592" y="2931790"/>
                        <a:ext cx="3024336" cy="751142"/>
                      </a:xfrm>
                      <a:prstGeom prst="rect">
                        <a:avLst/>
                      </a:prstGeom>
                    </p:spPr>
                  </p:pic>
                </p:oleObj>
              </mc:Fallback>
            </mc:AlternateContent>
          </a:graphicData>
        </a:graphic>
      </p:graphicFrame>
    </p:spTree>
    <p:extLst>
      <p:ext uri="{BB962C8B-B14F-4D97-AF65-F5344CB8AC3E}">
        <p14:creationId xmlns:p14="http://schemas.microsoft.com/office/powerpoint/2010/main" val="3840780660"/>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1005506134"/>
              </p:ext>
            </p:extLst>
          </p:nvPr>
        </p:nvGraphicFramePr>
        <p:xfrm>
          <a:off x="685800" y="250825"/>
          <a:ext cx="7048500" cy="3692525"/>
        </p:xfrm>
        <a:graphic>
          <a:graphicData uri="http://schemas.openxmlformats.org/presentationml/2006/ole">
            <mc:AlternateContent xmlns:mc="http://schemas.openxmlformats.org/markup-compatibility/2006">
              <mc:Choice xmlns:v="urn:schemas-microsoft-com:vml" Requires="v">
                <p:oleObj spid="_x0000_s91190" name="公式" r:id="rId3" imgW="3416040" imgH="2387520" progId="Equation.3">
                  <p:embed/>
                </p:oleObj>
              </mc:Choice>
              <mc:Fallback>
                <p:oleObj name="公式" r:id="rId3" imgW="3416040" imgH="238752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50825"/>
                        <a:ext cx="7048500" cy="3692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圆角矩形 6"/>
          <p:cNvSpPr/>
          <p:nvPr/>
        </p:nvSpPr>
        <p:spPr>
          <a:xfrm>
            <a:off x="2667000" y="1047750"/>
            <a:ext cx="990600" cy="6096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3810000" y="1047750"/>
            <a:ext cx="990600" cy="6096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1600200" y="1809750"/>
            <a:ext cx="990600" cy="6096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5105400" y="1809750"/>
            <a:ext cx="990600" cy="6096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a:off x="6248400" y="1825625"/>
            <a:ext cx="990600" cy="6096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1371600" y="2571750"/>
            <a:ext cx="990600" cy="6096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2438400" y="2571750"/>
            <a:ext cx="990600" cy="6096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a:off x="7734300" y="1025525"/>
            <a:ext cx="495300" cy="6096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rgbClr val="FF0000"/>
                </a:solidFill>
              </a:rPr>
              <a:t>0</a:t>
            </a:r>
            <a:endParaRPr lang="zh-CN" altLang="en-US" dirty="0">
              <a:solidFill>
                <a:srgbClr val="FF0000"/>
              </a:solidFill>
            </a:endParaRPr>
          </a:p>
        </p:txBody>
      </p:sp>
      <p:graphicFrame>
        <p:nvGraphicFramePr>
          <p:cNvPr id="15" name="对象 14"/>
          <p:cNvGraphicFramePr>
            <a:graphicFrameLocks noChangeAspect="1"/>
          </p:cNvGraphicFramePr>
          <p:nvPr>
            <p:extLst>
              <p:ext uri="{D42A27DB-BD31-4B8C-83A1-F6EECF244321}">
                <p14:modId xmlns:p14="http://schemas.microsoft.com/office/powerpoint/2010/main" val="4054443180"/>
              </p:ext>
            </p:extLst>
          </p:nvPr>
        </p:nvGraphicFramePr>
        <p:xfrm>
          <a:off x="609600" y="3956050"/>
          <a:ext cx="4811713" cy="901700"/>
        </p:xfrm>
        <a:graphic>
          <a:graphicData uri="http://schemas.openxmlformats.org/presentationml/2006/ole">
            <mc:AlternateContent xmlns:mc="http://schemas.openxmlformats.org/markup-compatibility/2006">
              <mc:Choice xmlns:v="urn:schemas-microsoft-com:vml" Requires="v">
                <p:oleObj spid="_x0000_s91191" name="公式" r:id="rId5" imgW="1828800" imgH="457200" progId="Equation.3">
                  <p:embed/>
                </p:oleObj>
              </mc:Choice>
              <mc:Fallback>
                <p:oleObj name="公式" r:id="rId5" imgW="1828800" imgH="45720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3956050"/>
                        <a:ext cx="4811713" cy="901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31949559"/>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en-US" altLang="zh-CN" smtClean="0"/>
              <a:t> </a:t>
            </a:r>
          </a:p>
        </p:txBody>
      </p:sp>
      <p:sp>
        <p:nvSpPr>
          <p:cNvPr id="8197" name="Rectangle 3" descr="Rectangle: Click to edit Master text styles&#10;Second level&#10;Third level&#10;Fourth level&#10;Fifth level"/>
          <p:cNvSpPr>
            <a:spLocks noGrp="1" noChangeArrowheads="1"/>
          </p:cNvSpPr>
          <p:nvPr>
            <p:ph type="body" idx="1"/>
          </p:nvPr>
        </p:nvSpPr>
        <p:spPr>
          <a:xfrm>
            <a:off x="838200" y="514350"/>
            <a:ext cx="7772400" cy="3086100"/>
          </a:xfrm>
        </p:spPr>
        <p:txBody>
          <a:bodyPr/>
          <a:lstStyle/>
          <a:p>
            <a:pPr marL="0" indent="0" eaLnBrk="1" hangingPunct="1">
              <a:buFont typeface="Wingdings" pitchFamily="2" charset="2"/>
              <a:buNone/>
            </a:pPr>
            <a:r>
              <a:rPr lang="zh-CN" altLang="en-US" dirty="0" smtClean="0"/>
              <a:t>同样方法，可得到</a:t>
            </a:r>
            <a:endParaRPr lang="en-US" altLang="zh-CN" dirty="0" smtClean="0"/>
          </a:p>
          <a:p>
            <a:pPr marL="0" indent="0" eaLnBrk="1" hangingPunct="1">
              <a:buFont typeface="Wingdings" pitchFamily="2" charset="2"/>
              <a:buNone/>
            </a:pPr>
            <a:endParaRPr lang="en-US" altLang="zh-CN" dirty="0" smtClean="0"/>
          </a:p>
          <a:p>
            <a:pPr marL="0" indent="0" eaLnBrk="1" hangingPunct="1">
              <a:buFont typeface="Wingdings" pitchFamily="2" charset="2"/>
              <a:buNone/>
            </a:pPr>
            <a:r>
              <a:rPr lang="en-US" altLang="zh-CN" dirty="0" smtClean="0"/>
              <a:t>                                                              (1.55)</a:t>
            </a:r>
          </a:p>
          <a:p>
            <a:pPr marL="0" indent="0" eaLnBrk="1" hangingPunct="1">
              <a:buFont typeface="Wingdings" pitchFamily="2" charset="2"/>
              <a:buNone/>
            </a:pPr>
            <a:endParaRPr lang="en-US" altLang="zh-CN" dirty="0" smtClean="0"/>
          </a:p>
        </p:txBody>
      </p:sp>
      <p:sp>
        <p:nvSpPr>
          <p:cNvPr id="8198" name="Rectangle 5"/>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8199" name="Rectangle 7"/>
          <p:cNvSpPr>
            <a:spLocks noChangeArrowheads="1"/>
          </p:cNvSpPr>
          <p:nvPr/>
        </p:nvSpPr>
        <p:spPr bwMode="auto">
          <a:xfrm>
            <a:off x="0" y="1947863"/>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195" name="Object 6"/>
          <p:cNvGraphicFramePr>
            <a:graphicFrameLocks noChangeAspect="1"/>
          </p:cNvGraphicFramePr>
          <p:nvPr>
            <p:extLst>
              <p:ext uri="{D42A27DB-BD31-4B8C-83A1-F6EECF244321}">
                <p14:modId xmlns:p14="http://schemas.microsoft.com/office/powerpoint/2010/main" val="2487470919"/>
              </p:ext>
            </p:extLst>
          </p:nvPr>
        </p:nvGraphicFramePr>
        <p:xfrm>
          <a:off x="1371600" y="971550"/>
          <a:ext cx="4343400" cy="2371725"/>
        </p:xfrm>
        <a:graphic>
          <a:graphicData uri="http://schemas.openxmlformats.org/presentationml/2006/ole">
            <mc:AlternateContent xmlns:mc="http://schemas.openxmlformats.org/markup-compatibility/2006">
              <mc:Choice xmlns:v="urn:schemas-microsoft-com:vml" Requires="v">
                <p:oleObj spid="_x0000_s92188" name="公式" r:id="rId3" imgW="1612900" imgH="1168400" progId="Equation.3">
                  <p:embed/>
                </p:oleObj>
              </mc:Choice>
              <mc:Fallback>
                <p:oleObj name="公式" r:id="rId3" imgW="1612900" imgH="116840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971550"/>
                        <a:ext cx="4343400" cy="2371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457200" y="3491222"/>
            <a:ext cx="8229600" cy="1366528"/>
          </a:xfrm>
          <a:prstGeom prst="rect">
            <a:avLst/>
          </a:prstGeom>
        </p:spPr>
        <p:txBody>
          <a:bodyPr wrap="square">
            <a:spAutoFit/>
          </a:bodyPr>
          <a:lstStyle/>
          <a:p>
            <a:pPr marL="354013" indent="-354013">
              <a:lnSpc>
                <a:spcPct val="115000"/>
              </a:lnSpc>
            </a:pPr>
            <a:r>
              <a:rPr lang="zh-CN" altLang="en-US" b="1" dirty="0" smtClean="0">
                <a:solidFill>
                  <a:srgbClr val="FF0000"/>
                </a:solidFill>
                <a:latin typeface="Verdana" pitchFamily="34" charset="0"/>
              </a:rPr>
              <a:t>注意：</a:t>
            </a:r>
            <a:r>
              <a:rPr lang="zh-CN" altLang="en-US" b="1" dirty="0" smtClean="0">
                <a:solidFill>
                  <a:schemeClr val="bg2">
                    <a:lumMod val="50000"/>
                  </a:schemeClr>
                </a:solidFill>
                <a:latin typeface="Verdana" pitchFamily="34" charset="0"/>
              </a:rPr>
              <a:t>在圆柱坐标系和球面坐标系中，哈密顿算子不再像在直角坐标系中那样代表着一个矢量算子，而仅仅代表着一个用来记述梯度、散度和旋度的符号。拉普拉斯算子也不再像在直角坐标中那样代表两个矢量算子的点积之后再乘以标量函数 ，而是作为一个符号用来记述对求梯度后再求散度这一运算。</a:t>
            </a:r>
            <a:endParaRPr lang="zh-CN" altLang="en-US" b="1" dirty="0">
              <a:solidFill>
                <a:schemeClr val="bg2">
                  <a:lumMod val="50000"/>
                </a:schemeClr>
              </a:solidFill>
              <a:latin typeface="Verdana" pitchFamily="34" charset="0"/>
            </a:endParaRPr>
          </a:p>
        </p:txBody>
      </p:sp>
    </p:spTree>
    <p:extLst>
      <p:ext uri="{BB962C8B-B14F-4D97-AF65-F5344CB8AC3E}">
        <p14:creationId xmlns:p14="http://schemas.microsoft.com/office/powerpoint/2010/main" val="3144927123"/>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9220" name="内容占位符 2" descr="Rectangle: Click to edit Master text styles&#10;Second level&#10;Third level&#10;Fourth level&#10;Fifth level"/>
          <p:cNvSpPr>
            <a:spLocks noGrp="1"/>
          </p:cNvSpPr>
          <p:nvPr>
            <p:ph idx="1"/>
          </p:nvPr>
        </p:nvSpPr>
        <p:spPr/>
        <p:txBody>
          <a:bodyPr/>
          <a:lstStyle/>
          <a:p>
            <a:endParaRPr lang="zh-CN" altLang="en-US" smtClean="0"/>
          </a:p>
        </p:txBody>
      </p:sp>
      <p:sp>
        <p:nvSpPr>
          <p:cNvPr id="9221" name="Rectangle 3" descr="Rectangle: Click to edit Master text styles&#10;Second level&#10;Third level&#10;Fourth level&#10;Fifth level"/>
          <p:cNvSpPr txBox="1">
            <a:spLocks noChangeArrowheads="1"/>
          </p:cNvSpPr>
          <p:nvPr/>
        </p:nvSpPr>
        <p:spPr bwMode="auto">
          <a:xfrm>
            <a:off x="685800" y="514350"/>
            <a:ext cx="7924800"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itchFamily="34" charset="0"/>
                <a:ea typeface="宋体" pitchFamily="2" charset="-122"/>
              </a:defRPr>
            </a:lvl1pPr>
            <a:lvl2pPr marL="952500" indent="-76200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lvl="1" eaLnBrk="1" hangingPunct="1">
              <a:spcBef>
                <a:spcPct val="20000"/>
              </a:spcBef>
              <a:buClr>
                <a:schemeClr val="accent2"/>
              </a:buClr>
              <a:buSzPct val="75000"/>
              <a:buFont typeface="Wingdings" pitchFamily="2" charset="2"/>
              <a:buNone/>
            </a:pPr>
            <a:r>
              <a:rPr kumimoji="1" lang="en-US" altLang="zh-CN" sz="4000" b="1">
                <a:solidFill>
                  <a:schemeClr val="bg2"/>
                </a:solidFill>
                <a:latin typeface="隶书" pitchFamily="49" charset="-122"/>
                <a:ea typeface="隶书" pitchFamily="49" charset="-122"/>
              </a:rPr>
              <a:t>1.6.3 </a:t>
            </a:r>
            <a:r>
              <a:rPr kumimoji="1" lang="zh-CN" altLang="en-US" sz="4000" b="1">
                <a:solidFill>
                  <a:schemeClr val="bg2"/>
                </a:solidFill>
                <a:latin typeface="隶书" pitchFamily="49" charset="-122"/>
                <a:ea typeface="隶书" pitchFamily="49" charset="-122"/>
              </a:rPr>
              <a:t>球坐标系</a:t>
            </a:r>
          </a:p>
        </p:txBody>
      </p:sp>
      <p:graphicFrame>
        <p:nvGraphicFramePr>
          <p:cNvPr id="9218" name="Object 4"/>
          <p:cNvGraphicFramePr>
            <a:graphicFrameLocks noChangeAspect="1"/>
          </p:cNvGraphicFramePr>
          <p:nvPr/>
        </p:nvGraphicFramePr>
        <p:xfrm>
          <a:off x="2590800" y="1085850"/>
          <a:ext cx="3629025" cy="3086100"/>
        </p:xfrm>
        <a:graphic>
          <a:graphicData uri="http://schemas.openxmlformats.org/presentationml/2006/ole">
            <mc:AlternateContent xmlns:mc="http://schemas.openxmlformats.org/markup-compatibility/2006">
              <mc:Choice xmlns:v="urn:schemas-microsoft-com:vml" Requires="v">
                <p:oleObj spid="_x0000_s93212" r:id="rId3" imgW="11742857" imgH="13314286" progId="">
                  <p:embed/>
                </p:oleObj>
              </mc:Choice>
              <mc:Fallback>
                <p:oleObj r:id="rId3" imgW="11742857" imgH="13314286" progId="">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1085850"/>
                        <a:ext cx="3629025"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2" name="Rectangle 6"/>
          <p:cNvSpPr>
            <a:spLocks noChangeArrowheads="1"/>
          </p:cNvSpPr>
          <p:nvPr/>
        </p:nvSpPr>
        <p:spPr bwMode="auto">
          <a:xfrm>
            <a:off x="2971800" y="4113213"/>
            <a:ext cx="29749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r>
              <a:rPr lang="en-US" altLang="zh-CN" sz="2400" b="1">
                <a:solidFill>
                  <a:srgbClr val="000000"/>
                </a:solidFill>
                <a:latin typeface="宋体" pitchFamily="2" charset="-122"/>
              </a:rPr>
              <a:t> </a:t>
            </a:r>
            <a:r>
              <a:rPr lang="zh-CN" altLang="en-US" sz="2400" b="1">
                <a:solidFill>
                  <a:srgbClr val="000000"/>
                </a:solidFill>
                <a:latin typeface="宋体" pitchFamily="2" charset="-122"/>
              </a:rPr>
              <a:t>图</a:t>
            </a:r>
            <a:r>
              <a:rPr lang="en-US" altLang="zh-CN" sz="2400" b="1">
                <a:solidFill>
                  <a:srgbClr val="000000"/>
                </a:solidFill>
                <a:latin typeface="宋体" pitchFamily="2" charset="-122"/>
              </a:rPr>
              <a:t>1.18  </a:t>
            </a:r>
            <a:r>
              <a:rPr lang="zh-CN" altLang="en-US" sz="2400" b="1">
                <a:solidFill>
                  <a:srgbClr val="000000"/>
                </a:solidFill>
                <a:latin typeface="宋体" pitchFamily="2" charset="-122"/>
              </a:rPr>
              <a:t>球坐标系 </a:t>
            </a:r>
          </a:p>
        </p:txBody>
      </p:sp>
    </p:spTree>
    <p:extLst>
      <p:ext uri="{BB962C8B-B14F-4D97-AF65-F5344CB8AC3E}">
        <p14:creationId xmlns:p14="http://schemas.microsoft.com/office/powerpoint/2010/main" val="287541964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solidFill>
                  <a:srgbClr val="C00000"/>
                </a:solidFill>
              </a:rPr>
              <a:t>单位矢量关系</a:t>
            </a:r>
            <a:endParaRPr lang="zh-CN" altLang="en-US" dirty="0">
              <a:solidFill>
                <a:srgbClr val="C00000"/>
              </a:solidFill>
            </a:endParaRPr>
          </a:p>
        </p:txBody>
      </p:sp>
      <p:sp>
        <p:nvSpPr>
          <p:cNvPr id="18435" name="内容占位符 2" descr="Rectangle: Click to edit Master text styles&#10;Second level&#10;Third level&#10;Fourth level&#10;Fifth level"/>
          <p:cNvSpPr>
            <a:spLocks noGrp="1"/>
          </p:cNvSpPr>
          <p:nvPr>
            <p:ph idx="1"/>
          </p:nvPr>
        </p:nvSpPr>
        <p:spPr/>
        <p:txBody>
          <a:bodyPr/>
          <a:lstStyle/>
          <a:p>
            <a:endParaRPr lang="zh-CN" altLang="en-US" smtClean="0"/>
          </a:p>
        </p:txBody>
      </p:sp>
      <p:pic>
        <p:nvPicPr>
          <p:cNvPr id="18436" name="Picture 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419350"/>
            <a:ext cx="3657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3345381"/>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9"/>
          <p:cNvSpPr>
            <a:spLocks noChangeArrowheads="1"/>
          </p:cNvSpPr>
          <p:nvPr/>
        </p:nvSpPr>
        <p:spPr bwMode="auto">
          <a:xfrm>
            <a:off x="457200" y="133350"/>
            <a:ext cx="8353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54013" indent="-354013" algn="ctr">
              <a:buClr>
                <a:srgbClr val="00FF00"/>
              </a:buClr>
              <a:buFont typeface="Wingdings" pitchFamily="2" charset="2"/>
              <a:buNone/>
            </a:pPr>
            <a:r>
              <a:rPr lang="zh-CN" altLang="en-US" sz="2800" b="1">
                <a:solidFill>
                  <a:srgbClr val="00FF00"/>
                </a:solidFill>
                <a:latin typeface="Verdana" pitchFamily="34" charset="0"/>
                <a:ea typeface="楷体_GB2312"/>
                <a:cs typeface="楷体_GB2312"/>
              </a:rPr>
              <a:t>直角坐标系与球面坐标系之间的关系</a:t>
            </a:r>
          </a:p>
        </p:txBody>
      </p:sp>
      <p:pic>
        <p:nvPicPr>
          <p:cNvPr id="19459" name="Picture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819150"/>
            <a:ext cx="5754688"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352550"/>
            <a:ext cx="6384925" cy="81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190750"/>
            <a:ext cx="5343525"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3638550"/>
            <a:ext cx="531495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9041318"/>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609600" y="533400"/>
            <a:ext cx="7772400" cy="857250"/>
          </a:xfrm>
        </p:spPr>
        <p:txBody>
          <a:bodyPr/>
          <a:lstStyle/>
          <a:p>
            <a:pPr eaLnBrk="1" hangingPunct="1"/>
            <a:r>
              <a:rPr lang="en-US" altLang="zh-CN" smtClean="0"/>
              <a:t> </a:t>
            </a:r>
          </a:p>
        </p:txBody>
      </p:sp>
      <p:sp>
        <p:nvSpPr>
          <p:cNvPr id="10247" name="Rectangle 3" descr="Rectangle: Click to edit Master text styles&#10;Second level&#10;Third level&#10;Fourth level&#10;Fifth level"/>
          <p:cNvSpPr>
            <a:spLocks noGrp="1" noChangeArrowheads="1"/>
          </p:cNvSpPr>
          <p:nvPr>
            <p:ph type="body" idx="1"/>
          </p:nvPr>
        </p:nvSpPr>
        <p:spPr>
          <a:xfrm>
            <a:off x="838200" y="209550"/>
            <a:ext cx="7772400" cy="4229100"/>
          </a:xfrm>
        </p:spPr>
        <p:txBody>
          <a:bodyPr/>
          <a:lstStyle/>
          <a:p>
            <a:pPr marL="0" indent="0" eaLnBrk="1" hangingPunct="1">
              <a:buFont typeface="Wingdings" pitchFamily="2" charset="2"/>
              <a:buNone/>
            </a:pPr>
            <a:r>
              <a:rPr lang="zh-CN" altLang="en-US" dirty="0" smtClean="0">
                <a:solidFill>
                  <a:srgbClr val="C00000"/>
                </a:solidFill>
              </a:rPr>
              <a:t>拉梅系数</a:t>
            </a:r>
            <a:r>
              <a:rPr lang="zh-CN" altLang="en-US" dirty="0" smtClean="0">
                <a:solidFill>
                  <a:schemeClr val="tx2">
                    <a:lumMod val="50000"/>
                  </a:schemeClr>
                </a:solidFill>
              </a:rPr>
              <a:t>：</a:t>
            </a:r>
            <a:endParaRPr lang="en-US" altLang="zh-CN" dirty="0" smtClean="0">
              <a:solidFill>
                <a:schemeClr val="tx2">
                  <a:lumMod val="50000"/>
                </a:schemeClr>
              </a:solidFill>
            </a:endParaRPr>
          </a:p>
          <a:p>
            <a:pPr marL="0" indent="0" eaLnBrk="1" hangingPunct="1">
              <a:buFont typeface="Wingdings" pitchFamily="2" charset="2"/>
              <a:buNone/>
            </a:pPr>
            <a:r>
              <a:rPr lang="en-US" altLang="zh-CN" dirty="0" smtClean="0"/>
              <a:t>                                                             </a:t>
            </a:r>
            <a:r>
              <a:rPr lang="zh-CN" altLang="en-US" dirty="0" smtClean="0"/>
              <a:t>（</a:t>
            </a:r>
            <a:r>
              <a:rPr lang="en-US" altLang="zh-CN" dirty="0" smtClean="0"/>
              <a:t>1.63</a:t>
            </a:r>
            <a:r>
              <a:rPr lang="zh-CN" altLang="en-US" dirty="0" smtClean="0"/>
              <a:t>）</a:t>
            </a:r>
          </a:p>
          <a:p>
            <a:pPr marL="0" indent="0" eaLnBrk="1" hangingPunct="1">
              <a:buFont typeface="Wingdings" pitchFamily="2" charset="2"/>
              <a:buNone/>
            </a:pPr>
            <a:endParaRPr lang="zh-CN" altLang="en-US" dirty="0" smtClean="0"/>
          </a:p>
          <a:p>
            <a:pPr marL="0" indent="0" eaLnBrk="1" hangingPunct="1">
              <a:buFont typeface="Wingdings" pitchFamily="2" charset="2"/>
              <a:buNone/>
            </a:pPr>
            <a:r>
              <a:rPr lang="zh-CN" altLang="en-US" dirty="0" smtClean="0"/>
              <a:t>                                                             （</a:t>
            </a:r>
            <a:r>
              <a:rPr lang="en-US" altLang="zh-CN" dirty="0" smtClean="0"/>
              <a:t>1.64</a:t>
            </a:r>
            <a:r>
              <a:rPr lang="zh-CN" altLang="en-US" dirty="0" smtClean="0"/>
              <a:t>）</a:t>
            </a:r>
          </a:p>
          <a:p>
            <a:pPr marL="0" indent="0" eaLnBrk="1" hangingPunct="1">
              <a:buFont typeface="Wingdings" pitchFamily="2" charset="2"/>
              <a:buNone/>
            </a:pPr>
            <a:endParaRPr lang="zh-CN" altLang="en-US" dirty="0" smtClean="0"/>
          </a:p>
          <a:p>
            <a:pPr marL="0" indent="0" eaLnBrk="1" hangingPunct="1">
              <a:buFont typeface="Wingdings" pitchFamily="2" charset="2"/>
              <a:buNone/>
            </a:pPr>
            <a:r>
              <a:rPr lang="zh-CN" altLang="en-US" dirty="0" smtClean="0"/>
              <a:t>                                                             （</a:t>
            </a:r>
            <a:r>
              <a:rPr lang="en-US" altLang="zh-CN" dirty="0" smtClean="0"/>
              <a:t>1.65</a:t>
            </a:r>
            <a:r>
              <a:rPr lang="zh-CN" altLang="en-US" dirty="0" smtClean="0"/>
              <a:t>）</a:t>
            </a:r>
          </a:p>
          <a:p>
            <a:pPr marL="0" indent="0" eaLnBrk="1" hangingPunct="1">
              <a:buFont typeface="Wingdings" pitchFamily="2" charset="2"/>
              <a:buNone/>
            </a:pPr>
            <a:r>
              <a:rPr lang="zh-CN" altLang="en-US" dirty="0"/>
              <a:t> </a:t>
            </a:r>
            <a:r>
              <a:rPr lang="zh-CN" altLang="en-US" dirty="0" smtClean="0"/>
              <a:t>                                                            </a:t>
            </a:r>
            <a:endParaRPr lang="en-US" altLang="zh-CN" dirty="0" smtClean="0"/>
          </a:p>
          <a:p>
            <a:pPr marL="0" indent="0" eaLnBrk="1" hangingPunct="1">
              <a:buFont typeface="Wingdings" pitchFamily="2" charset="2"/>
              <a:buNone/>
            </a:pPr>
            <a:r>
              <a:rPr lang="en-US" altLang="zh-CN" dirty="0"/>
              <a:t> </a:t>
            </a:r>
            <a:r>
              <a:rPr lang="en-US" altLang="zh-CN" dirty="0" smtClean="0"/>
              <a:t>                                                             </a:t>
            </a:r>
            <a:r>
              <a:rPr lang="zh-CN" altLang="en-US" dirty="0" smtClean="0"/>
              <a:t>（</a:t>
            </a:r>
            <a:r>
              <a:rPr lang="en-US" altLang="zh-CN" dirty="0" smtClean="0"/>
              <a:t>1.66</a:t>
            </a:r>
            <a:r>
              <a:rPr lang="zh-CN" altLang="en-US" dirty="0" smtClean="0"/>
              <a:t>） </a:t>
            </a:r>
          </a:p>
        </p:txBody>
      </p:sp>
      <p:sp>
        <p:nvSpPr>
          <p:cNvPr id="10248" name="Rectangle 5"/>
          <p:cNvSpPr>
            <a:spLocks noChangeArrowheads="1"/>
          </p:cNvSpPr>
          <p:nvPr/>
        </p:nvSpPr>
        <p:spPr bwMode="auto">
          <a:xfrm>
            <a:off x="0" y="1206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0242" name="Object 4"/>
          <p:cNvGraphicFramePr>
            <a:graphicFrameLocks noChangeAspect="1"/>
          </p:cNvGraphicFramePr>
          <p:nvPr>
            <p:extLst>
              <p:ext uri="{D42A27DB-BD31-4B8C-83A1-F6EECF244321}">
                <p14:modId xmlns:p14="http://schemas.microsoft.com/office/powerpoint/2010/main" val="3252344443"/>
              </p:ext>
            </p:extLst>
          </p:nvPr>
        </p:nvGraphicFramePr>
        <p:xfrm>
          <a:off x="914400" y="942975"/>
          <a:ext cx="6096000" cy="485775"/>
        </p:xfrm>
        <a:graphic>
          <a:graphicData uri="http://schemas.openxmlformats.org/presentationml/2006/ole">
            <mc:AlternateContent xmlns:mc="http://schemas.openxmlformats.org/markup-compatibility/2006">
              <mc:Choice xmlns:v="urn:schemas-microsoft-com:vml" Requires="v">
                <p:oleObj spid="_x0000_s94340" name="公式" r:id="rId3" imgW="2235200" imgH="241300" progId="Equation.3">
                  <p:embed/>
                </p:oleObj>
              </mc:Choice>
              <mc:Fallback>
                <p:oleObj name="公式" r:id="rId3" imgW="2235200" imgH="241300" progId="Equation.3">
                  <p:embed/>
                  <p:pic>
                    <p:nvPicPr>
                      <p:cNvPr id="0"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942975"/>
                        <a:ext cx="6096000"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9" name="Rectangle 7"/>
          <p:cNvSpPr>
            <a:spLocks noChangeArrowheads="1"/>
          </p:cNvSpPr>
          <p:nvPr/>
        </p:nvSpPr>
        <p:spPr bwMode="auto">
          <a:xfrm>
            <a:off x="0" y="1206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0243" name="Object 6"/>
          <p:cNvGraphicFramePr>
            <a:graphicFrameLocks noChangeAspect="1"/>
          </p:cNvGraphicFramePr>
          <p:nvPr>
            <p:extLst>
              <p:ext uri="{D42A27DB-BD31-4B8C-83A1-F6EECF244321}">
                <p14:modId xmlns:p14="http://schemas.microsoft.com/office/powerpoint/2010/main" val="2050568873"/>
              </p:ext>
            </p:extLst>
          </p:nvPr>
        </p:nvGraphicFramePr>
        <p:xfrm>
          <a:off x="685800" y="2114550"/>
          <a:ext cx="6553200" cy="371475"/>
        </p:xfrm>
        <a:graphic>
          <a:graphicData uri="http://schemas.openxmlformats.org/presentationml/2006/ole">
            <mc:AlternateContent xmlns:mc="http://schemas.openxmlformats.org/markup-compatibility/2006">
              <mc:Choice xmlns:v="urn:schemas-microsoft-com:vml" Requires="v">
                <p:oleObj spid="_x0000_s94341" name="公式" r:id="rId5" imgW="3403600" imgH="254000" progId="Equation.3">
                  <p:embed/>
                </p:oleObj>
              </mc:Choice>
              <mc:Fallback>
                <p:oleObj name="公式" r:id="rId5" imgW="3403600" imgH="254000" progId="Equation.3">
                  <p:embed/>
                  <p:pic>
                    <p:nvPicPr>
                      <p:cNvPr id="0"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2114550"/>
                        <a:ext cx="655320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0" name="Rectangle 9"/>
          <p:cNvSpPr>
            <a:spLocks noChangeArrowheads="1"/>
          </p:cNvSpPr>
          <p:nvPr/>
        </p:nvSpPr>
        <p:spPr bwMode="auto">
          <a:xfrm>
            <a:off x="-1524000" y="189230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0244" name="Object 8"/>
          <p:cNvGraphicFramePr>
            <a:graphicFrameLocks noChangeAspect="1"/>
          </p:cNvGraphicFramePr>
          <p:nvPr>
            <p:extLst>
              <p:ext uri="{D42A27DB-BD31-4B8C-83A1-F6EECF244321}">
                <p14:modId xmlns:p14="http://schemas.microsoft.com/office/powerpoint/2010/main" val="2907800998"/>
              </p:ext>
            </p:extLst>
          </p:nvPr>
        </p:nvGraphicFramePr>
        <p:xfrm>
          <a:off x="990600" y="3181350"/>
          <a:ext cx="4114800" cy="461962"/>
        </p:xfrm>
        <a:graphic>
          <a:graphicData uri="http://schemas.openxmlformats.org/presentationml/2006/ole">
            <mc:AlternateContent xmlns:mc="http://schemas.openxmlformats.org/markup-compatibility/2006">
              <mc:Choice xmlns:v="urn:schemas-microsoft-com:vml" Requires="v">
                <p:oleObj spid="_x0000_s94342" name="公式" r:id="rId7" imgW="1524000" imgH="228600" progId="Equation.3">
                  <p:embed/>
                </p:oleObj>
              </mc:Choice>
              <mc:Fallback>
                <p:oleObj name="公式" r:id="rId7" imgW="1524000" imgH="228600" progId="Equation.3">
                  <p:embed/>
                  <p:pic>
                    <p:nvPicPr>
                      <p:cNvPr id="0"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3181350"/>
                        <a:ext cx="4114800"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1" name="Rectangle 11"/>
          <p:cNvSpPr>
            <a:spLocks noChangeArrowheads="1"/>
          </p:cNvSpPr>
          <p:nvPr/>
        </p:nvSpPr>
        <p:spPr bwMode="auto">
          <a:xfrm>
            <a:off x="0" y="1206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0245" name="Object 10"/>
          <p:cNvGraphicFramePr>
            <a:graphicFrameLocks noChangeAspect="1"/>
          </p:cNvGraphicFramePr>
          <p:nvPr>
            <p:extLst>
              <p:ext uri="{D42A27DB-BD31-4B8C-83A1-F6EECF244321}">
                <p14:modId xmlns:p14="http://schemas.microsoft.com/office/powerpoint/2010/main" val="4288639543"/>
              </p:ext>
            </p:extLst>
          </p:nvPr>
        </p:nvGraphicFramePr>
        <p:xfrm>
          <a:off x="914400" y="4171950"/>
          <a:ext cx="6172200" cy="884238"/>
        </p:xfrm>
        <a:graphic>
          <a:graphicData uri="http://schemas.openxmlformats.org/presentationml/2006/ole">
            <mc:AlternateContent xmlns:mc="http://schemas.openxmlformats.org/markup-compatibility/2006">
              <mc:Choice xmlns:v="urn:schemas-microsoft-com:vml" Requires="v">
                <p:oleObj spid="_x0000_s94343" name="公式" r:id="rId9" imgW="2247900" imgH="431800" progId="Equation.3">
                  <p:embed/>
                </p:oleObj>
              </mc:Choice>
              <mc:Fallback>
                <p:oleObj name="公式" r:id="rId9" imgW="2247900" imgH="431800" progId="Equation.3">
                  <p:embed/>
                  <p:pic>
                    <p:nvPicPr>
                      <p:cNvPr id="0" name="Picture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4400" y="4171950"/>
                        <a:ext cx="6172200" cy="884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2990667696"/>
              </p:ext>
            </p:extLst>
          </p:nvPr>
        </p:nvGraphicFramePr>
        <p:xfrm>
          <a:off x="2881313" y="266700"/>
          <a:ext cx="4679950" cy="628650"/>
        </p:xfrm>
        <a:graphic>
          <a:graphicData uri="http://schemas.openxmlformats.org/presentationml/2006/ole">
            <mc:AlternateContent xmlns:mc="http://schemas.openxmlformats.org/markup-compatibility/2006">
              <mc:Choice xmlns:v="urn:schemas-microsoft-com:vml" Requires="v">
                <p:oleObj spid="_x0000_s94344" name="公式" r:id="rId11" imgW="1688760" imgH="241200" progId="Equation.3">
                  <p:embed/>
                </p:oleObj>
              </mc:Choice>
              <mc:Fallback>
                <p:oleObj name="公式" r:id="rId11" imgW="1688760" imgH="241200" progId="Equation.3">
                  <p:embed/>
                  <p:pic>
                    <p:nvPicPr>
                      <p:cNvPr id="0" name="Picture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81313" y="266700"/>
                        <a:ext cx="4679950"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95161966"/>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8"/>
          <p:cNvSpPr>
            <a:spLocks noChangeArrowheads="1"/>
          </p:cNvSpPr>
          <p:nvPr/>
        </p:nvSpPr>
        <p:spPr bwMode="auto">
          <a:xfrm>
            <a:off x="381000" y="209550"/>
            <a:ext cx="8353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54013" indent="-354013" algn="ctr">
              <a:buClr>
                <a:srgbClr val="00FF00"/>
              </a:buClr>
              <a:buFont typeface="Wingdings" pitchFamily="2" charset="2"/>
              <a:buNone/>
            </a:pPr>
            <a:r>
              <a:rPr lang="zh-CN" altLang="en-US" sz="2800">
                <a:solidFill>
                  <a:srgbClr val="00FF00"/>
                </a:solidFill>
                <a:latin typeface="Verdana" pitchFamily="34" charset="0"/>
                <a:ea typeface="楷体_GB2312"/>
                <a:cs typeface="楷体_GB2312"/>
              </a:rPr>
              <a:t>球面坐标系中梯度、散度、旋度和拉普拉斯展开式</a:t>
            </a:r>
          </a:p>
        </p:txBody>
      </p:sp>
      <p:pic>
        <p:nvPicPr>
          <p:cNvPr id="20483" name="Picture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742950"/>
            <a:ext cx="3490913"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4" name="Picture 22"/>
          <p:cNvPicPr>
            <a:picLocks noChangeAspect="1" noChangeArrowheads="1"/>
          </p:cNvPicPr>
          <p:nvPr/>
        </p:nvPicPr>
        <p:blipFill>
          <a:blip r:embed="rId3">
            <a:extLst>
              <a:ext uri="{28A0092B-C50C-407E-A947-70E740481C1C}">
                <a14:useLocalDpi xmlns:a14="http://schemas.microsoft.com/office/drawing/2010/main" val="0"/>
              </a:ext>
            </a:extLst>
          </a:blip>
          <a:srcRect r="566"/>
          <a:stretch>
            <a:fillRect/>
          </a:stretch>
        </p:blipFill>
        <p:spPr bwMode="auto">
          <a:xfrm>
            <a:off x="1981200" y="1581150"/>
            <a:ext cx="508952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Picture 23"/>
          <p:cNvPicPr>
            <a:picLocks noChangeAspect="1" noChangeArrowheads="1"/>
          </p:cNvPicPr>
          <p:nvPr/>
        </p:nvPicPr>
        <p:blipFill>
          <a:blip r:embed="rId4">
            <a:extLst>
              <a:ext uri="{28A0092B-C50C-407E-A947-70E740481C1C}">
                <a14:useLocalDpi xmlns:a14="http://schemas.microsoft.com/office/drawing/2010/main" val="0"/>
              </a:ext>
            </a:extLst>
          </a:blip>
          <a:srcRect b="9093"/>
          <a:stretch>
            <a:fillRect/>
          </a:stretch>
        </p:blipFill>
        <p:spPr bwMode="auto">
          <a:xfrm>
            <a:off x="2756693" y="2419350"/>
            <a:ext cx="3602038" cy="18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6" name="Picture 24"/>
          <p:cNvPicPr>
            <a:picLocks noChangeAspect="1" noChangeArrowheads="1"/>
          </p:cNvPicPr>
          <p:nvPr/>
        </p:nvPicPr>
        <p:blipFill>
          <a:blip r:embed="rId5">
            <a:extLst>
              <a:ext uri="{28A0092B-C50C-407E-A947-70E740481C1C}">
                <a14:useLocalDpi xmlns:a14="http://schemas.microsoft.com/office/drawing/2010/main" val="0"/>
              </a:ext>
            </a:extLst>
          </a:blip>
          <a:srcRect r="488"/>
          <a:stretch>
            <a:fillRect/>
          </a:stretch>
        </p:blipFill>
        <p:spPr bwMode="auto">
          <a:xfrm>
            <a:off x="1752600" y="4248150"/>
            <a:ext cx="5894388"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TextBox 1"/>
              <p:cNvSpPr txBox="1"/>
              <p:nvPr/>
            </p:nvSpPr>
            <p:spPr>
              <a:xfrm flipH="1">
                <a:off x="5715000" y="2427734"/>
                <a:ext cx="297160" cy="326949"/>
              </a:xfrm>
              <a:prstGeom prst="rect">
                <a:avLst/>
              </a:prstGeom>
              <a:solidFill>
                <a:srgbClr val="0ADCE6"/>
              </a:solid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400" i="1" smtClean="0">
                              <a:latin typeface="Cambria Math" panose="02040503050406030204" pitchFamily="18" charset="0"/>
                            </a:rPr>
                          </m:ctrlPr>
                        </m:accPr>
                        <m:e>
                          <m:sSub>
                            <m:sSubPr>
                              <m:ctrlPr>
                                <a:rPr lang="en-US" altLang="zh-CN" sz="1400" i="1" smtClean="0">
                                  <a:latin typeface="Cambria Math" panose="02040503050406030204" pitchFamily="18" charset="0"/>
                                </a:rPr>
                              </m:ctrlPr>
                            </m:sSubPr>
                            <m:e>
                              <m:r>
                                <a:rPr lang="en-US" altLang="zh-CN" sz="1400" b="0" i="1" smtClean="0">
                                  <a:latin typeface="Cambria Math"/>
                                </a:rPr>
                                <m:t>𝑒</m:t>
                              </m:r>
                            </m:e>
                            <m:sub>
                              <m:r>
                                <a:rPr lang="zh-CN" altLang="en-US" sz="1400" i="1" smtClean="0">
                                  <a:latin typeface="Cambria Math"/>
                                </a:rPr>
                                <m:t>𝜑</m:t>
                              </m:r>
                            </m:sub>
                          </m:sSub>
                        </m:e>
                      </m:acc>
                    </m:oMath>
                  </m:oMathPara>
                </a14:m>
                <a:endParaRPr lang="zh-CN" altLang="en-US" sz="1400" dirty="0"/>
              </a:p>
            </p:txBody>
          </p:sp>
        </mc:Choice>
        <mc:Fallback xmlns="">
          <p:sp>
            <p:nvSpPr>
              <p:cNvPr id="2" name="TextBox 1"/>
              <p:cNvSpPr txBox="1">
                <a:spLocks noRot="1" noChangeAspect="1" noMove="1" noResize="1" noEditPoints="1" noAdjustHandles="1" noChangeArrowheads="1" noChangeShapeType="1" noTextEdit="1"/>
              </p:cNvSpPr>
              <p:nvPr/>
            </p:nvSpPr>
            <p:spPr>
              <a:xfrm flipH="1">
                <a:off x="5715000" y="2427734"/>
                <a:ext cx="297160" cy="326949"/>
              </a:xfrm>
              <a:prstGeom prst="rect">
                <a:avLst/>
              </a:prstGeom>
              <a:blipFill rotWithShape="1">
                <a:blip r:embed="rId6"/>
                <a:stretch>
                  <a:fillRect r="-62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625665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zh-CN" smtClean="0"/>
              <a:t> </a:t>
            </a:r>
          </a:p>
        </p:txBody>
      </p:sp>
      <p:sp>
        <p:nvSpPr>
          <p:cNvPr id="111619" name="Rectangle 3" descr="Rectangle: Click to edit Master text styles&#10;Second level&#10;Third level&#10;Fourth level&#10;Fifth level"/>
          <p:cNvSpPr>
            <a:spLocks noGrp="1" noChangeArrowheads="1"/>
          </p:cNvSpPr>
          <p:nvPr>
            <p:ph type="body" idx="1"/>
          </p:nvPr>
        </p:nvSpPr>
        <p:spPr>
          <a:xfrm>
            <a:off x="762000" y="1428750"/>
            <a:ext cx="7772400" cy="3086100"/>
          </a:xfrm>
        </p:spPr>
        <p:txBody>
          <a:bodyPr/>
          <a:lstStyle/>
          <a:p>
            <a:pPr marL="0" indent="0" algn="ctr" eaLnBrk="1" hangingPunct="1">
              <a:buFont typeface="Wingdings" pitchFamily="2" charset="2"/>
              <a:buNone/>
            </a:pPr>
            <a:r>
              <a:rPr lang="zh-CN" altLang="en-US" sz="5400" smtClean="0">
                <a:solidFill>
                  <a:srgbClr val="808000"/>
                </a:solidFill>
                <a:latin typeface="隶书" pitchFamily="49" charset="-122"/>
                <a:ea typeface="隶书" pitchFamily="49" charset="-122"/>
              </a:rPr>
              <a:t>第</a:t>
            </a:r>
            <a:r>
              <a:rPr lang="en-US" altLang="zh-CN" sz="5400" smtClean="0">
                <a:solidFill>
                  <a:srgbClr val="808000"/>
                </a:solidFill>
                <a:latin typeface="隶书" pitchFamily="49" charset="-122"/>
                <a:ea typeface="隶书" pitchFamily="49" charset="-122"/>
              </a:rPr>
              <a:t>2</a:t>
            </a:r>
            <a:r>
              <a:rPr lang="zh-CN" altLang="en-US" sz="5400" smtClean="0">
                <a:solidFill>
                  <a:srgbClr val="808000"/>
                </a:solidFill>
                <a:latin typeface="隶书" pitchFamily="49" charset="-122"/>
                <a:ea typeface="隶书" pitchFamily="49" charset="-122"/>
              </a:rPr>
              <a:t>章   </a:t>
            </a:r>
          </a:p>
          <a:p>
            <a:pPr marL="0" indent="0" algn="ctr" eaLnBrk="1" hangingPunct="1">
              <a:buFont typeface="Wingdings" pitchFamily="2" charset="2"/>
              <a:buNone/>
            </a:pPr>
            <a:r>
              <a:rPr lang="zh-CN" altLang="en-US" sz="5400" smtClean="0">
                <a:solidFill>
                  <a:srgbClr val="808000"/>
                </a:solidFill>
                <a:latin typeface="隶书" pitchFamily="49" charset="-122"/>
                <a:ea typeface="隶书" pitchFamily="49" charset="-122"/>
              </a:rPr>
              <a:t>静态电磁场</a:t>
            </a:r>
          </a:p>
        </p:txBody>
      </p:sp>
    </p:spTree>
    <p:extLst>
      <p:ext uri="{BB962C8B-B14F-4D97-AF65-F5344CB8AC3E}">
        <p14:creationId xmlns:p14="http://schemas.microsoft.com/office/powerpoint/2010/main" val="2640481789"/>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descr="Rectangle: Click to edit Master text styles&#10;Second level&#10;Third level&#10;Fourth level&#10;Fifth level"/>
          <p:cNvSpPr>
            <a:spLocks noGrp="1" noChangeArrowheads="1"/>
          </p:cNvSpPr>
          <p:nvPr>
            <p:ph type="body" idx="1"/>
          </p:nvPr>
        </p:nvSpPr>
        <p:spPr/>
        <p:txBody>
          <a:bodyPr/>
          <a:lstStyle/>
          <a:p>
            <a:pPr marL="0" indent="0" eaLnBrk="1" hangingPunct="1">
              <a:buFont typeface="Wingdings" pitchFamily="2" charset="2"/>
              <a:buNone/>
            </a:pPr>
            <a:r>
              <a:rPr lang="en-US" altLang="zh-CN" smtClean="0"/>
              <a:t> </a:t>
            </a:r>
          </a:p>
          <a:p>
            <a:pPr marL="0" indent="0" eaLnBrk="1" hangingPunct="1">
              <a:buFont typeface="Wingdings" pitchFamily="2" charset="2"/>
              <a:buNone/>
            </a:pPr>
            <a:endParaRPr lang="en-US" altLang="zh-CN" smtClean="0"/>
          </a:p>
        </p:txBody>
      </p:sp>
      <p:grpSp>
        <p:nvGrpSpPr>
          <p:cNvPr id="112643" name="Group 4"/>
          <p:cNvGrpSpPr>
            <a:grpSpLocks noChangeAspect="1"/>
          </p:cNvGrpSpPr>
          <p:nvPr/>
        </p:nvGrpSpPr>
        <p:grpSpPr bwMode="auto">
          <a:xfrm>
            <a:off x="1600201" y="1269207"/>
            <a:ext cx="5668963" cy="616744"/>
            <a:chOff x="1296" y="1824"/>
            <a:chExt cx="2976" cy="432"/>
          </a:xfrm>
        </p:grpSpPr>
        <p:sp>
          <p:nvSpPr>
            <p:cNvPr id="4115" name="AutoShape 5"/>
            <p:cNvSpPr>
              <a:spLocks noChangeAspect="1" noChangeArrowheads="1"/>
            </p:cNvSpPr>
            <p:nvPr/>
          </p:nvSpPr>
          <p:spPr bwMode="gray">
            <a:xfrm>
              <a:off x="1536" y="1899"/>
              <a:ext cx="2736" cy="288"/>
            </a:xfrm>
            <a:prstGeom prst="roundRect">
              <a:avLst>
                <a:gd name="adj" fmla="val 16667"/>
              </a:avLst>
            </a:prstGeom>
            <a:solidFill>
              <a:srgbClr val="CC6600"/>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defRPr/>
              </a:pPr>
              <a:endParaRPr lang="zh-CN" altLang="en-US"/>
            </a:p>
          </p:txBody>
        </p:sp>
        <p:sp>
          <p:nvSpPr>
            <p:cNvPr id="4116" name="AutoShape 6"/>
            <p:cNvSpPr>
              <a:spLocks noChangeAspect="1" noChangeArrowheads="1"/>
            </p:cNvSpPr>
            <p:nvPr/>
          </p:nvSpPr>
          <p:spPr bwMode="gray">
            <a:xfrm>
              <a:off x="1296" y="1824"/>
              <a:ext cx="432" cy="432"/>
            </a:xfrm>
            <a:prstGeom prst="diamond">
              <a:avLst/>
            </a:prstGeom>
            <a:solidFill>
              <a:srgbClr val="CC6600"/>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defRPr/>
              </a:pPr>
              <a:endParaRPr lang="zh-CN" altLang="en-US"/>
            </a:p>
          </p:txBody>
        </p:sp>
        <p:sp>
          <p:nvSpPr>
            <p:cNvPr id="112661" name="Text Box 7">
              <a:hlinkClick r:id="rId2" action="ppaction://hlinksldjump"/>
            </p:cNvPr>
            <p:cNvSpPr txBox="1">
              <a:spLocks noChangeAspect="1" noChangeArrowheads="1"/>
            </p:cNvSpPr>
            <p:nvPr/>
          </p:nvSpPr>
          <p:spPr bwMode="gray">
            <a:xfrm>
              <a:off x="1680" y="1934"/>
              <a:ext cx="2160" cy="259"/>
            </a:xfrm>
            <a:prstGeom prst="rect">
              <a:avLst/>
            </a:prstGeom>
            <a:solidFill>
              <a:srgbClr val="CC66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b="1">
                  <a:solidFill>
                    <a:schemeClr val="bg1"/>
                  </a:solidFill>
                  <a:ea typeface="华文新魏" pitchFamily="2" charset="-122"/>
                </a:rPr>
                <a:t>电磁场中的基本物理量和基本实验定律</a:t>
              </a:r>
            </a:p>
          </p:txBody>
        </p:sp>
        <p:sp>
          <p:nvSpPr>
            <p:cNvPr id="112662" name="Text Box 8"/>
            <p:cNvSpPr txBox="1">
              <a:spLocks noChangeAspect="1" noChangeArrowheads="1"/>
            </p:cNvSpPr>
            <p:nvPr/>
          </p:nvSpPr>
          <p:spPr bwMode="gray">
            <a:xfrm>
              <a:off x="1363" y="1911"/>
              <a:ext cx="284" cy="280"/>
            </a:xfrm>
            <a:prstGeom prst="rect">
              <a:avLst/>
            </a:prstGeom>
            <a:solidFill>
              <a:srgbClr val="CC66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000" b="1">
                  <a:solidFill>
                    <a:schemeClr val="bg1"/>
                  </a:solidFill>
                  <a:ea typeface="仿宋_GB2312" pitchFamily="49" charset="-122"/>
                </a:rPr>
                <a:t>2.1</a:t>
              </a:r>
            </a:p>
          </p:txBody>
        </p:sp>
      </p:grpSp>
      <p:grpSp>
        <p:nvGrpSpPr>
          <p:cNvPr id="112644" name="Group 9"/>
          <p:cNvGrpSpPr>
            <a:grpSpLocks noChangeAspect="1"/>
          </p:cNvGrpSpPr>
          <p:nvPr/>
        </p:nvGrpSpPr>
        <p:grpSpPr bwMode="auto">
          <a:xfrm>
            <a:off x="1600201" y="2069308"/>
            <a:ext cx="5668963" cy="618172"/>
            <a:chOff x="1296" y="1824"/>
            <a:chExt cx="2976" cy="433"/>
          </a:xfrm>
        </p:grpSpPr>
        <p:sp>
          <p:nvSpPr>
            <p:cNvPr id="4111" name="AutoShape 10">
              <a:hlinkClick r:id="rId3" action="ppaction://hlinksldjump"/>
            </p:cNvPr>
            <p:cNvSpPr>
              <a:spLocks noChangeAspect="1" noChangeArrowheads="1"/>
            </p:cNvSpPr>
            <p:nvPr/>
          </p:nvSpPr>
          <p:spPr bwMode="gray">
            <a:xfrm>
              <a:off x="1536" y="1899"/>
              <a:ext cx="2736" cy="288"/>
            </a:xfrm>
            <a:prstGeom prst="roundRect">
              <a:avLst>
                <a:gd name="adj" fmla="val 16667"/>
              </a:avLst>
            </a:prstGeom>
            <a:solidFill>
              <a:srgbClr val="0000CC"/>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defRPr/>
              </a:pPr>
              <a:endParaRPr lang="zh-CN" altLang="en-US"/>
            </a:p>
          </p:txBody>
        </p:sp>
        <p:sp>
          <p:nvSpPr>
            <p:cNvPr id="4112" name="AutoShape 11"/>
            <p:cNvSpPr>
              <a:spLocks noChangeAspect="1" noChangeArrowheads="1"/>
            </p:cNvSpPr>
            <p:nvPr/>
          </p:nvSpPr>
          <p:spPr bwMode="gray">
            <a:xfrm>
              <a:off x="1296" y="1824"/>
              <a:ext cx="432" cy="432"/>
            </a:xfrm>
            <a:prstGeom prst="diamond">
              <a:avLst/>
            </a:prstGeom>
            <a:solidFill>
              <a:srgbClr val="0000CC"/>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defRPr/>
              </a:pPr>
              <a:endParaRPr lang="zh-CN" altLang="en-US"/>
            </a:p>
          </p:txBody>
        </p:sp>
        <p:sp>
          <p:nvSpPr>
            <p:cNvPr id="112657" name="Text Box 12">
              <a:hlinkClick r:id="rId4" action="ppaction://hlinksldjump"/>
            </p:cNvPr>
            <p:cNvSpPr txBox="1">
              <a:spLocks noChangeAspect="1" noChangeArrowheads="1"/>
            </p:cNvSpPr>
            <p:nvPr/>
          </p:nvSpPr>
          <p:spPr bwMode="gray">
            <a:xfrm>
              <a:off x="1680" y="1934"/>
              <a:ext cx="2160" cy="323"/>
            </a:xfrm>
            <a:prstGeom prst="rect">
              <a:avLst/>
            </a:prstGeom>
            <a:solidFill>
              <a:srgbClr val="0000CC"/>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400" b="1">
                  <a:solidFill>
                    <a:schemeClr val="bg1"/>
                  </a:solidFill>
                  <a:ea typeface="华文新魏" pitchFamily="2" charset="-122"/>
                </a:rPr>
                <a:t>静电场</a:t>
              </a:r>
            </a:p>
          </p:txBody>
        </p:sp>
        <p:sp>
          <p:nvSpPr>
            <p:cNvPr id="112658" name="Text Box 13"/>
            <p:cNvSpPr txBox="1">
              <a:spLocks noChangeAspect="1" noChangeArrowheads="1"/>
            </p:cNvSpPr>
            <p:nvPr/>
          </p:nvSpPr>
          <p:spPr bwMode="gray">
            <a:xfrm>
              <a:off x="1363" y="1911"/>
              <a:ext cx="284" cy="280"/>
            </a:xfrm>
            <a:prstGeom prst="rect">
              <a:avLst/>
            </a:prstGeom>
            <a:solidFill>
              <a:srgbClr val="0000CC"/>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000" b="1">
                  <a:solidFill>
                    <a:schemeClr val="bg1"/>
                  </a:solidFill>
                  <a:ea typeface="仿宋_GB2312" pitchFamily="49" charset="-122"/>
                </a:rPr>
                <a:t>2.2</a:t>
              </a:r>
            </a:p>
          </p:txBody>
        </p:sp>
      </p:grpSp>
      <p:grpSp>
        <p:nvGrpSpPr>
          <p:cNvPr id="112645" name="Group 14"/>
          <p:cNvGrpSpPr>
            <a:grpSpLocks noChangeAspect="1"/>
          </p:cNvGrpSpPr>
          <p:nvPr/>
        </p:nvGrpSpPr>
        <p:grpSpPr bwMode="auto">
          <a:xfrm>
            <a:off x="1600201" y="2926558"/>
            <a:ext cx="5668963" cy="618172"/>
            <a:chOff x="1296" y="1824"/>
            <a:chExt cx="2976" cy="433"/>
          </a:xfrm>
        </p:grpSpPr>
        <p:sp>
          <p:nvSpPr>
            <p:cNvPr id="4107" name="AutoShape 15">
              <a:hlinkClick r:id="rId5" action="ppaction://hlinksldjump"/>
            </p:cNvPr>
            <p:cNvSpPr>
              <a:spLocks noChangeAspect="1" noChangeArrowheads="1"/>
            </p:cNvSpPr>
            <p:nvPr/>
          </p:nvSpPr>
          <p:spPr bwMode="gray">
            <a:xfrm>
              <a:off x="1536" y="1899"/>
              <a:ext cx="2736" cy="288"/>
            </a:xfrm>
            <a:prstGeom prst="roundRect">
              <a:avLst>
                <a:gd name="adj" fmla="val 16667"/>
              </a:avLst>
            </a:prstGeom>
            <a:solidFill>
              <a:srgbClr val="CC0066"/>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defRPr/>
              </a:pPr>
              <a:endParaRPr lang="zh-CN" altLang="en-US"/>
            </a:p>
          </p:txBody>
        </p:sp>
        <p:sp>
          <p:nvSpPr>
            <p:cNvPr id="4108" name="AutoShape 16"/>
            <p:cNvSpPr>
              <a:spLocks noChangeAspect="1" noChangeArrowheads="1"/>
            </p:cNvSpPr>
            <p:nvPr/>
          </p:nvSpPr>
          <p:spPr bwMode="gray">
            <a:xfrm>
              <a:off x="1296" y="1824"/>
              <a:ext cx="432" cy="432"/>
            </a:xfrm>
            <a:prstGeom prst="diamond">
              <a:avLst/>
            </a:prstGeom>
            <a:solidFill>
              <a:srgbClr val="CC0066"/>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defRPr/>
              </a:pPr>
              <a:endParaRPr lang="zh-CN" altLang="en-US"/>
            </a:p>
          </p:txBody>
        </p:sp>
        <p:sp>
          <p:nvSpPr>
            <p:cNvPr id="112653" name="Text Box 17">
              <a:hlinkClick r:id="rId6" action="ppaction://hlinksldjump"/>
            </p:cNvPr>
            <p:cNvSpPr txBox="1">
              <a:spLocks noChangeAspect="1" noChangeArrowheads="1"/>
            </p:cNvSpPr>
            <p:nvPr/>
          </p:nvSpPr>
          <p:spPr bwMode="gray">
            <a:xfrm>
              <a:off x="1680" y="1934"/>
              <a:ext cx="2160" cy="323"/>
            </a:xfrm>
            <a:prstGeom prst="rect">
              <a:avLst/>
            </a:prstGeom>
            <a:solidFill>
              <a:srgbClr val="CC00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400" b="1">
                  <a:solidFill>
                    <a:schemeClr val="bg1"/>
                  </a:solidFill>
                  <a:ea typeface="华文新魏" pitchFamily="2" charset="-122"/>
                </a:rPr>
                <a:t>恒定电场</a:t>
              </a:r>
            </a:p>
          </p:txBody>
        </p:sp>
        <p:sp>
          <p:nvSpPr>
            <p:cNvPr id="112654" name="Text Box 18"/>
            <p:cNvSpPr txBox="1">
              <a:spLocks noChangeAspect="1" noChangeArrowheads="1"/>
            </p:cNvSpPr>
            <p:nvPr/>
          </p:nvSpPr>
          <p:spPr bwMode="gray">
            <a:xfrm>
              <a:off x="1363" y="1911"/>
              <a:ext cx="284" cy="280"/>
            </a:xfrm>
            <a:prstGeom prst="rect">
              <a:avLst/>
            </a:prstGeom>
            <a:solidFill>
              <a:srgbClr val="CC00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000" b="1">
                  <a:solidFill>
                    <a:schemeClr val="bg1"/>
                  </a:solidFill>
                  <a:ea typeface="仿宋_GB2312" pitchFamily="49" charset="-122"/>
                </a:rPr>
                <a:t>2.3</a:t>
              </a:r>
            </a:p>
          </p:txBody>
        </p:sp>
      </p:grpSp>
      <p:grpSp>
        <p:nvGrpSpPr>
          <p:cNvPr id="112646" name="Group 19"/>
          <p:cNvGrpSpPr>
            <a:grpSpLocks noChangeAspect="1"/>
          </p:cNvGrpSpPr>
          <p:nvPr/>
        </p:nvGrpSpPr>
        <p:grpSpPr bwMode="auto">
          <a:xfrm>
            <a:off x="1600201" y="3726658"/>
            <a:ext cx="5668963" cy="618172"/>
            <a:chOff x="1296" y="1824"/>
            <a:chExt cx="2976" cy="433"/>
          </a:xfrm>
        </p:grpSpPr>
        <p:sp>
          <p:nvSpPr>
            <p:cNvPr id="4103" name="AutoShape 20">
              <a:hlinkClick r:id="rId5" action="ppaction://hlinksldjump"/>
            </p:cNvPr>
            <p:cNvSpPr>
              <a:spLocks noChangeAspect="1" noChangeArrowheads="1"/>
            </p:cNvSpPr>
            <p:nvPr/>
          </p:nvSpPr>
          <p:spPr bwMode="gray">
            <a:xfrm>
              <a:off x="1536" y="1899"/>
              <a:ext cx="2736" cy="288"/>
            </a:xfrm>
            <a:prstGeom prst="roundRect">
              <a:avLst>
                <a:gd name="adj" fmla="val 16667"/>
              </a:avLst>
            </a:prstGeom>
            <a:solidFill>
              <a:srgbClr val="009900"/>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defRPr/>
              </a:pPr>
              <a:endParaRPr lang="zh-CN" altLang="en-US"/>
            </a:p>
          </p:txBody>
        </p:sp>
        <p:sp>
          <p:nvSpPr>
            <p:cNvPr id="4104" name="AutoShape 21"/>
            <p:cNvSpPr>
              <a:spLocks noChangeAspect="1" noChangeArrowheads="1"/>
            </p:cNvSpPr>
            <p:nvPr/>
          </p:nvSpPr>
          <p:spPr bwMode="gray">
            <a:xfrm>
              <a:off x="1296" y="1824"/>
              <a:ext cx="432" cy="432"/>
            </a:xfrm>
            <a:prstGeom prst="diamond">
              <a:avLst/>
            </a:prstGeom>
            <a:solidFill>
              <a:srgbClr val="009900"/>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defRPr/>
              </a:pPr>
              <a:endParaRPr lang="zh-CN" altLang="en-US"/>
            </a:p>
          </p:txBody>
        </p:sp>
        <p:sp>
          <p:nvSpPr>
            <p:cNvPr id="112649" name="Text Box 22">
              <a:hlinkClick r:id="rId7" action="ppaction://hlinksldjump"/>
            </p:cNvPr>
            <p:cNvSpPr txBox="1">
              <a:spLocks noChangeAspect="1" noChangeArrowheads="1"/>
            </p:cNvSpPr>
            <p:nvPr/>
          </p:nvSpPr>
          <p:spPr bwMode="gray">
            <a:xfrm>
              <a:off x="1680" y="1934"/>
              <a:ext cx="2160" cy="323"/>
            </a:xfrm>
            <a:prstGeom prst="rect">
              <a:avLst/>
            </a:prstGeom>
            <a:solidFill>
              <a:srgbClr val="00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400" b="1">
                  <a:solidFill>
                    <a:schemeClr val="bg1"/>
                  </a:solidFill>
                  <a:ea typeface="华文新魏" pitchFamily="2" charset="-122"/>
                </a:rPr>
                <a:t>恒定磁场</a:t>
              </a:r>
            </a:p>
          </p:txBody>
        </p:sp>
        <p:sp>
          <p:nvSpPr>
            <p:cNvPr id="112650" name="Text Box 23"/>
            <p:cNvSpPr txBox="1">
              <a:spLocks noChangeAspect="1" noChangeArrowheads="1"/>
            </p:cNvSpPr>
            <p:nvPr/>
          </p:nvSpPr>
          <p:spPr bwMode="gray">
            <a:xfrm>
              <a:off x="1363" y="1911"/>
              <a:ext cx="284" cy="280"/>
            </a:xfrm>
            <a:prstGeom prst="rect">
              <a:avLst/>
            </a:prstGeom>
            <a:solidFill>
              <a:srgbClr val="00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000" b="1">
                  <a:solidFill>
                    <a:schemeClr val="bg1"/>
                  </a:solidFill>
                  <a:ea typeface="仿宋_GB2312" pitchFamily="49" charset="-122"/>
                </a:rPr>
                <a:t>2.4</a:t>
              </a:r>
            </a:p>
          </p:txBody>
        </p:sp>
      </p:grpSp>
    </p:spTree>
    <p:extLst>
      <p:ext uri="{BB962C8B-B14F-4D97-AF65-F5344CB8AC3E}">
        <p14:creationId xmlns:p14="http://schemas.microsoft.com/office/powerpoint/2010/main" val="583580729"/>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hape 52"/>
          <p:cNvSpPr/>
          <p:nvPr/>
        </p:nvSpPr>
        <p:spPr>
          <a:xfrm>
            <a:off x="5404655" y="3177174"/>
            <a:ext cx="1224136" cy="111225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lumMod val="40000"/>
              <a:lumOff val="60000"/>
            </a:schemeClr>
          </a:solidFill>
          <a:ln w="12700" cap="flat">
            <a:noFill/>
            <a:miter lim="400000"/>
          </a:ln>
          <a:effectLst/>
        </p:spPr>
        <p:txBody>
          <a:bodyPr lIns="67733" tIns="67733" rIns="67733" bIns="67733" anchor="ctr"/>
          <a:lstStyle/>
          <a:p>
            <a:pPr defTabSz="1285565" eaLnBrk="0" hangingPunct="0">
              <a:defRPr sz="3200">
                <a:solidFill>
                  <a:srgbClr val="FFFFFF"/>
                </a:solidFill>
                <a:latin typeface="+mn-lt"/>
                <a:ea typeface="+mn-ea"/>
                <a:cs typeface="+mn-cs"/>
                <a:sym typeface="Helvetica Light"/>
              </a:defRPr>
            </a:pPr>
            <a:endParaRPr sz="4500">
              <a:solidFill>
                <a:srgbClr val="FFFFFF"/>
              </a:solidFill>
              <a:latin typeface="微软雅黑"/>
              <a:ea typeface="微软雅黑"/>
              <a:sym typeface="Helvetica Light"/>
            </a:endParaRPr>
          </a:p>
        </p:txBody>
      </p:sp>
      <p:sp>
        <p:nvSpPr>
          <p:cNvPr id="43" name="Shape 52"/>
          <p:cNvSpPr/>
          <p:nvPr/>
        </p:nvSpPr>
        <p:spPr>
          <a:xfrm>
            <a:off x="5220072" y="577538"/>
            <a:ext cx="1224136" cy="111225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lumMod val="75000"/>
            </a:schemeClr>
          </a:solidFill>
          <a:ln w="12700" cap="flat">
            <a:noFill/>
            <a:miter lim="400000"/>
          </a:ln>
          <a:effectLst/>
        </p:spPr>
        <p:txBody>
          <a:bodyPr lIns="67733" tIns="67733" rIns="67733" bIns="67733" anchor="ctr"/>
          <a:lstStyle/>
          <a:p>
            <a:pPr defTabSz="1285565" eaLnBrk="0" hangingPunct="0">
              <a:defRPr sz="3200">
                <a:solidFill>
                  <a:srgbClr val="FFFFFF"/>
                </a:solidFill>
                <a:latin typeface="+mn-lt"/>
                <a:ea typeface="+mn-ea"/>
                <a:cs typeface="+mn-cs"/>
                <a:sym typeface="Helvetica Light"/>
              </a:defRPr>
            </a:pPr>
            <a:endParaRPr sz="4500">
              <a:solidFill>
                <a:srgbClr val="FFFFFF"/>
              </a:solidFill>
              <a:latin typeface="微软雅黑"/>
              <a:ea typeface="微软雅黑"/>
              <a:sym typeface="Helvetica Light"/>
            </a:endParaRPr>
          </a:p>
        </p:txBody>
      </p:sp>
      <p:sp>
        <p:nvSpPr>
          <p:cNvPr id="42" name="Shape 52"/>
          <p:cNvSpPr/>
          <p:nvPr/>
        </p:nvSpPr>
        <p:spPr>
          <a:xfrm>
            <a:off x="2748097" y="734238"/>
            <a:ext cx="1224136" cy="111225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lumMod val="75000"/>
            </a:schemeClr>
          </a:solidFill>
          <a:ln w="12700" cap="flat">
            <a:noFill/>
            <a:miter lim="400000"/>
          </a:ln>
          <a:effectLst/>
        </p:spPr>
        <p:txBody>
          <a:bodyPr lIns="67733" tIns="67733" rIns="67733" bIns="67733" anchor="ctr"/>
          <a:lstStyle/>
          <a:p>
            <a:pPr defTabSz="1285565" eaLnBrk="0" hangingPunct="0">
              <a:defRPr sz="3200">
                <a:solidFill>
                  <a:srgbClr val="FFFFFF"/>
                </a:solidFill>
                <a:latin typeface="+mn-lt"/>
                <a:ea typeface="+mn-ea"/>
                <a:cs typeface="+mn-cs"/>
                <a:sym typeface="Helvetica Light"/>
              </a:defRPr>
            </a:pPr>
            <a:endParaRPr sz="4500">
              <a:solidFill>
                <a:srgbClr val="FFFFFF"/>
              </a:solidFill>
              <a:latin typeface="微软雅黑"/>
              <a:ea typeface="微软雅黑"/>
              <a:sym typeface="Helvetica Light"/>
            </a:endParaRPr>
          </a:p>
        </p:txBody>
      </p:sp>
      <p:sp>
        <p:nvSpPr>
          <p:cNvPr id="41" name="Shape 52"/>
          <p:cNvSpPr/>
          <p:nvPr/>
        </p:nvSpPr>
        <p:spPr>
          <a:xfrm>
            <a:off x="2720197" y="3265632"/>
            <a:ext cx="1224136" cy="111225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lumMod val="75000"/>
            </a:schemeClr>
          </a:solidFill>
          <a:ln w="12700" cap="flat">
            <a:noFill/>
            <a:miter lim="400000"/>
          </a:ln>
          <a:effectLst/>
        </p:spPr>
        <p:txBody>
          <a:bodyPr lIns="67733" tIns="67733" rIns="67733" bIns="67733" anchor="ctr"/>
          <a:lstStyle/>
          <a:p>
            <a:pPr defTabSz="1285565" eaLnBrk="0" hangingPunct="0">
              <a:defRPr sz="3200">
                <a:solidFill>
                  <a:srgbClr val="FFFFFF"/>
                </a:solidFill>
                <a:latin typeface="+mn-lt"/>
                <a:ea typeface="+mn-ea"/>
                <a:cs typeface="+mn-cs"/>
                <a:sym typeface="Helvetica Light"/>
              </a:defRPr>
            </a:pPr>
            <a:endParaRPr sz="4500">
              <a:solidFill>
                <a:srgbClr val="FFFFFF"/>
              </a:solidFill>
              <a:latin typeface="微软雅黑"/>
              <a:ea typeface="微软雅黑"/>
              <a:sym typeface="Helvetica Light"/>
            </a:endParaRPr>
          </a:p>
        </p:txBody>
      </p:sp>
      <p:sp>
        <p:nvSpPr>
          <p:cNvPr id="72" name="Text Placeholder 2"/>
          <p:cNvSpPr txBox="1"/>
          <p:nvPr/>
        </p:nvSpPr>
        <p:spPr>
          <a:xfrm>
            <a:off x="6459683" y="4155926"/>
            <a:ext cx="2576813" cy="849174"/>
          </a:xfrm>
          <a:prstGeom prst="rect">
            <a:avLst/>
          </a:prstGeom>
          <a:solidFill>
            <a:srgbClr val="99FFCC"/>
          </a:solidFill>
        </p:spPr>
        <p:txBody>
          <a:bodyPr vert="horz" lIns="0" tIns="0" rIns="0" bIns="0"/>
          <a:lstStyle>
            <a:lvl1pPr marL="0" indent="0" algn="r" defTabSz="914476" rtl="0" eaLnBrk="1" latinLnBrk="0" hangingPunct="1">
              <a:lnSpc>
                <a:spcPct val="120000"/>
              </a:lnSpc>
              <a:spcBef>
                <a:spcPct val="0"/>
              </a:spcBef>
              <a:buFont typeface="Arial" panose="020B0604020202020204" pitchFamily="34" charset="0"/>
              <a:buNone/>
              <a:defRPr sz="1186" b="0" kern="1200" baseline="0">
                <a:solidFill>
                  <a:schemeClr val="tx1">
                    <a:lumMod val="50000"/>
                    <a:lumOff val="50000"/>
                  </a:schemeClr>
                </a:solidFill>
                <a:latin typeface="Lato Regular"/>
                <a:ea typeface="+mn-ea"/>
                <a:cs typeface="Lato Regular"/>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b="1" dirty="0">
                <a:solidFill>
                  <a:srgbClr val="FF0000"/>
                </a:solidFill>
                <a:latin typeface="宋体" pitchFamily="2" charset="-122"/>
              </a:rPr>
              <a:t>空间位置的函数</a:t>
            </a:r>
            <a:r>
              <a:rPr lang="zh-CN" altLang="en-US" sz="2400" b="1" dirty="0" smtClean="0">
                <a:solidFill>
                  <a:srgbClr val="FF0000"/>
                </a:solidFill>
                <a:latin typeface="宋体" pitchFamily="2" charset="-122"/>
              </a:rPr>
              <a:t>，</a:t>
            </a:r>
            <a:r>
              <a:rPr lang="zh-CN" altLang="en-US" sz="2400" b="1" dirty="0">
                <a:solidFill>
                  <a:srgbClr val="FF0000"/>
                </a:solidFill>
                <a:latin typeface="宋体" pitchFamily="2" charset="-122"/>
              </a:rPr>
              <a:t>也是</a:t>
            </a:r>
            <a:r>
              <a:rPr lang="zh-CN" altLang="en-US" sz="2400" b="1" dirty="0" smtClean="0">
                <a:solidFill>
                  <a:srgbClr val="FF0000"/>
                </a:solidFill>
                <a:latin typeface="宋体" pitchFamily="2" charset="-122"/>
              </a:rPr>
              <a:t>时间的函数</a:t>
            </a:r>
            <a:endParaRPr lang="en-US" altLang="zh-CN" sz="2400" b="1" dirty="0">
              <a:solidFill>
                <a:srgbClr val="FF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55" name="Text Placeholder 2"/>
          <p:cNvSpPr txBox="1"/>
          <p:nvPr/>
        </p:nvSpPr>
        <p:spPr>
          <a:xfrm>
            <a:off x="467544" y="1635646"/>
            <a:ext cx="2576813" cy="849174"/>
          </a:xfrm>
          <a:prstGeom prst="rect">
            <a:avLst/>
          </a:prstGeom>
        </p:spPr>
        <p:txBody>
          <a:bodyPr vert="horz" lIns="0" tIns="0" rIns="0" bIns="0"/>
          <a:lstStyle>
            <a:lvl1pPr marL="0" indent="0" algn="r" defTabSz="914476" rtl="0" eaLnBrk="1" latinLnBrk="0" hangingPunct="1">
              <a:lnSpc>
                <a:spcPct val="120000"/>
              </a:lnSpc>
              <a:spcBef>
                <a:spcPct val="0"/>
              </a:spcBef>
              <a:buFont typeface="Arial" panose="020B0604020202020204" pitchFamily="34" charset="0"/>
              <a:buNone/>
              <a:defRPr sz="1186" b="0" kern="1200" baseline="0">
                <a:solidFill>
                  <a:schemeClr val="tx1">
                    <a:lumMod val="50000"/>
                    <a:lumOff val="50000"/>
                  </a:schemeClr>
                </a:solidFill>
                <a:latin typeface="Lato Regular"/>
                <a:ea typeface="+mn-ea"/>
                <a:cs typeface="Lato Regular"/>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b="1" dirty="0">
                <a:solidFill>
                  <a:srgbClr val="FF0000"/>
                </a:solidFill>
                <a:latin typeface="宋体" pitchFamily="2" charset="-122"/>
              </a:rPr>
              <a:t>空间位置的函数，不随时间变化</a:t>
            </a:r>
            <a:endParaRPr lang="en-US" altLang="zh-CN" sz="2400" b="1" dirty="0">
              <a:solidFill>
                <a:srgbClr val="FF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57" name="Text Placeholder 7"/>
          <p:cNvSpPr txBox="1"/>
          <p:nvPr/>
        </p:nvSpPr>
        <p:spPr>
          <a:xfrm>
            <a:off x="2930669" y="1024506"/>
            <a:ext cx="801005" cy="685384"/>
          </a:xfrm>
          <a:prstGeom prst="rect">
            <a:avLst/>
          </a:prstGeom>
        </p:spPr>
        <p:txBody>
          <a:bodyPr vert="horz" lIns="0" tIns="103884" rIns="0" bIns="103884" anchor="ctr"/>
          <a:lstStyle>
            <a:lvl1pPr marL="0" indent="0" algn="ctr" defTabSz="914476" rtl="0" eaLnBrk="1" latinLnBrk="0" hangingPunct="1">
              <a:lnSpc>
                <a:spcPct val="100000"/>
              </a:lnSpc>
              <a:spcBef>
                <a:spcPct val="0"/>
              </a:spcBef>
              <a:buFont typeface="Arial" panose="020B0604020202020204" pitchFamily="34" charset="0"/>
              <a:buNone/>
              <a:defRPr sz="1582" b="1" kern="1200">
                <a:solidFill>
                  <a:schemeClr val="bg1"/>
                </a:solidFill>
                <a:latin typeface="FontAwesome"/>
                <a:ea typeface="+mn-ea"/>
                <a:cs typeface="FontAwesome"/>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20000"/>
              </a:lnSpc>
            </a:pPr>
            <a:r>
              <a:rPr lang="zh-CN" altLang="en-US" sz="2400" dirty="0" smtClean="0">
                <a:latin typeface="宋体" pitchFamily="2" charset="-122"/>
              </a:rPr>
              <a:t>静电场</a:t>
            </a:r>
            <a:endParaRPr lang="es-ES_tradnl" sz="2400" dirty="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59" name="Text Placeholder 7"/>
          <p:cNvSpPr txBox="1"/>
          <p:nvPr/>
        </p:nvSpPr>
        <p:spPr>
          <a:xfrm>
            <a:off x="5384763" y="734238"/>
            <a:ext cx="915429" cy="685384"/>
          </a:xfrm>
          <a:prstGeom prst="rect">
            <a:avLst/>
          </a:prstGeom>
        </p:spPr>
        <p:txBody>
          <a:bodyPr vert="horz" lIns="0" tIns="103884" rIns="0" bIns="103884" anchor="ctr"/>
          <a:lstStyle>
            <a:lvl1pPr marL="0" indent="0" algn="ctr" defTabSz="914476" rtl="0" eaLnBrk="1" latinLnBrk="0" hangingPunct="1">
              <a:lnSpc>
                <a:spcPct val="100000"/>
              </a:lnSpc>
              <a:spcBef>
                <a:spcPct val="0"/>
              </a:spcBef>
              <a:buFont typeface="Arial" panose="020B0604020202020204" pitchFamily="34" charset="0"/>
              <a:buNone/>
              <a:defRPr sz="1582" b="1" kern="1200">
                <a:solidFill>
                  <a:schemeClr val="bg1"/>
                </a:solidFill>
                <a:latin typeface="FontAwesome"/>
                <a:ea typeface="+mn-ea"/>
                <a:cs typeface="FontAwesome"/>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20000"/>
              </a:lnSpc>
            </a:pPr>
            <a:r>
              <a:rPr lang="zh-CN" altLang="en-US" sz="2400" dirty="0">
                <a:latin typeface="宋体" pitchFamily="2" charset="-122"/>
              </a:rPr>
              <a:t>恒定</a:t>
            </a:r>
            <a:r>
              <a:rPr lang="zh-CN" altLang="en-US" sz="2400" dirty="0" smtClean="0">
                <a:latin typeface="宋体" pitchFamily="2" charset="-122"/>
              </a:rPr>
              <a:t>电场</a:t>
            </a:r>
            <a:endParaRPr lang="es-ES_tradnl" sz="2400" dirty="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63" name="Text Placeholder 7"/>
          <p:cNvSpPr txBox="1"/>
          <p:nvPr/>
        </p:nvSpPr>
        <p:spPr>
          <a:xfrm>
            <a:off x="2979257" y="3497014"/>
            <a:ext cx="749051" cy="685384"/>
          </a:xfrm>
          <a:prstGeom prst="rect">
            <a:avLst/>
          </a:prstGeom>
        </p:spPr>
        <p:txBody>
          <a:bodyPr vert="horz" lIns="0" tIns="103884" rIns="0" bIns="103884" anchor="ctr"/>
          <a:lstStyle>
            <a:lvl1pPr marL="0" indent="0" algn="ctr" defTabSz="914476" rtl="0" eaLnBrk="1" latinLnBrk="0" hangingPunct="1">
              <a:lnSpc>
                <a:spcPct val="100000"/>
              </a:lnSpc>
              <a:spcBef>
                <a:spcPct val="0"/>
              </a:spcBef>
              <a:buFont typeface="Arial" panose="020B0604020202020204" pitchFamily="34" charset="0"/>
              <a:buNone/>
              <a:defRPr sz="1582" b="1" kern="1200">
                <a:solidFill>
                  <a:schemeClr val="bg1"/>
                </a:solidFill>
                <a:latin typeface="FontAwesome"/>
                <a:ea typeface="+mn-ea"/>
                <a:cs typeface="FontAwesome"/>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20000"/>
              </a:lnSpc>
            </a:pPr>
            <a:r>
              <a:rPr lang="zh-CN" altLang="en-US" sz="2400" dirty="0">
                <a:latin typeface="宋体" pitchFamily="2" charset="-122"/>
              </a:rPr>
              <a:t>恒定磁场</a:t>
            </a:r>
            <a:endParaRPr lang="es-ES_tradnl" altLang="zh-CN" sz="2400" dirty="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Text Placeholder 7"/>
          <p:cNvSpPr txBox="1"/>
          <p:nvPr/>
        </p:nvSpPr>
        <p:spPr>
          <a:xfrm>
            <a:off x="5580112" y="3435846"/>
            <a:ext cx="937272" cy="685384"/>
          </a:xfrm>
          <a:prstGeom prst="rect">
            <a:avLst/>
          </a:prstGeom>
        </p:spPr>
        <p:txBody>
          <a:bodyPr vert="horz" lIns="0" tIns="103884" rIns="0" bIns="103884" anchor="ctr"/>
          <a:lstStyle>
            <a:lvl1pPr marL="0" indent="0" algn="ctr" defTabSz="914476" rtl="0" eaLnBrk="1" latinLnBrk="0" hangingPunct="1">
              <a:lnSpc>
                <a:spcPct val="100000"/>
              </a:lnSpc>
              <a:spcBef>
                <a:spcPct val="0"/>
              </a:spcBef>
              <a:buFont typeface="Arial" panose="020B0604020202020204" pitchFamily="34" charset="0"/>
              <a:buNone/>
              <a:defRPr sz="1582" b="1" kern="1200">
                <a:solidFill>
                  <a:schemeClr val="bg1"/>
                </a:solidFill>
                <a:latin typeface="FontAwesome"/>
                <a:ea typeface="+mn-ea"/>
                <a:cs typeface="FontAwesome"/>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20000"/>
              </a:lnSpc>
            </a:pPr>
            <a:r>
              <a:rPr lang="zh-CN" altLang="en-US" sz="2400" dirty="0">
                <a:solidFill>
                  <a:srgbClr val="FFFF00"/>
                </a:solidFill>
                <a:latin typeface="宋体" pitchFamily="2" charset="-122"/>
              </a:rPr>
              <a:t>时变电磁场</a:t>
            </a:r>
            <a:endParaRPr lang="es-ES_tradnl" sz="2400" dirty="0">
              <a:solidFill>
                <a:srgbClr val="FFFF00"/>
              </a:solidFill>
              <a:latin typeface="Arial" panose="020B0604020202020204" pitchFamily="34" charset="0"/>
              <a:ea typeface="微软雅黑" panose="020B0503020204020204" pitchFamily="34" charset="-122"/>
              <a:sym typeface="Arial" panose="020B0604020202020204" pitchFamily="34" charset="0"/>
            </a:endParaRPr>
          </a:p>
        </p:txBody>
      </p:sp>
      <p:sp>
        <p:nvSpPr>
          <p:cNvPr id="70" name="Text Placeholder 2"/>
          <p:cNvSpPr txBox="1"/>
          <p:nvPr/>
        </p:nvSpPr>
        <p:spPr>
          <a:xfrm>
            <a:off x="6242814" y="1112309"/>
            <a:ext cx="2576813" cy="849174"/>
          </a:xfrm>
          <a:prstGeom prst="rect">
            <a:avLst/>
          </a:prstGeom>
        </p:spPr>
        <p:txBody>
          <a:bodyPr vert="horz" lIns="0" tIns="0" rIns="0" bIns="0"/>
          <a:lstStyle>
            <a:lvl1pPr marL="0" indent="0" algn="r" defTabSz="914476" rtl="0" eaLnBrk="1" latinLnBrk="0" hangingPunct="1">
              <a:lnSpc>
                <a:spcPct val="120000"/>
              </a:lnSpc>
              <a:spcBef>
                <a:spcPct val="0"/>
              </a:spcBef>
              <a:buFont typeface="Arial" panose="020B0604020202020204" pitchFamily="34" charset="0"/>
              <a:buNone/>
              <a:defRPr sz="1186" b="0" kern="1200" baseline="0">
                <a:solidFill>
                  <a:schemeClr val="tx1">
                    <a:lumMod val="50000"/>
                    <a:lumOff val="50000"/>
                  </a:schemeClr>
                </a:solidFill>
                <a:latin typeface="Lato Regular"/>
                <a:ea typeface="+mn-ea"/>
                <a:cs typeface="Lato Regular"/>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b="1" dirty="0">
                <a:solidFill>
                  <a:srgbClr val="FF0000"/>
                </a:solidFill>
                <a:latin typeface="宋体" pitchFamily="2" charset="-122"/>
              </a:rPr>
              <a:t>空间位置的函数，不随时间变化</a:t>
            </a:r>
            <a:endParaRPr lang="en-US" altLang="zh-CN" sz="2400" b="1" dirty="0">
              <a:solidFill>
                <a:srgbClr val="FF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71" name="Text Placeholder 2"/>
          <p:cNvSpPr txBox="1"/>
          <p:nvPr/>
        </p:nvSpPr>
        <p:spPr>
          <a:xfrm>
            <a:off x="289407" y="3900462"/>
            <a:ext cx="2576813" cy="849174"/>
          </a:xfrm>
          <a:prstGeom prst="rect">
            <a:avLst/>
          </a:prstGeom>
        </p:spPr>
        <p:txBody>
          <a:bodyPr vert="horz" lIns="0" tIns="0" rIns="0" bIns="0"/>
          <a:lstStyle>
            <a:lvl1pPr marL="0" indent="0" algn="r" defTabSz="914476" rtl="0" eaLnBrk="1" latinLnBrk="0" hangingPunct="1">
              <a:lnSpc>
                <a:spcPct val="120000"/>
              </a:lnSpc>
              <a:spcBef>
                <a:spcPct val="0"/>
              </a:spcBef>
              <a:buFont typeface="Arial" panose="020B0604020202020204" pitchFamily="34" charset="0"/>
              <a:buNone/>
              <a:defRPr sz="1186" b="0" kern="1200" baseline="0">
                <a:solidFill>
                  <a:schemeClr val="tx1">
                    <a:lumMod val="50000"/>
                    <a:lumOff val="50000"/>
                  </a:schemeClr>
                </a:solidFill>
                <a:latin typeface="Lato Regular"/>
                <a:ea typeface="+mn-ea"/>
                <a:cs typeface="Lato Regular"/>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b="1" dirty="0">
                <a:solidFill>
                  <a:srgbClr val="FF0000"/>
                </a:solidFill>
                <a:latin typeface="宋体" pitchFamily="2" charset="-122"/>
              </a:rPr>
              <a:t>空间位置的函数，不随时间变化</a:t>
            </a:r>
            <a:endParaRPr lang="en-US" altLang="zh-CN" sz="2400" b="1" dirty="0">
              <a:solidFill>
                <a:srgbClr val="FF0000"/>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21" name="Group 42"/>
          <p:cNvGrpSpPr/>
          <p:nvPr/>
        </p:nvGrpSpPr>
        <p:grpSpPr>
          <a:xfrm>
            <a:off x="2858802" y="699542"/>
            <a:ext cx="3547877" cy="3552704"/>
            <a:chOff x="0" y="0"/>
            <a:chExt cx="5874978" cy="5874978"/>
          </a:xfrm>
        </p:grpSpPr>
        <p:sp>
          <p:nvSpPr>
            <p:cNvPr id="22" name="Shape 40"/>
            <p:cNvSpPr/>
            <p:nvPr/>
          </p:nvSpPr>
          <p:spPr>
            <a:xfrm>
              <a:off x="0" y="0"/>
              <a:ext cx="5874978" cy="587497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noFill/>
            <a:ln w="3175" cap="flat">
              <a:solidFill>
                <a:schemeClr val="accent1"/>
              </a:solidFill>
              <a:prstDash val="solid"/>
              <a:miter lim="400000"/>
            </a:ln>
            <a:effectLst/>
          </p:spPr>
          <p:txBody>
            <a:bodyPr lIns="67733" tIns="67733" rIns="67733" bIns="67733" anchor="ctr"/>
            <a:lstStyle/>
            <a:p>
              <a:pPr defTabSz="1285565" eaLnBrk="0" hangingPunct="0">
                <a:defRPr sz="3200">
                  <a:solidFill>
                    <a:srgbClr val="FFFFFF"/>
                  </a:solidFill>
                  <a:latin typeface="+mn-lt"/>
                  <a:ea typeface="+mn-ea"/>
                  <a:cs typeface="+mn-cs"/>
                  <a:sym typeface="Helvetica Light"/>
                </a:defRPr>
              </a:pPr>
              <a:endParaRPr sz="4500">
                <a:solidFill>
                  <a:srgbClr val="FFFFFF"/>
                </a:solidFill>
                <a:latin typeface="微软雅黑"/>
                <a:ea typeface="微软雅黑"/>
                <a:sym typeface="Helvetica Light"/>
              </a:endParaRPr>
            </a:p>
          </p:txBody>
        </p:sp>
        <p:sp>
          <p:nvSpPr>
            <p:cNvPr id="23" name="Shape 41"/>
            <p:cNvSpPr/>
            <p:nvPr/>
          </p:nvSpPr>
          <p:spPr>
            <a:xfrm>
              <a:off x="1206049" y="1196037"/>
              <a:ext cx="3473971" cy="347183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99FFCC"/>
            </a:solidFill>
            <a:ln w="12700" cap="flat">
              <a:noFill/>
              <a:miter lim="400000"/>
            </a:ln>
            <a:effectLst/>
          </p:spPr>
          <p:txBody>
            <a:bodyPr lIns="67733" tIns="67733" rIns="67733" bIns="67733" anchor="ctr"/>
            <a:lstStyle/>
            <a:p>
              <a:pPr defTabSz="1285565" eaLnBrk="0" hangingPunct="0">
                <a:defRPr sz="3200">
                  <a:solidFill>
                    <a:srgbClr val="FFFFFF"/>
                  </a:solidFill>
                  <a:latin typeface="+mn-lt"/>
                  <a:ea typeface="+mn-ea"/>
                  <a:cs typeface="+mn-cs"/>
                  <a:sym typeface="Helvetica Light"/>
                </a:defRPr>
              </a:pPr>
              <a:endParaRPr sz="4500">
                <a:solidFill>
                  <a:srgbClr val="FFFFFF"/>
                </a:solidFill>
                <a:latin typeface="微软雅黑"/>
                <a:ea typeface="微软雅黑"/>
                <a:sym typeface="Helvetica Light"/>
              </a:endParaRPr>
            </a:p>
          </p:txBody>
        </p:sp>
      </p:grpSp>
      <p:sp>
        <p:nvSpPr>
          <p:cNvPr id="36" name="Text Placeholder 2"/>
          <p:cNvSpPr txBox="1"/>
          <p:nvPr/>
        </p:nvSpPr>
        <p:spPr bwMode="auto">
          <a:xfrm>
            <a:off x="3756236" y="1931770"/>
            <a:ext cx="1751335" cy="1089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8560" tIns="64279" rIns="128560" bIns="64279" anchor="ctr"/>
          <a:lstStyle>
            <a:lvl1pPr defTabSz="1217613">
              <a:defRPr>
                <a:solidFill>
                  <a:schemeClr val="tx1"/>
                </a:solidFill>
                <a:latin typeface="Arial" panose="020B0604020202020204" pitchFamily="34" charset="0"/>
                <a:ea typeface="微软雅黑" panose="020B0503020204020204" pitchFamily="34" charset="-122"/>
              </a:defRPr>
            </a:lvl1pPr>
            <a:lvl2pPr marL="742950" indent="-285750" defTabSz="1217613">
              <a:defRPr>
                <a:solidFill>
                  <a:schemeClr val="tx1"/>
                </a:solidFill>
                <a:latin typeface="Arial" panose="020B0604020202020204" pitchFamily="34" charset="0"/>
                <a:ea typeface="微软雅黑" panose="020B0503020204020204" pitchFamily="34" charset="-122"/>
              </a:defRPr>
            </a:lvl2pPr>
            <a:lvl3pPr marL="1143000" indent="-228600" defTabSz="1217613">
              <a:defRPr>
                <a:solidFill>
                  <a:schemeClr val="tx1"/>
                </a:solidFill>
                <a:latin typeface="Arial" panose="020B0604020202020204" pitchFamily="34" charset="0"/>
                <a:ea typeface="微软雅黑" panose="020B0503020204020204" pitchFamily="34" charset="-122"/>
              </a:defRPr>
            </a:lvl3pPr>
            <a:lvl4pPr marL="1600200" indent="-228600" defTabSz="1217613">
              <a:defRPr>
                <a:solidFill>
                  <a:schemeClr val="tx1"/>
                </a:solidFill>
                <a:latin typeface="Arial" panose="020B0604020202020204" pitchFamily="34" charset="0"/>
                <a:ea typeface="微软雅黑" panose="020B0503020204020204" pitchFamily="34" charset="-122"/>
              </a:defRPr>
            </a:lvl4pPr>
            <a:lvl5pPr marL="2057400" indent="-228600" defTabSz="1217613">
              <a:defRPr>
                <a:solidFill>
                  <a:schemeClr val="tx1"/>
                </a:solidFill>
                <a:latin typeface="Arial" panose="020B0604020202020204" pitchFamily="34" charset="0"/>
                <a:ea typeface="微软雅黑" panose="020B0503020204020204" pitchFamily="34" charset="-122"/>
              </a:defRPr>
            </a:lvl5pPr>
            <a:lvl6pPr marL="2514600" indent="-228600" defTabSz="1217613"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defTabSz="1217613"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defTabSz="1217613"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defTabSz="1217613"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lgn="ctr"/>
            <a:r>
              <a:rPr lang="zh-CN" altLang="en-US" sz="3600" dirty="0">
                <a:solidFill>
                  <a:schemeClr val="tx2">
                    <a:lumMod val="50000"/>
                  </a:schemeClr>
                </a:solidFill>
              </a:rPr>
              <a:t>电磁场</a:t>
            </a:r>
            <a:endParaRPr lang="en-GB" altLang="zh-CN" sz="3400" b="1" dirty="0">
              <a:solidFill>
                <a:schemeClr val="tx2">
                  <a:lumMod val="50000"/>
                </a:schemeClr>
              </a:solidFill>
              <a:latin typeface="微软雅黑" panose="020B0503020204020204" pitchFamily="34" charset="-122"/>
            </a:endParaRPr>
          </a:p>
        </p:txBody>
      </p:sp>
    </p:spTree>
    <p:extLst>
      <p:ext uri="{BB962C8B-B14F-4D97-AF65-F5344CB8AC3E}">
        <p14:creationId xmlns:p14="http://schemas.microsoft.com/office/powerpoint/2010/main" val="2218216719"/>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p:txBody>
          <a:bodyPr/>
          <a:lstStyle/>
          <a:p>
            <a:pPr eaLnBrk="1" hangingPunct="1"/>
            <a:r>
              <a:rPr lang="en-US" altLang="zh-CN" sz="3600" smtClean="0">
                <a:solidFill>
                  <a:srgbClr val="FF0066"/>
                </a:solidFill>
                <a:effectLst/>
                <a:latin typeface="华文行楷" pitchFamily="2" charset="-122"/>
                <a:ea typeface="华文行楷" pitchFamily="2" charset="-122"/>
              </a:rPr>
              <a:t>          1. </a:t>
            </a:r>
            <a:r>
              <a:rPr lang="zh-CN" altLang="en-US" sz="3600" smtClean="0">
                <a:solidFill>
                  <a:srgbClr val="FF0066"/>
                </a:solidFill>
                <a:effectLst/>
                <a:latin typeface="华文行楷" pitchFamily="2" charset="-122"/>
                <a:ea typeface="华文行楷" pitchFamily="2" charset="-122"/>
              </a:rPr>
              <a:t>体电荷分布</a:t>
            </a:r>
          </a:p>
        </p:txBody>
      </p:sp>
      <p:sp>
        <p:nvSpPr>
          <p:cNvPr id="2055" name="Rectangle 5"/>
          <p:cNvSpPr>
            <a:spLocks noChangeArrowheads="1"/>
          </p:cNvSpPr>
          <p:nvPr/>
        </p:nvSpPr>
        <p:spPr bwMode="auto">
          <a:xfrm>
            <a:off x="0" y="233350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056" name="Rectangle 7"/>
          <p:cNvSpPr>
            <a:spLocks noChangeArrowheads="1"/>
          </p:cNvSpPr>
          <p:nvPr/>
        </p:nvSpPr>
        <p:spPr bwMode="auto">
          <a:xfrm>
            <a:off x="0" y="2326363"/>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057" name="Rectangle 9"/>
          <p:cNvSpPr>
            <a:spLocks noChangeArrowheads="1"/>
          </p:cNvSpPr>
          <p:nvPr/>
        </p:nvSpPr>
        <p:spPr bwMode="auto">
          <a:xfrm>
            <a:off x="0" y="224063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052" name="Object 8"/>
          <p:cNvGraphicFramePr>
            <a:graphicFrameLocks noChangeAspect="1"/>
          </p:cNvGraphicFramePr>
          <p:nvPr>
            <p:extLst>
              <p:ext uri="{D42A27DB-BD31-4B8C-83A1-F6EECF244321}">
                <p14:modId xmlns:p14="http://schemas.microsoft.com/office/powerpoint/2010/main" val="218651214"/>
              </p:ext>
            </p:extLst>
          </p:nvPr>
        </p:nvGraphicFramePr>
        <p:xfrm>
          <a:off x="2411760" y="843558"/>
          <a:ext cx="2971800" cy="887016"/>
        </p:xfrm>
        <a:graphic>
          <a:graphicData uri="http://schemas.openxmlformats.org/presentationml/2006/ole">
            <mc:AlternateContent xmlns:mc="http://schemas.openxmlformats.org/markup-compatibility/2006">
              <mc:Choice xmlns:v="urn:schemas-microsoft-com:vml" Requires="v">
                <p:oleObj spid="_x0000_s103435" name="公式" r:id="rId3" imgW="977476" imgH="393529" progId="Equation.3">
                  <p:embed/>
                </p:oleObj>
              </mc:Choice>
              <mc:Fallback>
                <p:oleObj name="公式" r:id="rId3" imgW="977476" imgH="393529" progId="Equation.3">
                  <p:embed/>
                  <p:pic>
                    <p:nvPicPr>
                      <p:cNvPr id="2052"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760" y="843558"/>
                        <a:ext cx="2971800" cy="8870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2"/>
          <p:cNvSpPr txBox="1">
            <a:spLocks noChangeArrowheads="1"/>
          </p:cNvSpPr>
          <p:nvPr/>
        </p:nvSpPr>
        <p:spPr bwMode="auto">
          <a:xfrm>
            <a:off x="1475656" y="1563638"/>
            <a:ext cx="4818112" cy="857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2pPr>
            <a:lvl3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3pPr>
            <a:lvl4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4pPr>
            <a:lvl5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5pPr>
            <a:lvl6pPr marL="4572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6pPr>
            <a:lvl7pPr marL="9144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7pPr>
            <a:lvl8pPr marL="13716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8pPr>
            <a:lvl9pPr marL="18288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9pPr>
          </a:lstStyle>
          <a:p>
            <a:pPr eaLnBrk="1" hangingPunct="1"/>
            <a:r>
              <a:rPr lang="en-US" altLang="zh-CN" sz="3600" kern="0" smtClean="0">
                <a:solidFill>
                  <a:srgbClr val="FF0066"/>
                </a:solidFill>
                <a:effectLst/>
                <a:latin typeface="华文行楷" pitchFamily="2" charset="-122"/>
                <a:ea typeface="华文行楷" pitchFamily="2" charset="-122"/>
              </a:rPr>
              <a:t>2. </a:t>
            </a:r>
            <a:r>
              <a:rPr lang="zh-CN" altLang="en-US" sz="3600" kern="0" smtClean="0">
                <a:solidFill>
                  <a:srgbClr val="FF0066"/>
                </a:solidFill>
                <a:effectLst/>
                <a:latin typeface="华文行楷" pitchFamily="2" charset="-122"/>
                <a:ea typeface="华文行楷" pitchFamily="2" charset="-122"/>
              </a:rPr>
              <a:t>面电荷分布</a:t>
            </a:r>
            <a:endParaRPr lang="zh-CN" altLang="en-US" sz="3600" kern="0" dirty="0" smtClean="0">
              <a:solidFill>
                <a:srgbClr val="FF0066"/>
              </a:solidFill>
              <a:effectLst/>
              <a:latin typeface="华文行楷" pitchFamily="2" charset="-122"/>
              <a:ea typeface="华文行楷" pitchFamily="2" charset="-122"/>
            </a:endParaRPr>
          </a:p>
        </p:txBody>
      </p:sp>
      <p:graphicFrame>
        <p:nvGraphicFramePr>
          <p:cNvPr id="12" name="Object 10"/>
          <p:cNvGraphicFramePr>
            <a:graphicFrameLocks noChangeAspect="1"/>
          </p:cNvGraphicFramePr>
          <p:nvPr>
            <p:extLst>
              <p:ext uri="{D42A27DB-BD31-4B8C-83A1-F6EECF244321}">
                <p14:modId xmlns:p14="http://schemas.microsoft.com/office/powerpoint/2010/main" val="2653686533"/>
              </p:ext>
            </p:extLst>
          </p:nvPr>
        </p:nvGraphicFramePr>
        <p:xfrm>
          <a:off x="2195736" y="2318508"/>
          <a:ext cx="2819400" cy="781050"/>
        </p:xfrm>
        <a:graphic>
          <a:graphicData uri="http://schemas.openxmlformats.org/presentationml/2006/ole">
            <mc:AlternateContent xmlns:mc="http://schemas.openxmlformats.org/markup-compatibility/2006">
              <mc:Choice xmlns:v="urn:schemas-microsoft-com:vml" Requires="v">
                <p:oleObj spid="_x0000_s103436" name="公式" r:id="rId5" imgW="1054100" imgH="393700" progId="Equation.3">
                  <p:embed/>
                </p:oleObj>
              </mc:Choice>
              <mc:Fallback>
                <p:oleObj name="公式" r:id="rId5" imgW="1054100" imgH="393700" progId="Equation.3">
                  <p:embed/>
                  <p:pic>
                    <p:nvPicPr>
                      <p:cNvPr id="3077"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736" y="2318508"/>
                        <a:ext cx="2819400" cy="781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2"/>
          <p:cNvSpPr txBox="1">
            <a:spLocks noChangeArrowheads="1"/>
          </p:cNvSpPr>
          <p:nvPr/>
        </p:nvSpPr>
        <p:spPr bwMode="auto">
          <a:xfrm>
            <a:off x="323528" y="3036912"/>
            <a:ext cx="7772400" cy="857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2pPr>
            <a:lvl3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3pPr>
            <a:lvl4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4pPr>
            <a:lvl5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5pPr>
            <a:lvl6pPr marL="4572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6pPr>
            <a:lvl7pPr marL="9144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7pPr>
            <a:lvl8pPr marL="13716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8pPr>
            <a:lvl9pPr marL="18288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9pPr>
          </a:lstStyle>
          <a:p>
            <a:pPr eaLnBrk="1" hangingPunct="1"/>
            <a:r>
              <a:rPr lang="en-US" altLang="zh-CN" sz="3600" kern="0" smtClean="0">
                <a:solidFill>
                  <a:srgbClr val="FF0066"/>
                </a:solidFill>
                <a:effectLst/>
                <a:latin typeface="华文行楷" pitchFamily="2" charset="-122"/>
                <a:ea typeface="华文行楷" pitchFamily="2" charset="-122"/>
              </a:rPr>
              <a:t>          3. </a:t>
            </a:r>
            <a:r>
              <a:rPr lang="zh-CN" altLang="en-US" sz="3600" kern="0" smtClean="0">
                <a:solidFill>
                  <a:srgbClr val="FF0066"/>
                </a:solidFill>
                <a:effectLst/>
                <a:latin typeface="华文行楷" pitchFamily="2" charset="-122"/>
                <a:ea typeface="华文行楷" pitchFamily="2" charset="-122"/>
              </a:rPr>
              <a:t>线电荷分布</a:t>
            </a:r>
          </a:p>
        </p:txBody>
      </p:sp>
      <p:graphicFrame>
        <p:nvGraphicFramePr>
          <p:cNvPr id="14" name="Object 10"/>
          <p:cNvGraphicFramePr>
            <a:graphicFrameLocks noChangeAspect="1"/>
          </p:cNvGraphicFramePr>
          <p:nvPr>
            <p:extLst>
              <p:ext uri="{D42A27DB-BD31-4B8C-83A1-F6EECF244321}">
                <p14:modId xmlns:p14="http://schemas.microsoft.com/office/powerpoint/2010/main" val="2650669645"/>
              </p:ext>
            </p:extLst>
          </p:nvPr>
        </p:nvGraphicFramePr>
        <p:xfrm>
          <a:off x="2053680" y="3507854"/>
          <a:ext cx="3352800" cy="991791"/>
        </p:xfrm>
        <a:graphic>
          <a:graphicData uri="http://schemas.openxmlformats.org/presentationml/2006/ole">
            <mc:AlternateContent xmlns:mc="http://schemas.openxmlformats.org/markup-compatibility/2006">
              <mc:Choice xmlns:v="urn:schemas-microsoft-com:vml" Requires="v">
                <p:oleObj spid="_x0000_s103437" name="公式" r:id="rId7" imgW="990170" imgH="393529" progId="Equation.3">
                  <p:embed/>
                </p:oleObj>
              </mc:Choice>
              <mc:Fallback>
                <p:oleObj name="公式" r:id="rId7" imgW="990170" imgH="393529" progId="Equation.3">
                  <p:embed/>
                  <p:pic>
                    <p:nvPicPr>
                      <p:cNvPr id="4101"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3680" y="3507854"/>
                        <a:ext cx="3352800" cy="9917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3" descr="Rectangle: Click to edit Master text styles&#10;Second level&#10;Third level&#10;Fourth level&#10;Fifth level"/>
          <p:cNvSpPr txBox="1">
            <a:spLocks noChangeArrowheads="1"/>
          </p:cNvSpPr>
          <p:nvPr/>
        </p:nvSpPr>
        <p:spPr bwMode="auto">
          <a:xfrm>
            <a:off x="1043608" y="4083918"/>
            <a:ext cx="3890392" cy="74868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A50021"/>
              </a:buClr>
              <a:buSzPct val="75000"/>
              <a:buFont typeface="Wingdings" pitchFamily="2" charset="2"/>
              <a:buChar char="•"/>
              <a:defRPr sz="3200" b="1">
                <a:solidFill>
                  <a:srgbClr val="000000"/>
                </a:solidFill>
                <a:latin typeface="+mn-lt"/>
                <a:ea typeface="+mn-ea"/>
                <a:cs typeface="+mn-cs"/>
              </a:defRPr>
            </a:lvl1pPr>
            <a:lvl2pPr marL="190500" indent="266700" algn="l" rtl="0" eaLnBrk="0" fontAlgn="base" hangingPunct="0">
              <a:spcBef>
                <a:spcPct val="20000"/>
              </a:spcBef>
              <a:spcAft>
                <a:spcPct val="0"/>
              </a:spcAft>
              <a:buClr>
                <a:schemeClr val="accent2"/>
              </a:buClr>
              <a:buSzPct val="75000"/>
              <a:buFont typeface="Wingdings" pitchFamily="2" charset="2"/>
              <a:buChar char="–"/>
              <a:defRPr kumimoji="1" sz="4000" b="1">
                <a:solidFill>
                  <a:schemeClr val="bg2"/>
                </a:solidFill>
                <a:latin typeface="+mn-lt"/>
                <a:ea typeface="隶书" pitchFamily="49" charset="-122"/>
                <a:cs typeface="+mn-cs"/>
              </a:defRPr>
            </a:lvl2pPr>
            <a:lvl3pPr marL="381000" indent="533400" algn="l" rtl="0" eaLnBrk="0" fontAlgn="base" hangingPunct="0">
              <a:spcBef>
                <a:spcPct val="20000"/>
              </a:spcBef>
              <a:spcAft>
                <a:spcPct val="0"/>
              </a:spcAft>
              <a:buClr>
                <a:srgbClr val="666699"/>
              </a:buClr>
              <a:buSzPct val="70000"/>
              <a:buFont typeface="Wingdings" pitchFamily="2" charset="2"/>
              <a:buChar char="•"/>
              <a:defRPr kumimoji="1" sz="3600" b="1">
                <a:solidFill>
                  <a:srgbClr val="FF0066"/>
                </a:solidFill>
                <a:latin typeface="+mn-lt"/>
                <a:ea typeface="华文行楷" pitchFamily="2" charset="-122"/>
                <a:cs typeface="+mn-cs"/>
              </a:defRPr>
            </a:lvl3pPr>
            <a:lvl4pPr marL="571500" indent="800100" algn="l" rtl="0" eaLnBrk="0" fontAlgn="base" hangingPunct="0">
              <a:spcBef>
                <a:spcPct val="20000"/>
              </a:spcBef>
              <a:spcAft>
                <a:spcPct val="0"/>
              </a:spcAft>
              <a:buSzPct val="60000"/>
              <a:buFont typeface="Wingdings" pitchFamily="2" charset="2"/>
              <a:buChar char="–"/>
              <a:defRPr sz="3400" b="1">
                <a:solidFill>
                  <a:srgbClr val="9900CC"/>
                </a:solidFill>
                <a:latin typeface="+mn-lt"/>
                <a:ea typeface="黑体" pitchFamily="2" charset="-122"/>
                <a:cs typeface="+mn-cs"/>
              </a:defRPr>
            </a:lvl4pPr>
            <a:lvl5pPr marL="762000" indent="1066800" algn="l" rtl="0" eaLnBrk="0" fontAlgn="base" hangingPunct="0">
              <a:spcBef>
                <a:spcPct val="20000"/>
              </a:spcBef>
              <a:spcAft>
                <a:spcPct val="0"/>
              </a:spcAft>
              <a:buClr>
                <a:schemeClr val="hlink"/>
              </a:buClr>
              <a:buSzPct val="55000"/>
              <a:buFont typeface="Wingdings" pitchFamily="2" charset="2"/>
              <a:buChar char="»"/>
              <a:defRPr sz="3200" b="1">
                <a:solidFill>
                  <a:srgbClr val="008080"/>
                </a:solidFill>
                <a:effectLst>
                  <a:outerShdw blurRad="38100" dist="38100" dir="2700000" algn="tl">
                    <a:srgbClr val="C0C0C0"/>
                  </a:outerShdw>
                </a:effectLst>
                <a:latin typeface="+mn-lt"/>
                <a:ea typeface="+mn-ea"/>
                <a:cs typeface="+mn-cs"/>
              </a:defRPr>
            </a:lvl5pPr>
            <a:lvl6pPr marL="12192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6pPr>
            <a:lvl7pPr marL="16764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7pPr>
            <a:lvl8pPr marL="21336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8pPr>
            <a:lvl9pPr marL="2590800" algn="l" rtl="0" fontAlgn="base">
              <a:spcBef>
                <a:spcPct val="20000"/>
              </a:spcBef>
              <a:spcAft>
                <a:spcPct val="0"/>
              </a:spcAft>
              <a:buClr>
                <a:schemeClr val="hlink"/>
              </a:buClr>
              <a:buSzPct val="55000"/>
              <a:buFont typeface="Wingdings" pitchFamily="2" charset="2"/>
              <a:defRPr sz="3200" b="1">
                <a:solidFill>
                  <a:srgbClr val="008080"/>
                </a:solidFill>
                <a:effectLst>
                  <a:outerShdw blurRad="38100" dist="38100" dir="2700000" algn="tl">
                    <a:srgbClr val="C0C0C0"/>
                  </a:outerShdw>
                </a:effectLst>
                <a:latin typeface="+mn-lt"/>
                <a:ea typeface="+mn-ea"/>
                <a:cs typeface="+mn-cs"/>
              </a:defRPr>
            </a:lvl9pPr>
          </a:lstStyle>
          <a:p>
            <a:pPr lvl="2" indent="0" eaLnBrk="1" hangingPunct="1">
              <a:buFont typeface="Wingdings" pitchFamily="2" charset="2"/>
              <a:buNone/>
            </a:pPr>
            <a:r>
              <a:rPr lang="en-US" altLang="zh-CN" kern="0" smtClean="0">
                <a:latin typeface="华文行楷" pitchFamily="2" charset="-122"/>
              </a:rPr>
              <a:t>4. </a:t>
            </a:r>
            <a:r>
              <a:rPr lang="zh-CN" altLang="en-US" kern="0" smtClean="0">
                <a:latin typeface="华文行楷" pitchFamily="2" charset="-122"/>
              </a:rPr>
              <a:t>点电荷分布</a:t>
            </a:r>
            <a:endParaRPr lang="zh-CN" altLang="en-US" kern="0" dirty="0" smtClean="0"/>
          </a:p>
        </p:txBody>
      </p:sp>
    </p:spTree>
    <p:extLst>
      <p:ext uri="{BB962C8B-B14F-4D97-AF65-F5344CB8AC3E}">
        <p14:creationId xmlns:p14="http://schemas.microsoft.com/office/powerpoint/2010/main" val="4291959715"/>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09600" y="628650"/>
            <a:ext cx="7772400" cy="857250"/>
          </a:xfrm>
        </p:spPr>
        <p:txBody>
          <a:bodyPr/>
          <a:lstStyle/>
          <a:p>
            <a:pPr eaLnBrk="1" hangingPunct="1">
              <a:defRPr/>
            </a:pPr>
            <a:r>
              <a:rPr lang="en-US" altLang="zh-CN" sz="3600" dirty="0" smtClean="0">
                <a:solidFill>
                  <a:srgbClr val="FF0066"/>
                </a:solidFill>
                <a:effectLst/>
                <a:latin typeface="华文行楷" panose="02010800040101010101" pitchFamily="2" charset="-122"/>
                <a:ea typeface="华文行楷" panose="02010800040101010101" pitchFamily="2" charset="-122"/>
              </a:rPr>
              <a:t>          1.</a:t>
            </a:r>
            <a:r>
              <a:rPr lang="zh-CN" altLang="en-US" sz="3600" dirty="0" smtClean="0">
                <a:solidFill>
                  <a:srgbClr val="FF0066"/>
                </a:solidFill>
                <a:effectLst/>
                <a:latin typeface="华文行楷" panose="02010800040101010101" pitchFamily="2" charset="-122"/>
                <a:ea typeface="华文行楷" panose="02010800040101010101" pitchFamily="2" charset="-122"/>
              </a:rPr>
              <a:t>体电流分布</a:t>
            </a:r>
            <a:r>
              <a:rPr lang="zh-CN" altLang="en-US" sz="3600" dirty="0" smtClean="0"/>
              <a:t/>
            </a:r>
            <a:br>
              <a:rPr lang="zh-CN" altLang="en-US" sz="3600" dirty="0" smtClean="0"/>
            </a:br>
            <a:endParaRPr lang="zh-CN" altLang="en-US" sz="3600" dirty="0" smtClean="0"/>
          </a:p>
        </p:txBody>
      </p:sp>
      <p:sp>
        <p:nvSpPr>
          <p:cNvPr id="5125" name="Rectangle 5"/>
          <p:cNvSpPr>
            <a:spLocks noChangeArrowheads="1"/>
          </p:cNvSpPr>
          <p:nvPr/>
        </p:nvSpPr>
        <p:spPr bwMode="auto">
          <a:xfrm>
            <a:off x="0" y="224063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5122" name="Object 4"/>
          <p:cNvGraphicFramePr>
            <a:graphicFrameLocks noChangeAspect="1"/>
          </p:cNvGraphicFramePr>
          <p:nvPr>
            <p:extLst>
              <p:ext uri="{D42A27DB-BD31-4B8C-83A1-F6EECF244321}">
                <p14:modId xmlns:p14="http://schemas.microsoft.com/office/powerpoint/2010/main" val="577619772"/>
              </p:ext>
            </p:extLst>
          </p:nvPr>
        </p:nvGraphicFramePr>
        <p:xfrm>
          <a:off x="2555776" y="843558"/>
          <a:ext cx="3810000" cy="877888"/>
        </p:xfrm>
        <a:graphic>
          <a:graphicData uri="http://schemas.openxmlformats.org/presentationml/2006/ole">
            <mc:AlternateContent xmlns:mc="http://schemas.openxmlformats.org/markup-compatibility/2006">
              <mc:Choice xmlns:v="urn:schemas-microsoft-com:vml" Requires="v">
                <p:oleObj spid="_x0000_s104457" name="公式" r:id="rId3" imgW="1269720" imgH="393480" progId="Equation.3">
                  <p:embed/>
                </p:oleObj>
              </mc:Choice>
              <mc:Fallback>
                <p:oleObj name="公式" r:id="rId3" imgW="1269720" imgH="393480" progId="Equation.3">
                  <p:embed/>
                  <p:pic>
                    <p:nvPicPr>
                      <p:cNvPr id="512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776" y="843558"/>
                        <a:ext cx="3810000" cy="877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2"/>
          <p:cNvSpPr txBox="1">
            <a:spLocks noChangeArrowheads="1"/>
          </p:cNvSpPr>
          <p:nvPr/>
        </p:nvSpPr>
        <p:spPr bwMode="auto">
          <a:xfrm>
            <a:off x="971600" y="1933227"/>
            <a:ext cx="7772400" cy="857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2pPr>
            <a:lvl3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3pPr>
            <a:lvl4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4pPr>
            <a:lvl5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5pPr>
            <a:lvl6pPr marL="4572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6pPr>
            <a:lvl7pPr marL="9144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7pPr>
            <a:lvl8pPr marL="13716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8pPr>
            <a:lvl9pPr marL="18288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9pPr>
          </a:lstStyle>
          <a:p>
            <a:pPr eaLnBrk="1" hangingPunct="1"/>
            <a:r>
              <a:rPr lang="en-US" altLang="zh-CN" sz="3600" kern="0" smtClean="0">
                <a:solidFill>
                  <a:srgbClr val="FF0066"/>
                </a:solidFill>
                <a:effectLst/>
                <a:latin typeface="华文行楷" pitchFamily="2" charset="-122"/>
                <a:ea typeface="华文行楷" pitchFamily="2" charset="-122"/>
              </a:rPr>
              <a:t>       2.</a:t>
            </a:r>
            <a:r>
              <a:rPr lang="zh-CN" altLang="en-US" sz="3600" kern="0" smtClean="0">
                <a:solidFill>
                  <a:srgbClr val="FF0066"/>
                </a:solidFill>
                <a:effectLst/>
                <a:latin typeface="华文行楷" pitchFamily="2" charset="-122"/>
                <a:ea typeface="华文行楷" pitchFamily="2" charset="-122"/>
              </a:rPr>
              <a:t>面电流分布</a:t>
            </a:r>
            <a:br>
              <a:rPr lang="zh-CN" altLang="en-US" sz="3600" kern="0" smtClean="0">
                <a:solidFill>
                  <a:srgbClr val="FF0066"/>
                </a:solidFill>
                <a:effectLst/>
                <a:latin typeface="华文行楷" pitchFamily="2" charset="-122"/>
                <a:ea typeface="华文行楷" pitchFamily="2" charset="-122"/>
              </a:rPr>
            </a:br>
            <a:endParaRPr lang="zh-CN" altLang="en-US" sz="3600" kern="0" dirty="0" smtClean="0">
              <a:solidFill>
                <a:srgbClr val="FF0066"/>
              </a:solidFill>
              <a:effectLst/>
              <a:latin typeface="华文行楷" pitchFamily="2" charset="-122"/>
              <a:ea typeface="华文行楷" pitchFamily="2" charset="-122"/>
            </a:endParaRPr>
          </a:p>
        </p:txBody>
      </p:sp>
      <p:graphicFrame>
        <p:nvGraphicFramePr>
          <p:cNvPr id="8" name="Object 6"/>
          <p:cNvGraphicFramePr>
            <a:graphicFrameLocks noChangeAspect="1"/>
          </p:cNvGraphicFramePr>
          <p:nvPr>
            <p:extLst>
              <p:ext uri="{D42A27DB-BD31-4B8C-83A1-F6EECF244321}">
                <p14:modId xmlns:p14="http://schemas.microsoft.com/office/powerpoint/2010/main" val="1480306004"/>
              </p:ext>
            </p:extLst>
          </p:nvPr>
        </p:nvGraphicFramePr>
        <p:xfrm>
          <a:off x="2273350" y="2205285"/>
          <a:ext cx="2584450" cy="798513"/>
        </p:xfrm>
        <a:graphic>
          <a:graphicData uri="http://schemas.openxmlformats.org/presentationml/2006/ole">
            <mc:AlternateContent xmlns:mc="http://schemas.openxmlformats.org/markup-compatibility/2006">
              <mc:Choice xmlns:v="urn:schemas-microsoft-com:vml" Requires="v">
                <p:oleObj spid="_x0000_s104458" name="公式" r:id="rId5" imgW="952200" imgH="393480" progId="Equation.3">
                  <p:embed/>
                </p:oleObj>
              </mc:Choice>
              <mc:Fallback>
                <p:oleObj name="公式" r:id="rId5" imgW="952200" imgH="393480" progId="Equation.3">
                  <p:embed/>
                  <p:pic>
                    <p:nvPicPr>
                      <p:cNvPr id="614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3350" y="2205285"/>
                        <a:ext cx="2584450"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2"/>
          <p:cNvSpPr txBox="1">
            <a:spLocks noChangeArrowheads="1"/>
          </p:cNvSpPr>
          <p:nvPr/>
        </p:nvSpPr>
        <p:spPr bwMode="auto">
          <a:xfrm>
            <a:off x="323528" y="2967608"/>
            <a:ext cx="7772400" cy="857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2pPr>
            <a:lvl3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3pPr>
            <a:lvl4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4pPr>
            <a:lvl5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5pPr>
            <a:lvl6pPr marL="4572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6pPr>
            <a:lvl7pPr marL="9144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7pPr>
            <a:lvl8pPr marL="13716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8pPr>
            <a:lvl9pPr marL="18288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9pPr>
          </a:lstStyle>
          <a:p>
            <a:pPr eaLnBrk="1" hangingPunct="1"/>
            <a:r>
              <a:rPr lang="en-US" altLang="zh-CN" sz="3600" kern="0" smtClean="0">
                <a:solidFill>
                  <a:srgbClr val="FF0066"/>
                </a:solidFill>
                <a:effectLst/>
                <a:latin typeface="华文行楷" pitchFamily="2" charset="-122"/>
                <a:ea typeface="华文行楷" pitchFamily="2" charset="-122"/>
              </a:rPr>
              <a:t>          3.</a:t>
            </a:r>
            <a:r>
              <a:rPr lang="zh-CN" altLang="en-US" sz="3600" kern="0" smtClean="0">
                <a:solidFill>
                  <a:srgbClr val="FF0066"/>
                </a:solidFill>
                <a:effectLst/>
                <a:latin typeface="华文行楷" pitchFamily="2" charset="-122"/>
                <a:ea typeface="华文行楷" pitchFamily="2" charset="-122"/>
              </a:rPr>
              <a:t>线电流分布</a:t>
            </a:r>
            <a:endParaRPr lang="zh-CN" altLang="en-US" sz="3600" kern="0" dirty="0" smtClean="0">
              <a:solidFill>
                <a:srgbClr val="FF0066"/>
              </a:solidFill>
              <a:effectLst/>
              <a:latin typeface="华文行楷" pitchFamily="2" charset="-122"/>
              <a:ea typeface="华文行楷" pitchFamily="2" charset="-122"/>
            </a:endParaRPr>
          </a:p>
        </p:txBody>
      </p:sp>
    </p:spTree>
    <p:extLst>
      <p:ext uri="{BB962C8B-B14F-4D97-AF65-F5344CB8AC3E}">
        <p14:creationId xmlns:p14="http://schemas.microsoft.com/office/powerpoint/2010/main" val="1188270801"/>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zh-CN" smtClean="0"/>
              <a:t> </a:t>
            </a:r>
          </a:p>
        </p:txBody>
      </p:sp>
      <p:sp>
        <p:nvSpPr>
          <p:cNvPr id="116739" name="Rectangle 3" descr="Rectangle: Click to edit Master text styles&#10;Second level&#10;Third level&#10;Fourth level&#10;Fifth level"/>
          <p:cNvSpPr>
            <a:spLocks noGrp="1" noChangeArrowheads="1"/>
          </p:cNvSpPr>
          <p:nvPr>
            <p:ph type="body" idx="1"/>
          </p:nvPr>
        </p:nvSpPr>
        <p:spPr>
          <a:xfrm>
            <a:off x="533400" y="628650"/>
            <a:ext cx="7772400" cy="3829050"/>
          </a:xfrm>
        </p:spPr>
        <p:txBody>
          <a:bodyPr/>
          <a:lstStyle/>
          <a:p>
            <a:pPr lvl="1" indent="0" eaLnBrk="1" hangingPunct="1">
              <a:buFont typeface="Wingdings" pitchFamily="2" charset="2"/>
              <a:buNone/>
            </a:pPr>
            <a:r>
              <a:rPr lang="en-US" altLang="zh-CN" dirty="0" smtClean="0">
                <a:latin typeface="隶书" pitchFamily="49" charset="-122"/>
              </a:rPr>
              <a:t>  2.1.3 </a:t>
            </a:r>
            <a:r>
              <a:rPr lang="zh-CN" altLang="en-US" dirty="0" smtClean="0">
                <a:latin typeface="隶书" pitchFamily="49" charset="-122"/>
              </a:rPr>
              <a:t>库仑定律和电场强度</a:t>
            </a:r>
            <a:r>
              <a:rPr lang="zh-CN" altLang="en-US" dirty="0" smtClean="0"/>
              <a:t> </a:t>
            </a:r>
          </a:p>
          <a:p>
            <a:pPr marL="0" indent="0" eaLnBrk="1" hangingPunct="1">
              <a:buFont typeface="Wingdings" pitchFamily="2" charset="2"/>
              <a:buNone/>
            </a:pPr>
            <a:r>
              <a:rPr lang="zh-CN" altLang="en-US" dirty="0" smtClean="0">
                <a:solidFill>
                  <a:srgbClr val="FF0000"/>
                </a:solidFill>
              </a:rPr>
              <a:t>带电体之间的相互作用力是通过电场传递的</a:t>
            </a:r>
            <a:r>
              <a:rPr lang="zh-CN" altLang="en-US" dirty="0" smtClean="0"/>
              <a:t>。一个带电体在周围产生的电场对另一个带电体有作用力。</a:t>
            </a:r>
          </a:p>
        </p:txBody>
      </p:sp>
    </p:spTree>
    <p:extLst>
      <p:ext uri="{BB962C8B-B14F-4D97-AF65-F5344CB8AC3E}">
        <p14:creationId xmlns:p14="http://schemas.microsoft.com/office/powerpoint/2010/main" val="2762315272"/>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zh-CN" smtClean="0"/>
              <a:t> </a:t>
            </a:r>
          </a:p>
        </p:txBody>
      </p:sp>
      <p:sp>
        <p:nvSpPr>
          <p:cNvPr id="9221" name="Rectangle 3" descr="Rectangle: Click to edit Master text styles&#10;Second level&#10;Third level&#10;Fourth level&#10;Fifth level"/>
          <p:cNvSpPr>
            <a:spLocks noGrp="1" noChangeArrowheads="1"/>
          </p:cNvSpPr>
          <p:nvPr>
            <p:ph type="body" idx="1"/>
          </p:nvPr>
        </p:nvSpPr>
        <p:spPr>
          <a:xfrm>
            <a:off x="838200" y="843558"/>
            <a:ext cx="8270304" cy="3086100"/>
          </a:xfrm>
        </p:spPr>
        <p:txBody>
          <a:bodyPr/>
          <a:lstStyle/>
          <a:p>
            <a:pPr marL="0" indent="0" eaLnBrk="1" hangingPunct="1">
              <a:buFont typeface="Wingdings" pitchFamily="2" charset="2"/>
              <a:buNone/>
            </a:pPr>
            <a:r>
              <a:rPr lang="en-US" altLang="zh-CN" dirty="0" smtClean="0"/>
              <a:t>        </a:t>
            </a:r>
            <a:r>
              <a:rPr lang="zh-CN" altLang="en-US" dirty="0" smtClean="0">
                <a:latin typeface="宋体" pitchFamily="2" charset="-122"/>
              </a:rPr>
              <a:t>假设在电场中引入一个足够小的试验电荷  ，则试验电荷必然受到作用力</a:t>
            </a:r>
            <a:r>
              <a:rPr lang="en-US" altLang="zh-CN" i="1" dirty="0" smtClean="0">
                <a:latin typeface="宋体" pitchFamily="2" charset="-122"/>
              </a:rPr>
              <a:t>F</a:t>
            </a:r>
            <a:r>
              <a:rPr lang="en-US" altLang="zh-CN" dirty="0" smtClean="0">
                <a:latin typeface="宋体" pitchFamily="2" charset="-122"/>
              </a:rPr>
              <a:t> </a:t>
            </a:r>
            <a:r>
              <a:rPr lang="zh-CN" altLang="en-US" dirty="0" smtClean="0">
                <a:latin typeface="宋体" pitchFamily="2" charset="-122"/>
              </a:rPr>
              <a:t>。我们将</a:t>
            </a:r>
            <a:r>
              <a:rPr lang="zh-CN" altLang="en-US" dirty="0" smtClean="0">
                <a:solidFill>
                  <a:srgbClr val="FF0000"/>
                </a:solidFill>
                <a:latin typeface="宋体" pitchFamily="2" charset="-122"/>
              </a:rPr>
              <a:t>电场强度</a:t>
            </a:r>
            <a:r>
              <a:rPr lang="zh-CN" altLang="en-US" dirty="0" smtClean="0">
                <a:latin typeface="宋体" pitchFamily="2" charset="-122"/>
              </a:rPr>
              <a:t>定义为</a:t>
            </a:r>
          </a:p>
          <a:p>
            <a:pPr marL="0" indent="0" eaLnBrk="1" hangingPunct="1">
              <a:buFont typeface="Wingdings" pitchFamily="2" charset="2"/>
              <a:buNone/>
            </a:pPr>
            <a:endParaRPr lang="zh-CN" altLang="en-US" dirty="0" smtClean="0">
              <a:latin typeface="宋体" pitchFamily="2" charset="-122"/>
            </a:endParaRPr>
          </a:p>
          <a:p>
            <a:pPr marL="0" indent="0" eaLnBrk="1" hangingPunct="1">
              <a:buNone/>
            </a:pPr>
            <a:r>
              <a:rPr lang="en-US" altLang="zh-CN" i="1" dirty="0" smtClean="0">
                <a:latin typeface="宋体" pitchFamily="2" charset="-122"/>
              </a:rPr>
              <a:t>E </a:t>
            </a:r>
            <a:r>
              <a:rPr lang="zh-CN" altLang="en-US" dirty="0">
                <a:latin typeface="宋体" pitchFamily="2" charset="-122"/>
              </a:rPr>
              <a:t>的单位是</a:t>
            </a:r>
            <a:r>
              <a:rPr lang="en-US" altLang="zh-CN" dirty="0">
                <a:solidFill>
                  <a:srgbClr val="FF0000"/>
                </a:solidFill>
                <a:latin typeface="宋体" pitchFamily="2" charset="-122"/>
              </a:rPr>
              <a:t>V/m</a:t>
            </a:r>
            <a:r>
              <a:rPr lang="zh-CN" altLang="en-US" dirty="0">
                <a:latin typeface="宋体" pitchFamily="2" charset="-122"/>
              </a:rPr>
              <a:t>（伏</a:t>
            </a:r>
            <a:r>
              <a:rPr lang="en-US" altLang="zh-CN" dirty="0">
                <a:latin typeface="宋体" pitchFamily="2" charset="-122"/>
              </a:rPr>
              <a:t>[</a:t>
            </a:r>
            <a:r>
              <a:rPr lang="zh-CN" altLang="en-US" dirty="0">
                <a:latin typeface="宋体" pitchFamily="2" charset="-122"/>
              </a:rPr>
              <a:t>特</a:t>
            </a:r>
            <a:r>
              <a:rPr lang="en-US" altLang="zh-CN" dirty="0">
                <a:latin typeface="宋体" pitchFamily="2" charset="-122"/>
              </a:rPr>
              <a:t>]/</a:t>
            </a:r>
            <a:r>
              <a:rPr lang="zh-CN" altLang="en-US" dirty="0">
                <a:latin typeface="宋体" pitchFamily="2" charset="-122"/>
              </a:rPr>
              <a:t>米）</a:t>
            </a:r>
            <a:r>
              <a:rPr lang="en-US" altLang="zh-CN" dirty="0" smtClean="0">
                <a:latin typeface="宋体" pitchFamily="2" charset="-122"/>
              </a:rPr>
              <a:t>                                            </a:t>
            </a:r>
          </a:p>
          <a:p>
            <a:pPr marL="0" indent="0" eaLnBrk="1" hangingPunct="1">
              <a:buFont typeface="Wingdings" pitchFamily="2" charset="2"/>
              <a:buNone/>
            </a:pPr>
            <a:endParaRPr lang="en-US" altLang="zh-CN" dirty="0" smtClean="0">
              <a:latin typeface="宋体" pitchFamily="2" charset="-122"/>
            </a:endParaRPr>
          </a:p>
        </p:txBody>
      </p:sp>
      <p:sp>
        <p:nvSpPr>
          <p:cNvPr id="9222" name="Rectangle 5"/>
          <p:cNvSpPr>
            <a:spLocks noChangeArrowheads="1"/>
          </p:cNvSpPr>
          <p:nvPr/>
        </p:nvSpPr>
        <p:spPr bwMode="auto">
          <a:xfrm>
            <a:off x="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9218" name="Object 4"/>
          <p:cNvGraphicFramePr>
            <a:graphicFrameLocks noChangeAspect="1"/>
          </p:cNvGraphicFramePr>
          <p:nvPr>
            <p:extLst>
              <p:ext uri="{D42A27DB-BD31-4B8C-83A1-F6EECF244321}">
                <p14:modId xmlns:p14="http://schemas.microsoft.com/office/powerpoint/2010/main" val="1470321385"/>
              </p:ext>
            </p:extLst>
          </p:nvPr>
        </p:nvGraphicFramePr>
        <p:xfrm>
          <a:off x="1331640" y="1347614"/>
          <a:ext cx="556200" cy="526926"/>
        </p:xfrm>
        <a:graphic>
          <a:graphicData uri="http://schemas.openxmlformats.org/presentationml/2006/ole">
            <mc:AlternateContent xmlns:mc="http://schemas.openxmlformats.org/markup-compatibility/2006">
              <mc:Choice xmlns:v="urn:schemas-microsoft-com:vml" Requires="v">
                <p:oleObj spid="_x0000_s107532" name="公式" r:id="rId3" imgW="177646" imgH="228402" progId="Equation.3">
                  <p:embed/>
                </p:oleObj>
              </mc:Choice>
              <mc:Fallback>
                <p:oleObj name="公式" r:id="rId3" imgW="177646" imgH="228402" progId="Equation.3">
                  <p:embed/>
                  <p:pic>
                    <p:nvPicPr>
                      <p:cNvPr id="921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1347614"/>
                        <a:ext cx="556200" cy="526926"/>
                      </a:xfrm>
                      <a:prstGeom prst="rect">
                        <a:avLst/>
                      </a:prstGeom>
                      <a:noFill/>
                      <a:extLst/>
                    </p:spPr>
                  </p:pic>
                </p:oleObj>
              </mc:Fallback>
            </mc:AlternateContent>
          </a:graphicData>
        </a:graphic>
      </p:graphicFrame>
      <p:sp>
        <p:nvSpPr>
          <p:cNvPr id="9223" name="Rectangle 7"/>
          <p:cNvSpPr>
            <a:spLocks noChangeArrowheads="1"/>
          </p:cNvSpPr>
          <p:nvPr/>
        </p:nvSpPr>
        <p:spPr bwMode="auto">
          <a:xfrm>
            <a:off x="0" y="22263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9219" name="Object 6"/>
          <p:cNvGraphicFramePr>
            <a:graphicFrameLocks noChangeAspect="1"/>
          </p:cNvGraphicFramePr>
          <p:nvPr>
            <p:extLst>
              <p:ext uri="{D42A27DB-BD31-4B8C-83A1-F6EECF244321}">
                <p14:modId xmlns:p14="http://schemas.microsoft.com/office/powerpoint/2010/main" val="3388548259"/>
              </p:ext>
            </p:extLst>
          </p:nvPr>
        </p:nvGraphicFramePr>
        <p:xfrm>
          <a:off x="4572000" y="1923678"/>
          <a:ext cx="2590800" cy="1092994"/>
        </p:xfrm>
        <a:graphic>
          <a:graphicData uri="http://schemas.openxmlformats.org/presentationml/2006/ole">
            <mc:AlternateContent xmlns:mc="http://schemas.openxmlformats.org/markup-compatibility/2006">
              <mc:Choice xmlns:v="urn:schemas-microsoft-com:vml" Requires="v">
                <p:oleObj spid="_x0000_s107533" name="公式" r:id="rId5" imgW="761669" imgH="431613" progId="Equation.3">
                  <p:embed/>
                </p:oleObj>
              </mc:Choice>
              <mc:Fallback>
                <p:oleObj name="公式" r:id="rId5" imgW="761669" imgH="431613" progId="Equation.3">
                  <p:embed/>
                  <p:pic>
                    <p:nvPicPr>
                      <p:cNvPr id="9219"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1923678"/>
                        <a:ext cx="2590800" cy="10929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22363106"/>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09600" y="-255344"/>
            <a:ext cx="7772400" cy="857250"/>
          </a:xfrm>
        </p:spPr>
        <p:txBody>
          <a:bodyPr/>
          <a:lstStyle/>
          <a:p>
            <a:pPr eaLnBrk="1" hangingPunct="1"/>
            <a:r>
              <a:rPr lang="en-US" altLang="zh-CN" dirty="0" smtClean="0"/>
              <a:t> </a:t>
            </a:r>
          </a:p>
        </p:txBody>
      </p:sp>
      <p:sp>
        <p:nvSpPr>
          <p:cNvPr id="10246" name="Rectangle 3" descr="Rectangle: Click to edit Master text styles&#10;Second level&#10;Third level&#10;Fourth level&#10;Fifth level"/>
          <p:cNvSpPr>
            <a:spLocks noGrp="1" noChangeArrowheads="1"/>
          </p:cNvSpPr>
          <p:nvPr>
            <p:ph type="body" idx="1"/>
          </p:nvPr>
        </p:nvSpPr>
        <p:spPr>
          <a:xfrm>
            <a:off x="381000" y="525706"/>
            <a:ext cx="7010400" cy="3086100"/>
          </a:xfrm>
        </p:spPr>
        <p:txBody>
          <a:bodyPr/>
          <a:lstStyle/>
          <a:p>
            <a:pPr marL="0" indent="0" eaLnBrk="1" hangingPunct="1">
              <a:buNone/>
            </a:pPr>
            <a:r>
              <a:rPr lang="en-US" altLang="zh-CN" i="1" dirty="0" smtClean="0">
                <a:latin typeface="宋体" pitchFamily="2" charset="-122"/>
              </a:rPr>
              <a:t>q</a:t>
            </a:r>
            <a:r>
              <a:rPr lang="en-US" altLang="zh-CN" i="1" baseline="-25000" dirty="0" smtClean="0">
                <a:latin typeface="宋体" pitchFamily="2" charset="-122"/>
              </a:rPr>
              <a:t>2 </a:t>
            </a:r>
            <a:r>
              <a:rPr lang="zh-CN" altLang="en-US" dirty="0" smtClean="0">
                <a:latin typeface="宋体" pitchFamily="2" charset="-122"/>
              </a:rPr>
              <a:t>受到的 </a:t>
            </a:r>
            <a:r>
              <a:rPr lang="en-US" altLang="zh-CN" i="1" dirty="0" smtClean="0">
                <a:latin typeface="宋体" pitchFamily="2" charset="-122"/>
              </a:rPr>
              <a:t>q</a:t>
            </a:r>
            <a:r>
              <a:rPr lang="en-US" altLang="zh-CN" i="1" baseline="-25000" dirty="0" smtClean="0">
                <a:latin typeface="宋体" pitchFamily="2" charset="-122"/>
              </a:rPr>
              <a:t>1</a:t>
            </a:r>
            <a:r>
              <a:rPr lang="zh-CN" altLang="en-US" dirty="0" smtClean="0">
                <a:latin typeface="宋体" pitchFamily="2" charset="-122"/>
              </a:rPr>
              <a:t>   作用力为</a:t>
            </a:r>
          </a:p>
          <a:p>
            <a:pPr marL="0" indent="0" eaLnBrk="1" hangingPunct="1">
              <a:buFont typeface="Wingdings" pitchFamily="2" charset="2"/>
              <a:buNone/>
            </a:pPr>
            <a:r>
              <a:rPr lang="zh-CN" altLang="en-US" dirty="0" smtClean="0">
                <a:latin typeface="宋体" pitchFamily="2" charset="-122"/>
              </a:rPr>
              <a:t>                        </a:t>
            </a:r>
            <a:endParaRPr lang="en-US" altLang="zh-CN" dirty="0" smtClean="0">
              <a:latin typeface="宋体" pitchFamily="2" charset="-122"/>
            </a:endParaRPr>
          </a:p>
        </p:txBody>
      </p:sp>
      <p:sp>
        <p:nvSpPr>
          <p:cNvPr id="10247" name="Rectangle 5"/>
          <p:cNvSpPr>
            <a:spLocks noChangeArrowheads="1"/>
          </p:cNvSpPr>
          <p:nvPr/>
        </p:nvSpPr>
        <p:spPr bwMode="auto">
          <a:xfrm>
            <a:off x="0" y="182098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10248" name="Rectangle 7"/>
          <p:cNvSpPr>
            <a:spLocks noChangeArrowheads="1"/>
          </p:cNvSpPr>
          <p:nvPr/>
        </p:nvSpPr>
        <p:spPr bwMode="auto">
          <a:xfrm>
            <a:off x="0" y="-66861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10249" name="Rectangle 9"/>
          <p:cNvSpPr>
            <a:spLocks noChangeArrowheads="1"/>
          </p:cNvSpPr>
          <p:nvPr/>
        </p:nvSpPr>
        <p:spPr bwMode="auto">
          <a:xfrm>
            <a:off x="0" y="173526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0244" name="Object 8"/>
          <p:cNvGraphicFramePr>
            <a:graphicFrameLocks noChangeAspect="1"/>
          </p:cNvGraphicFramePr>
          <p:nvPr>
            <p:extLst>
              <p:ext uri="{D42A27DB-BD31-4B8C-83A1-F6EECF244321}">
                <p14:modId xmlns:p14="http://schemas.microsoft.com/office/powerpoint/2010/main" val="942440614"/>
              </p:ext>
            </p:extLst>
          </p:nvPr>
        </p:nvGraphicFramePr>
        <p:xfrm>
          <a:off x="674703" y="1333208"/>
          <a:ext cx="3826065" cy="1173440"/>
        </p:xfrm>
        <a:graphic>
          <a:graphicData uri="http://schemas.openxmlformats.org/presentationml/2006/ole">
            <mc:AlternateContent xmlns:mc="http://schemas.openxmlformats.org/markup-compatibility/2006">
              <mc:Choice xmlns:v="urn:schemas-microsoft-com:vml" Requires="v">
                <p:oleObj spid="_x0000_s108554" name="公式" r:id="rId3" imgW="1091726" imgH="444307" progId="Equation.3">
                  <p:embed/>
                </p:oleObj>
              </mc:Choice>
              <mc:Fallback>
                <p:oleObj name="公式" r:id="rId3" imgW="1091726" imgH="444307" progId="Equation.3">
                  <p:embed/>
                  <p:pic>
                    <p:nvPicPr>
                      <p:cNvPr id="1024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703" y="1333208"/>
                        <a:ext cx="3826065" cy="1173440"/>
                      </a:xfrm>
                      <a:prstGeom prst="rect">
                        <a:avLst/>
                      </a:prstGeom>
                      <a:noFill/>
                      <a:extLst/>
                    </p:spPr>
                  </p:pic>
                </p:oleObj>
              </mc:Fallback>
            </mc:AlternateContent>
          </a:graphicData>
        </a:graphic>
      </p:graphicFrame>
      <p:graphicFrame>
        <p:nvGraphicFramePr>
          <p:cNvPr id="9" name="Object 3"/>
          <p:cNvGraphicFramePr>
            <a:graphicFrameLocks noChangeAspect="1"/>
          </p:cNvGraphicFramePr>
          <p:nvPr>
            <p:extLst>
              <p:ext uri="{D42A27DB-BD31-4B8C-83A1-F6EECF244321}">
                <p14:modId xmlns:p14="http://schemas.microsoft.com/office/powerpoint/2010/main" val="2135925195"/>
              </p:ext>
            </p:extLst>
          </p:nvPr>
        </p:nvGraphicFramePr>
        <p:xfrm>
          <a:off x="4932040" y="1635646"/>
          <a:ext cx="4107391" cy="1296144"/>
        </p:xfrm>
        <a:graphic>
          <a:graphicData uri="http://schemas.openxmlformats.org/presentationml/2006/ole">
            <mc:AlternateContent xmlns:mc="http://schemas.openxmlformats.org/markup-compatibility/2006">
              <mc:Choice xmlns:v="urn:schemas-microsoft-com:vml" Requires="v">
                <p:oleObj spid="_x0000_s108555" r:id="rId5" imgW="9961905" imgH="4190476" progId="">
                  <p:embed/>
                </p:oleObj>
              </mc:Choice>
              <mc:Fallback>
                <p:oleObj r:id="rId5" imgW="9961905" imgH="4190476" progId="">
                  <p:embed/>
                  <p:pic>
                    <p:nvPicPr>
                      <p:cNvPr id="9" name="Object 3"/>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040" y="1635646"/>
                        <a:ext cx="4107391" cy="1296144"/>
                      </a:xfrm>
                      <a:prstGeom prst="rect">
                        <a:avLst/>
                      </a:prstGeom>
                      <a:noFill/>
                      <a:extLst/>
                    </p:spPr>
                  </p:pic>
                </p:oleObj>
              </mc:Fallback>
            </mc:AlternateContent>
          </a:graphicData>
        </a:graphic>
      </p:graphicFrame>
      <p:sp>
        <p:nvSpPr>
          <p:cNvPr id="10" name="Rectangle 6"/>
          <p:cNvSpPr>
            <a:spLocks noChangeArrowheads="1"/>
          </p:cNvSpPr>
          <p:nvPr/>
        </p:nvSpPr>
        <p:spPr bwMode="auto">
          <a:xfrm>
            <a:off x="4932040" y="4083918"/>
            <a:ext cx="34030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eaLnBrk="1" hangingPunct="1"/>
            <a:r>
              <a:rPr lang="zh-CN" altLang="en-US" sz="2400" b="1" dirty="0">
                <a:solidFill>
                  <a:srgbClr val="000000"/>
                </a:solidFill>
                <a:latin typeface="宋体" pitchFamily="2" charset="-122"/>
              </a:rPr>
              <a:t>图</a:t>
            </a:r>
            <a:r>
              <a:rPr lang="en-US" altLang="zh-CN" sz="2400" b="1" dirty="0">
                <a:solidFill>
                  <a:srgbClr val="000000"/>
                </a:solidFill>
                <a:latin typeface="宋体" pitchFamily="2" charset="-122"/>
              </a:rPr>
              <a:t>2.2  </a:t>
            </a:r>
            <a:r>
              <a:rPr lang="zh-CN" altLang="en-US" sz="2400" b="1" dirty="0">
                <a:solidFill>
                  <a:srgbClr val="000000"/>
                </a:solidFill>
                <a:latin typeface="宋体" pitchFamily="2" charset="-122"/>
              </a:rPr>
              <a:t>两个点电荷之间的相互作用力 </a:t>
            </a:r>
          </a:p>
        </p:txBody>
      </p:sp>
    </p:spTree>
    <p:extLst>
      <p:ext uri="{BB962C8B-B14F-4D97-AF65-F5344CB8AC3E}">
        <p14:creationId xmlns:p14="http://schemas.microsoft.com/office/powerpoint/2010/main" val="966382917"/>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zh-CN" smtClean="0"/>
              <a:t> </a:t>
            </a:r>
          </a:p>
        </p:txBody>
      </p:sp>
      <p:sp>
        <p:nvSpPr>
          <p:cNvPr id="11269" name="Rectangle 3" descr="Rectangle: Click to edit Master text styles&#10;Second level&#10;Third level&#10;Fourth level&#10;Fifth level"/>
          <p:cNvSpPr>
            <a:spLocks noGrp="1" noChangeArrowheads="1"/>
          </p:cNvSpPr>
          <p:nvPr>
            <p:ph type="body" idx="1"/>
          </p:nvPr>
        </p:nvSpPr>
        <p:spPr>
          <a:xfrm>
            <a:off x="609600" y="1085850"/>
            <a:ext cx="8305800" cy="3086100"/>
          </a:xfrm>
        </p:spPr>
        <p:txBody>
          <a:bodyPr/>
          <a:lstStyle/>
          <a:p>
            <a:pPr marL="0" indent="0" eaLnBrk="1" hangingPunct="1">
              <a:buFont typeface="Wingdings" pitchFamily="2" charset="2"/>
              <a:buNone/>
            </a:pPr>
            <a:r>
              <a:rPr lang="en-US" altLang="zh-CN" dirty="0" smtClean="0"/>
              <a:t>      </a:t>
            </a:r>
            <a:r>
              <a:rPr lang="zh-CN" altLang="en-US" dirty="0" smtClean="0">
                <a:latin typeface="宋体" pitchFamily="2" charset="-122"/>
              </a:rPr>
              <a:t>式中，                          </a:t>
            </a:r>
            <a:r>
              <a:rPr lang="en-US" altLang="zh-CN" dirty="0" smtClean="0">
                <a:latin typeface="宋体" pitchFamily="2" charset="-122"/>
              </a:rPr>
              <a:t>F/m</a:t>
            </a:r>
          </a:p>
          <a:p>
            <a:pPr marL="0" indent="0" eaLnBrk="1" hangingPunct="1">
              <a:buFont typeface="Wingdings" pitchFamily="2" charset="2"/>
              <a:buNone/>
            </a:pPr>
            <a:endParaRPr lang="en-US" altLang="zh-CN" dirty="0" smtClean="0">
              <a:latin typeface="宋体" pitchFamily="2" charset="-122"/>
            </a:endParaRPr>
          </a:p>
          <a:p>
            <a:pPr marL="0" indent="0" eaLnBrk="1" hangingPunct="1">
              <a:buFont typeface="Wingdings" pitchFamily="2" charset="2"/>
              <a:buNone/>
            </a:pPr>
            <a:r>
              <a:rPr lang="en-US" altLang="zh-CN" dirty="0" smtClean="0">
                <a:latin typeface="宋体" pitchFamily="2" charset="-122"/>
              </a:rPr>
              <a:t>F/m</a:t>
            </a:r>
            <a:r>
              <a:rPr lang="zh-CN" altLang="en-US" dirty="0" smtClean="0">
                <a:latin typeface="宋体" pitchFamily="2" charset="-122"/>
              </a:rPr>
              <a:t>（法</a:t>
            </a:r>
            <a:r>
              <a:rPr lang="en-US" altLang="zh-CN" dirty="0" smtClean="0">
                <a:latin typeface="宋体" pitchFamily="2" charset="-122"/>
              </a:rPr>
              <a:t>[</a:t>
            </a:r>
            <a:r>
              <a:rPr lang="zh-CN" altLang="en-US" dirty="0" smtClean="0">
                <a:latin typeface="宋体" pitchFamily="2" charset="-122"/>
              </a:rPr>
              <a:t>拉</a:t>
            </a:r>
            <a:r>
              <a:rPr lang="en-US" altLang="zh-CN" dirty="0" smtClean="0">
                <a:latin typeface="宋体" pitchFamily="2" charset="-122"/>
              </a:rPr>
              <a:t>]/</a:t>
            </a:r>
            <a:r>
              <a:rPr lang="zh-CN" altLang="en-US" dirty="0" smtClean="0">
                <a:latin typeface="宋体" pitchFamily="2" charset="-122"/>
              </a:rPr>
              <a:t>米），称为真空中的</a:t>
            </a:r>
            <a:r>
              <a:rPr lang="zh-CN" altLang="en-US" dirty="0" smtClean="0">
                <a:solidFill>
                  <a:srgbClr val="FF0000"/>
                </a:solidFill>
                <a:latin typeface="宋体" pitchFamily="2" charset="-122"/>
              </a:rPr>
              <a:t>介电常数</a:t>
            </a:r>
            <a:r>
              <a:rPr lang="zh-CN" altLang="en-US" dirty="0" smtClean="0">
                <a:latin typeface="宋体" pitchFamily="2" charset="-122"/>
              </a:rPr>
              <a:t>；如图</a:t>
            </a:r>
            <a:r>
              <a:rPr lang="en-US" altLang="zh-CN" dirty="0" smtClean="0">
                <a:latin typeface="宋体" pitchFamily="2" charset="-122"/>
              </a:rPr>
              <a:t>2.2</a:t>
            </a:r>
            <a:r>
              <a:rPr lang="zh-CN" altLang="en-US" dirty="0" smtClean="0">
                <a:latin typeface="宋体" pitchFamily="2" charset="-122"/>
              </a:rPr>
              <a:t>所示。 式（</a:t>
            </a:r>
            <a:r>
              <a:rPr lang="en-US" altLang="zh-CN" dirty="0" smtClean="0">
                <a:latin typeface="宋体" pitchFamily="2" charset="-122"/>
              </a:rPr>
              <a:t>2.10</a:t>
            </a:r>
            <a:r>
              <a:rPr lang="zh-CN" altLang="en-US" dirty="0" smtClean="0">
                <a:latin typeface="宋体" pitchFamily="2" charset="-122"/>
              </a:rPr>
              <a:t>）称为库仑定律。</a:t>
            </a:r>
          </a:p>
          <a:p>
            <a:pPr marL="0" indent="0" eaLnBrk="1" hangingPunct="1">
              <a:buFont typeface="Wingdings" pitchFamily="2" charset="2"/>
              <a:buNone/>
            </a:pPr>
            <a:endParaRPr lang="zh-CN" altLang="en-US" dirty="0" smtClean="0">
              <a:latin typeface="宋体" pitchFamily="2" charset="-122"/>
            </a:endParaRPr>
          </a:p>
          <a:p>
            <a:pPr marL="0" indent="0" eaLnBrk="1" hangingPunct="1">
              <a:buFont typeface="Wingdings" pitchFamily="2" charset="2"/>
              <a:buNone/>
            </a:pPr>
            <a:r>
              <a:rPr lang="zh-CN" altLang="en-US" dirty="0" smtClean="0">
                <a:latin typeface="宋体" pitchFamily="2" charset="-122"/>
              </a:rPr>
              <a:t>                                 （</a:t>
            </a:r>
            <a:r>
              <a:rPr lang="en-US" altLang="zh-CN" dirty="0" smtClean="0">
                <a:latin typeface="宋体" pitchFamily="2" charset="-122"/>
              </a:rPr>
              <a:t>2.11</a:t>
            </a:r>
            <a:r>
              <a:rPr lang="zh-CN" altLang="en-US" dirty="0" smtClean="0">
                <a:latin typeface="宋体" pitchFamily="2" charset="-122"/>
              </a:rPr>
              <a:t>） </a:t>
            </a:r>
          </a:p>
        </p:txBody>
      </p:sp>
      <p:sp>
        <p:nvSpPr>
          <p:cNvPr id="11270" name="Rectangle 5"/>
          <p:cNvSpPr>
            <a:spLocks noChangeArrowheads="1"/>
          </p:cNvSpPr>
          <p:nvPr/>
        </p:nvSpPr>
        <p:spPr bwMode="auto">
          <a:xfrm>
            <a:off x="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1266" name="Object 4"/>
          <p:cNvGraphicFramePr>
            <a:graphicFrameLocks noChangeAspect="1"/>
          </p:cNvGraphicFramePr>
          <p:nvPr>
            <p:extLst/>
          </p:nvPr>
        </p:nvGraphicFramePr>
        <p:xfrm>
          <a:off x="2590800" y="921544"/>
          <a:ext cx="5257800" cy="812006"/>
        </p:xfrm>
        <a:graphic>
          <a:graphicData uri="http://schemas.openxmlformats.org/presentationml/2006/ole">
            <mc:AlternateContent xmlns:mc="http://schemas.openxmlformats.org/markup-compatibility/2006">
              <mc:Choice xmlns:v="urn:schemas-microsoft-com:vml" Requires="v">
                <p:oleObj spid="_x0000_s109576" name="公式" r:id="rId3" imgW="1892300" imgH="393700" progId="Equation.3">
                  <p:embed/>
                </p:oleObj>
              </mc:Choice>
              <mc:Fallback>
                <p:oleObj name="公式" r:id="rId3" imgW="1892300" imgH="393700" progId="Equation.3">
                  <p:embed/>
                  <p:pic>
                    <p:nvPicPr>
                      <p:cNvPr id="1126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921544"/>
                        <a:ext cx="5257800" cy="8120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Rectangle 7"/>
          <p:cNvSpPr>
            <a:spLocks noChangeArrowheads="1"/>
          </p:cNvSpPr>
          <p:nvPr/>
        </p:nvSpPr>
        <p:spPr bwMode="auto">
          <a:xfrm>
            <a:off x="0" y="22263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1267" name="Object 6"/>
          <p:cNvGraphicFramePr>
            <a:graphicFrameLocks noChangeAspect="1"/>
          </p:cNvGraphicFramePr>
          <p:nvPr/>
        </p:nvGraphicFramePr>
        <p:xfrm>
          <a:off x="2362200" y="3257550"/>
          <a:ext cx="3276600" cy="1033463"/>
        </p:xfrm>
        <a:graphic>
          <a:graphicData uri="http://schemas.openxmlformats.org/presentationml/2006/ole">
            <mc:AlternateContent xmlns:mc="http://schemas.openxmlformats.org/markup-compatibility/2006">
              <mc:Choice xmlns:v="urn:schemas-microsoft-com:vml" Requires="v">
                <p:oleObj spid="_x0000_s109577" name="公式" r:id="rId5" imgW="1016000" imgH="431800" progId="Equation.3">
                  <p:embed/>
                </p:oleObj>
              </mc:Choice>
              <mc:Fallback>
                <p:oleObj name="公式" r:id="rId5" imgW="1016000" imgH="431800" progId="Equation.3">
                  <p:embed/>
                  <p:pic>
                    <p:nvPicPr>
                      <p:cNvPr id="1126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00" y="3257550"/>
                        <a:ext cx="3276600" cy="1033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42152452"/>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09600" y="57150"/>
            <a:ext cx="7772400" cy="857250"/>
          </a:xfrm>
        </p:spPr>
        <p:txBody>
          <a:bodyPr/>
          <a:lstStyle/>
          <a:p>
            <a:pPr eaLnBrk="1" hangingPunct="1"/>
            <a:r>
              <a:rPr lang="en-US" altLang="zh-CN" dirty="0" smtClean="0"/>
              <a:t> </a:t>
            </a:r>
            <a:r>
              <a:rPr lang="zh-CN" altLang="en-US" dirty="0" smtClean="0"/>
              <a:t>各种电荷的电场</a:t>
            </a:r>
            <a:endParaRPr lang="en-US" altLang="zh-CN" dirty="0" smtClean="0"/>
          </a:p>
        </p:txBody>
      </p:sp>
      <p:sp>
        <p:nvSpPr>
          <p:cNvPr id="13318" name="Rectangle 3" descr="Rectangle: Click to edit Master text styles&#10;Second level&#10;Third level&#10;Fourth level&#10;Fifth level"/>
          <p:cNvSpPr>
            <a:spLocks noGrp="1" noChangeArrowheads="1"/>
          </p:cNvSpPr>
          <p:nvPr>
            <p:ph type="body" idx="1"/>
          </p:nvPr>
        </p:nvSpPr>
        <p:spPr>
          <a:xfrm>
            <a:off x="838200" y="915566"/>
            <a:ext cx="7772400" cy="3086100"/>
          </a:xfrm>
        </p:spPr>
        <p:txBody>
          <a:bodyPr/>
          <a:lstStyle/>
          <a:p>
            <a:pPr marL="0" indent="0" eaLnBrk="1" hangingPunct="1">
              <a:buFont typeface="Wingdings" pitchFamily="2" charset="2"/>
              <a:buNone/>
            </a:pPr>
            <a:r>
              <a:rPr lang="zh-CN" altLang="en-US" dirty="0" smtClean="0">
                <a:solidFill>
                  <a:srgbClr val="FF0000"/>
                </a:solidFill>
              </a:rPr>
              <a:t>体电荷 </a:t>
            </a:r>
            <a:r>
              <a:rPr lang="en-US" altLang="zh-CN" dirty="0" smtClean="0">
                <a:solidFill>
                  <a:srgbClr val="FF0000"/>
                </a:solidFill>
              </a:rPr>
              <a:t>                                                    </a:t>
            </a:r>
            <a:r>
              <a:rPr lang="en-US" altLang="zh-CN" dirty="0" smtClean="0"/>
              <a:t>(2.13)</a:t>
            </a:r>
          </a:p>
          <a:p>
            <a:pPr marL="0" indent="0" eaLnBrk="1" hangingPunct="1">
              <a:buFont typeface="Wingdings" pitchFamily="2" charset="2"/>
              <a:buNone/>
            </a:pPr>
            <a:r>
              <a:rPr lang="en-US" altLang="zh-CN" dirty="0" smtClean="0"/>
              <a:t>          </a:t>
            </a:r>
          </a:p>
          <a:p>
            <a:pPr marL="0" indent="0" eaLnBrk="1" hangingPunct="1">
              <a:buNone/>
            </a:pPr>
            <a:r>
              <a:rPr lang="zh-CN" altLang="en-US" dirty="0" smtClean="0">
                <a:solidFill>
                  <a:srgbClr val="FF0000"/>
                </a:solidFill>
              </a:rPr>
              <a:t>面电荷</a:t>
            </a:r>
            <a:r>
              <a:rPr lang="en-US" altLang="zh-CN" dirty="0" smtClean="0"/>
              <a:t>                                                     (2.14)</a:t>
            </a:r>
          </a:p>
          <a:p>
            <a:pPr marL="0" indent="0" eaLnBrk="1" hangingPunct="1">
              <a:buFont typeface="Wingdings" pitchFamily="2" charset="2"/>
              <a:buNone/>
            </a:pPr>
            <a:r>
              <a:rPr lang="en-US" altLang="zh-CN" dirty="0" smtClean="0"/>
              <a:t>           </a:t>
            </a:r>
          </a:p>
          <a:p>
            <a:pPr marL="0" indent="0" eaLnBrk="1" hangingPunct="1">
              <a:buNone/>
            </a:pPr>
            <a:r>
              <a:rPr lang="zh-CN" altLang="en-US" dirty="0" smtClean="0">
                <a:solidFill>
                  <a:srgbClr val="FF0000"/>
                </a:solidFill>
              </a:rPr>
              <a:t>线电荷</a:t>
            </a:r>
            <a:r>
              <a:rPr lang="en-US" altLang="zh-CN" dirty="0" smtClean="0"/>
              <a:t>                                                     (2.15)</a:t>
            </a:r>
          </a:p>
        </p:txBody>
      </p:sp>
      <p:sp>
        <p:nvSpPr>
          <p:cNvPr id="13319" name="Rectangle 5"/>
          <p:cNvSpPr>
            <a:spLocks noChangeArrowheads="1"/>
          </p:cNvSpPr>
          <p:nvPr/>
        </p:nvSpPr>
        <p:spPr bwMode="auto">
          <a:xfrm>
            <a:off x="0" y="2212063"/>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3314" name="Object 4"/>
          <p:cNvGraphicFramePr>
            <a:graphicFrameLocks noChangeAspect="1"/>
          </p:cNvGraphicFramePr>
          <p:nvPr>
            <p:extLst/>
          </p:nvPr>
        </p:nvGraphicFramePr>
        <p:xfrm>
          <a:off x="2362200" y="1047750"/>
          <a:ext cx="4953000" cy="577454"/>
        </p:xfrm>
        <a:graphic>
          <a:graphicData uri="http://schemas.openxmlformats.org/presentationml/2006/ole">
            <mc:AlternateContent xmlns:mc="http://schemas.openxmlformats.org/markup-compatibility/2006">
              <mc:Choice xmlns:v="urn:schemas-microsoft-com:vml" Requires="v">
                <p:oleObj spid="_x0000_s111630" name="公式" r:id="rId3" imgW="2997200" imgH="469900" progId="Equation.3">
                  <p:embed/>
                </p:oleObj>
              </mc:Choice>
              <mc:Fallback>
                <p:oleObj name="公式" r:id="rId3" imgW="2997200" imgH="469900" progId="Equation.3">
                  <p:embed/>
                  <p:pic>
                    <p:nvPicPr>
                      <p:cNvPr id="1331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047750"/>
                        <a:ext cx="4953000" cy="5774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0" name="Rectangle 7"/>
          <p:cNvSpPr>
            <a:spLocks noChangeArrowheads="1"/>
          </p:cNvSpPr>
          <p:nvPr/>
        </p:nvSpPr>
        <p:spPr bwMode="auto">
          <a:xfrm>
            <a:off x="0" y="22049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3315" name="Object 6"/>
          <p:cNvGraphicFramePr>
            <a:graphicFrameLocks noChangeAspect="1"/>
          </p:cNvGraphicFramePr>
          <p:nvPr>
            <p:extLst/>
          </p:nvPr>
        </p:nvGraphicFramePr>
        <p:xfrm>
          <a:off x="2514600" y="2139702"/>
          <a:ext cx="4572000" cy="545306"/>
        </p:xfrm>
        <a:graphic>
          <a:graphicData uri="http://schemas.openxmlformats.org/presentationml/2006/ole">
            <mc:AlternateContent xmlns:mc="http://schemas.openxmlformats.org/markup-compatibility/2006">
              <mc:Choice xmlns:v="urn:schemas-microsoft-com:vml" Requires="v">
                <p:oleObj spid="_x0000_s111631" name="公式" r:id="rId5" imgW="3060700" imgH="482600" progId="Equation.3">
                  <p:embed/>
                </p:oleObj>
              </mc:Choice>
              <mc:Fallback>
                <p:oleObj name="公式" r:id="rId5" imgW="3060700" imgH="482600" progId="Equation.3">
                  <p:embed/>
                  <p:pic>
                    <p:nvPicPr>
                      <p:cNvPr id="1331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2139702"/>
                        <a:ext cx="4572000" cy="5453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1" name="Rectangle 9"/>
          <p:cNvSpPr>
            <a:spLocks noChangeArrowheads="1"/>
          </p:cNvSpPr>
          <p:nvPr/>
        </p:nvSpPr>
        <p:spPr bwMode="auto">
          <a:xfrm>
            <a:off x="0" y="22049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3316" name="Object 8"/>
          <p:cNvGraphicFramePr>
            <a:graphicFrameLocks noChangeAspect="1"/>
          </p:cNvGraphicFramePr>
          <p:nvPr>
            <p:extLst/>
          </p:nvPr>
        </p:nvGraphicFramePr>
        <p:xfrm>
          <a:off x="2590800" y="3219822"/>
          <a:ext cx="4572000" cy="547688"/>
        </p:xfrm>
        <a:graphic>
          <a:graphicData uri="http://schemas.openxmlformats.org/presentationml/2006/ole">
            <mc:AlternateContent xmlns:mc="http://schemas.openxmlformats.org/markup-compatibility/2006">
              <mc:Choice xmlns:v="urn:schemas-microsoft-com:vml" Requires="v">
                <p:oleObj spid="_x0000_s111632" name="公式" r:id="rId7" imgW="3035300" imgH="482600" progId="Equation.3">
                  <p:embed/>
                </p:oleObj>
              </mc:Choice>
              <mc:Fallback>
                <p:oleObj name="公式" r:id="rId7" imgW="3035300" imgH="482600" progId="Equation.3">
                  <p:embed/>
                  <p:pic>
                    <p:nvPicPr>
                      <p:cNvPr id="13316"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90800" y="3219822"/>
                        <a:ext cx="4572000"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3"/>
          <p:cNvGraphicFramePr>
            <a:graphicFrameLocks noChangeAspect="1"/>
          </p:cNvGraphicFramePr>
          <p:nvPr>
            <p:extLst/>
          </p:nvPr>
        </p:nvGraphicFramePr>
        <p:xfrm>
          <a:off x="4425937" y="3867894"/>
          <a:ext cx="3314415" cy="1045910"/>
        </p:xfrm>
        <a:graphic>
          <a:graphicData uri="http://schemas.openxmlformats.org/presentationml/2006/ole">
            <mc:AlternateContent xmlns:mc="http://schemas.openxmlformats.org/markup-compatibility/2006">
              <mc:Choice xmlns:v="urn:schemas-microsoft-com:vml" Requires="v">
                <p:oleObj spid="_x0000_s111633" r:id="rId9" imgW="9961905" imgH="4190476" progId="">
                  <p:embed/>
                </p:oleObj>
              </mc:Choice>
              <mc:Fallback>
                <p:oleObj r:id="rId9" imgW="9961905" imgH="4190476" progId="">
                  <p:embed/>
                  <p:pic>
                    <p:nvPicPr>
                      <p:cNvPr id="10" name="Object 3"/>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25937" y="3867894"/>
                        <a:ext cx="3314415" cy="1045910"/>
                      </a:xfrm>
                      <a:prstGeom prst="rect">
                        <a:avLst/>
                      </a:prstGeom>
                      <a:noFill/>
                      <a:extLst/>
                    </p:spPr>
                  </p:pic>
                </p:oleObj>
              </mc:Fallback>
            </mc:AlternateContent>
          </a:graphicData>
        </a:graphic>
      </p:graphicFrame>
    </p:spTree>
    <p:extLst>
      <p:ext uri="{BB962C8B-B14F-4D97-AF65-F5344CB8AC3E}">
        <p14:creationId xmlns:p14="http://schemas.microsoft.com/office/powerpoint/2010/main" val="500195107"/>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zh-CN" smtClean="0"/>
              <a:t> </a:t>
            </a:r>
          </a:p>
        </p:txBody>
      </p:sp>
      <p:sp>
        <p:nvSpPr>
          <p:cNvPr id="14342" name="Rectangle 3" descr="Rectangle: Click to edit Master text styles&#10;Second level&#10;Third level&#10;Fourth level&#10;Fifth level"/>
          <p:cNvSpPr>
            <a:spLocks noGrp="1" noChangeArrowheads="1"/>
          </p:cNvSpPr>
          <p:nvPr>
            <p:ph type="body" idx="1"/>
          </p:nvPr>
        </p:nvSpPr>
        <p:spPr>
          <a:xfrm>
            <a:off x="976912" y="123478"/>
            <a:ext cx="7772400" cy="3086100"/>
          </a:xfrm>
        </p:spPr>
        <p:txBody>
          <a:bodyPr/>
          <a:lstStyle/>
          <a:p>
            <a:pPr marL="0" indent="0" eaLnBrk="1" hangingPunct="1">
              <a:buFont typeface="Wingdings" pitchFamily="2" charset="2"/>
              <a:buNone/>
            </a:pPr>
            <a:r>
              <a:rPr lang="zh-CN" altLang="en-US" dirty="0" smtClean="0"/>
              <a:t>例</a:t>
            </a:r>
            <a:r>
              <a:rPr lang="en-US" altLang="zh-CN" dirty="0" smtClean="0"/>
              <a:t>2.1  </a:t>
            </a:r>
            <a:r>
              <a:rPr lang="zh-CN" altLang="en-US" dirty="0" smtClean="0"/>
              <a:t>无界真空中，有限长直线   上均匀分布着线密度为    的电荷，如图</a:t>
            </a:r>
            <a:r>
              <a:rPr lang="en-US" altLang="zh-CN" dirty="0" smtClean="0"/>
              <a:t>2.4</a:t>
            </a:r>
            <a:r>
              <a:rPr lang="zh-CN" altLang="en-US" dirty="0" smtClean="0"/>
              <a:t>所示，求线外任意点的电场强度。</a:t>
            </a:r>
          </a:p>
        </p:txBody>
      </p:sp>
      <p:sp>
        <p:nvSpPr>
          <p:cNvPr id="14343" name="Rectangle 5"/>
          <p:cNvSpPr>
            <a:spLocks noChangeArrowheads="1"/>
          </p:cNvSpPr>
          <p:nvPr/>
        </p:nvSpPr>
        <p:spPr bwMode="auto">
          <a:xfrm>
            <a:off x="0" y="23120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4338" name="Object 4"/>
          <p:cNvGraphicFramePr>
            <a:graphicFrameLocks noChangeAspect="1"/>
          </p:cNvGraphicFramePr>
          <p:nvPr>
            <p:extLst/>
          </p:nvPr>
        </p:nvGraphicFramePr>
        <p:xfrm>
          <a:off x="6660232" y="228600"/>
          <a:ext cx="360040" cy="417910"/>
        </p:xfrm>
        <a:graphic>
          <a:graphicData uri="http://schemas.openxmlformats.org/presentationml/2006/ole">
            <mc:AlternateContent xmlns:mc="http://schemas.openxmlformats.org/markup-compatibility/2006">
              <mc:Choice xmlns:v="urn:schemas-microsoft-com:vml" Requires="v">
                <p:oleObj spid="_x0000_s112648" name="公式" r:id="rId3" imgW="88669" imgH="177338" progId="Equation.3">
                  <p:embed/>
                </p:oleObj>
              </mc:Choice>
              <mc:Fallback>
                <p:oleObj name="公式" r:id="rId3" imgW="88669" imgH="177338" progId="Equation.3">
                  <p:embed/>
                  <p:pic>
                    <p:nvPicPr>
                      <p:cNvPr id="1433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0232" y="228600"/>
                        <a:ext cx="360040" cy="417910"/>
                      </a:xfrm>
                      <a:prstGeom prst="rect">
                        <a:avLst/>
                      </a:prstGeom>
                      <a:noFill/>
                      <a:extLst/>
                    </p:spPr>
                  </p:pic>
                </p:oleObj>
              </mc:Fallback>
            </mc:AlternateContent>
          </a:graphicData>
        </a:graphic>
      </p:graphicFrame>
      <p:sp>
        <p:nvSpPr>
          <p:cNvPr id="14344" name="Rectangle 7"/>
          <p:cNvSpPr>
            <a:spLocks noChangeArrowheads="1"/>
          </p:cNvSpPr>
          <p:nvPr/>
        </p:nvSpPr>
        <p:spPr bwMode="auto">
          <a:xfrm>
            <a:off x="0" y="229064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4339" name="Object 6"/>
          <p:cNvGraphicFramePr>
            <a:graphicFrameLocks noChangeAspect="1"/>
          </p:cNvGraphicFramePr>
          <p:nvPr>
            <p:extLst/>
          </p:nvPr>
        </p:nvGraphicFramePr>
        <p:xfrm>
          <a:off x="3569794" y="702761"/>
          <a:ext cx="390525" cy="439341"/>
        </p:xfrm>
        <a:graphic>
          <a:graphicData uri="http://schemas.openxmlformats.org/presentationml/2006/ole">
            <mc:AlternateContent xmlns:mc="http://schemas.openxmlformats.org/markup-compatibility/2006">
              <mc:Choice xmlns:v="urn:schemas-microsoft-com:vml" Requires="v">
                <p:oleObj spid="_x0000_s112649" name="公式" r:id="rId5" imgW="177646" imgH="228402" progId="Equation.3">
                  <p:embed/>
                </p:oleObj>
              </mc:Choice>
              <mc:Fallback>
                <p:oleObj name="公式" r:id="rId5" imgW="177646" imgH="228402" progId="Equation.3">
                  <p:embed/>
                  <p:pic>
                    <p:nvPicPr>
                      <p:cNvPr id="14339"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9794" y="702761"/>
                        <a:ext cx="390525" cy="4393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5" name="Rectangle 9"/>
          <p:cNvSpPr>
            <a:spLocks noChangeArrowheads="1"/>
          </p:cNvSpPr>
          <p:nvPr/>
        </p:nvSpPr>
        <p:spPr bwMode="auto">
          <a:xfrm>
            <a:off x="0" y="195488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pic>
        <p:nvPicPr>
          <p:cNvPr id="11"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90634" y="1809750"/>
            <a:ext cx="3700966" cy="247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5950131" y="2952750"/>
            <a:ext cx="430129" cy="369332"/>
          </a:xfrm>
          <a:prstGeom prst="rect">
            <a:avLst/>
          </a:prstGeom>
          <a:noFill/>
        </p:spPr>
        <p:txBody>
          <a:bodyPr wrap="square" rtlCol="0">
            <a:spAutoFit/>
          </a:bodyPr>
          <a:lstStyle/>
          <a:p>
            <a:r>
              <a:rPr lang="zh-CN" altLang="en-US" dirty="0" smtClean="0">
                <a:latin typeface="Microsoft JhengHei UI" pitchFamily="34" charset="-120"/>
                <a:ea typeface="Microsoft JhengHei UI" pitchFamily="34" charset="-120"/>
              </a:rPr>
              <a:t>‘</a:t>
            </a:r>
            <a:endParaRPr lang="zh-CN" altLang="en-US" dirty="0">
              <a:latin typeface="Microsoft JhengHei UI" pitchFamily="34" charset="-120"/>
              <a:ea typeface="Microsoft JhengHei UI" pitchFamily="34" charset="-120"/>
            </a:endParaRPr>
          </a:p>
        </p:txBody>
      </p:sp>
    </p:spTree>
    <p:extLst>
      <p:ext uri="{BB962C8B-B14F-4D97-AF65-F5344CB8AC3E}">
        <p14:creationId xmlns:p14="http://schemas.microsoft.com/office/powerpoint/2010/main" val="4197328310"/>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4343"/>
                                        </p:tgtEl>
                                        <p:attrNameLst>
                                          <p:attrName>style.visibility</p:attrName>
                                        </p:attrNameLst>
                                      </p:cBhvr>
                                      <p:to>
                                        <p:strVal val="visible"/>
                                      </p:to>
                                    </p:set>
                                  </p:childTnLst>
                                </p:cTn>
                              </p:par>
                              <p:par>
                                <p:cTn id="7" presetID="1" presetClass="entr" presetSubtype="0" fill="hold" grpId="0" nodeType="withEffect" nodePh="1">
                                  <p:stCondLst>
                                    <p:cond delay="0"/>
                                  </p:stCondLst>
                                  <p:endCondLst>
                                    <p:cond evt="begin" delay="0">
                                      <p:tn val="7"/>
                                    </p:cond>
                                  </p:endCondLst>
                                  <p:childTnLst>
                                    <p:set>
                                      <p:cBhvr>
                                        <p:cTn id="8" dur="1" fill="hold">
                                          <p:stCondLst>
                                            <p:cond delay="0"/>
                                          </p:stCondLst>
                                        </p:cTn>
                                        <p:tgtEl>
                                          <p:spTgt spid="143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3" grpId="0"/>
      <p:bldP spid="1434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zh-CN" smtClean="0"/>
              <a:t> </a:t>
            </a:r>
          </a:p>
        </p:txBody>
      </p:sp>
      <p:sp>
        <p:nvSpPr>
          <p:cNvPr id="14343" name="Rectangle 5"/>
          <p:cNvSpPr>
            <a:spLocks noChangeArrowheads="1"/>
          </p:cNvSpPr>
          <p:nvPr/>
        </p:nvSpPr>
        <p:spPr bwMode="auto">
          <a:xfrm>
            <a:off x="0" y="23120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14344" name="Rectangle 7"/>
          <p:cNvSpPr>
            <a:spLocks noChangeArrowheads="1"/>
          </p:cNvSpPr>
          <p:nvPr/>
        </p:nvSpPr>
        <p:spPr bwMode="auto">
          <a:xfrm>
            <a:off x="0" y="229064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14345" name="Rectangle 9"/>
          <p:cNvSpPr>
            <a:spLocks noChangeArrowheads="1"/>
          </p:cNvSpPr>
          <p:nvPr/>
        </p:nvSpPr>
        <p:spPr bwMode="auto">
          <a:xfrm>
            <a:off x="0" y="195488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4340" name="Object 8"/>
          <p:cNvGraphicFramePr>
            <a:graphicFrameLocks noChangeAspect="1"/>
          </p:cNvGraphicFramePr>
          <p:nvPr>
            <p:extLst/>
          </p:nvPr>
        </p:nvGraphicFramePr>
        <p:xfrm>
          <a:off x="4557464" y="2715766"/>
          <a:ext cx="4191000" cy="2246313"/>
        </p:xfrm>
        <a:graphic>
          <a:graphicData uri="http://schemas.openxmlformats.org/presentationml/2006/ole">
            <mc:AlternateContent xmlns:mc="http://schemas.openxmlformats.org/markup-compatibility/2006">
              <mc:Choice xmlns:v="urn:schemas-microsoft-com:vml" Requires="v">
                <p:oleObj spid="_x0000_s113675" name="公式" r:id="rId3" imgW="1917360" imgH="1130040" progId="Equation.3">
                  <p:embed/>
                </p:oleObj>
              </mc:Choice>
              <mc:Fallback>
                <p:oleObj name="公式" r:id="rId3" imgW="1917360" imgH="1130040" progId="Equation.3">
                  <p:embed/>
                  <p:pic>
                    <p:nvPicPr>
                      <p:cNvPr id="14340" name="Object 8"/>
                      <p:cNvPicPr>
                        <a:picLocks noChangeAspect="1" noChangeArrowheads="1"/>
                      </p:cNvPicPr>
                      <p:nvPr/>
                    </p:nvPicPr>
                    <p:blipFill>
                      <a:blip r:embed="rId4"/>
                      <a:srcRect/>
                      <a:stretch>
                        <a:fillRect/>
                      </a:stretch>
                    </p:blipFill>
                    <p:spPr bwMode="auto">
                      <a:xfrm>
                        <a:off x="4557464" y="2715766"/>
                        <a:ext cx="4191000" cy="224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184731" y="490179"/>
            <a:ext cx="3273653" cy="584775"/>
          </a:xfrm>
          <a:prstGeom prst="rect">
            <a:avLst/>
          </a:prstGeom>
        </p:spPr>
        <p:txBody>
          <a:bodyPr wrap="none">
            <a:spAutoFit/>
          </a:bodyPr>
          <a:lstStyle/>
          <a:p>
            <a:pPr lvl="0" eaLnBrk="1" hangingPunct="1">
              <a:spcBef>
                <a:spcPct val="20000"/>
              </a:spcBef>
              <a:buClr>
                <a:srgbClr val="A50021"/>
              </a:buClr>
              <a:buSzPct val="75000"/>
            </a:pPr>
            <a:r>
              <a:rPr lang="zh-CN" altLang="en-US" sz="3200" b="1" dirty="0" smtClean="0">
                <a:solidFill>
                  <a:srgbClr val="000000"/>
                </a:solidFill>
                <a:latin typeface="Times New Roman"/>
                <a:ea typeface="宋体"/>
              </a:rPr>
              <a:t>解：</a:t>
            </a:r>
            <a:r>
              <a:rPr lang="en-US" altLang="zh-CN" sz="3200" b="1" dirty="0" smtClean="0">
                <a:solidFill>
                  <a:srgbClr val="000000"/>
                </a:solidFill>
                <a:latin typeface="Times New Roman"/>
                <a:ea typeface="宋体"/>
              </a:rPr>
              <a:t>1</a:t>
            </a:r>
            <a:r>
              <a:rPr lang="zh-CN" altLang="en-US" sz="3200" b="1" dirty="0" smtClean="0">
                <a:solidFill>
                  <a:srgbClr val="000000"/>
                </a:solidFill>
                <a:latin typeface="Times New Roman"/>
                <a:ea typeface="宋体"/>
              </a:rPr>
              <a:t>）建坐标系</a:t>
            </a:r>
            <a:endParaRPr lang="zh-CN" altLang="en-US" sz="3200" b="1" dirty="0">
              <a:solidFill>
                <a:srgbClr val="000000"/>
              </a:solidFill>
              <a:latin typeface="Times New Roman"/>
              <a:ea typeface="宋体"/>
            </a:endParaRPr>
          </a:p>
        </p:txBody>
      </p:sp>
      <p:pic>
        <p:nvPicPr>
          <p:cNvPr id="11"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6865" y="-7960"/>
            <a:ext cx="3700966" cy="247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975495" y="1347429"/>
            <a:ext cx="2037737" cy="584775"/>
          </a:xfrm>
          <a:prstGeom prst="rect">
            <a:avLst/>
          </a:prstGeom>
        </p:spPr>
        <p:txBody>
          <a:bodyPr wrap="none">
            <a:spAutoFit/>
          </a:bodyPr>
          <a:lstStyle/>
          <a:p>
            <a:pPr lvl="0" eaLnBrk="1" hangingPunct="1">
              <a:spcBef>
                <a:spcPct val="20000"/>
              </a:spcBef>
              <a:buClr>
                <a:srgbClr val="A50021"/>
              </a:buClr>
              <a:buSzPct val="75000"/>
            </a:pPr>
            <a:r>
              <a:rPr lang="en-US" altLang="zh-CN" sz="3200" b="1" dirty="0" smtClean="0">
                <a:solidFill>
                  <a:srgbClr val="000000"/>
                </a:solidFill>
                <a:latin typeface="Times New Roman"/>
                <a:ea typeface="宋体"/>
              </a:rPr>
              <a:t>2</a:t>
            </a:r>
            <a:r>
              <a:rPr lang="zh-CN" altLang="en-US" sz="3200" b="1" dirty="0" smtClean="0">
                <a:solidFill>
                  <a:srgbClr val="000000"/>
                </a:solidFill>
                <a:latin typeface="Times New Roman"/>
                <a:ea typeface="宋体"/>
              </a:rPr>
              <a:t>）选公式</a:t>
            </a:r>
            <a:endParaRPr lang="zh-CN" altLang="en-US" sz="3200" b="1" dirty="0">
              <a:solidFill>
                <a:srgbClr val="000000"/>
              </a:solidFill>
              <a:latin typeface="Times New Roman"/>
              <a:ea typeface="宋体"/>
            </a:endParaRPr>
          </a:p>
        </p:txBody>
      </p:sp>
      <p:graphicFrame>
        <p:nvGraphicFramePr>
          <p:cNvPr id="16" name="Object 8"/>
          <p:cNvGraphicFramePr>
            <a:graphicFrameLocks noChangeAspect="1"/>
          </p:cNvGraphicFramePr>
          <p:nvPr>
            <p:extLst/>
          </p:nvPr>
        </p:nvGraphicFramePr>
        <p:xfrm>
          <a:off x="683568" y="2133719"/>
          <a:ext cx="4572000" cy="547688"/>
        </p:xfrm>
        <a:graphic>
          <a:graphicData uri="http://schemas.openxmlformats.org/presentationml/2006/ole">
            <mc:AlternateContent xmlns:mc="http://schemas.openxmlformats.org/markup-compatibility/2006">
              <mc:Choice xmlns:v="urn:schemas-microsoft-com:vml" Requires="v">
                <p:oleObj spid="_x0000_s113676" name="公式" r:id="rId6" imgW="3035300" imgH="482600" progId="Equation.3">
                  <p:embed/>
                </p:oleObj>
              </mc:Choice>
              <mc:Fallback>
                <p:oleObj name="公式" r:id="rId6" imgW="3035300" imgH="482600" progId="Equation.3">
                  <p:embed/>
                  <p:pic>
                    <p:nvPicPr>
                      <p:cNvPr id="16"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3568" y="2133719"/>
                        <a:ext cx="4572000"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nvPr>
        </p:nvGraphicFramePr>
        <p:xfrm>
          <a:off x="827584" y="2996725"/>
          <a:ext cx="2941924" cy="1247861"/>
        </p:xfrm>
        <a:graphic>
          <a:graphicData uri="http://schemas.openxmlformats.org/presentationml/2006/ole">
            <mc:AlternateContent xmlns:mc="http://schemas.openxmlformats.org/markup-compatibility/2006">
              <mc:Choice xmlns:v="urn:schemas-microsoft-com:vml" Requires="v">
                <p:oleObj spid="_x0000_s113677" name="公式" r:id="rId8" imgW="1015920" imgH="431640" progId="Equation.3">
                  <p:embed/>
                </p:oleObj>
              </mc:Choice>
              <mc:Fallback>
                <p:oleObj name="公式" r:id="rId8" imgW="1015920" imgH="431640" progId="Equation.3">
                  <p:embed/>
                  <p:pic>
                    <p:nvPicPr>
                      <p:cNvPr id="7" name="对象 6"/>
                      <p:cNvPicPr/>
                      <p:nvPr/>
                    </p:nvPicPr>
                    <p:blipFill>
                      <a:blip r:embed="rId9"/>
                      <a:stretch>
                        <a:fillRect/>
                      </a:stretch>
                    </p:blipFill>
                    <p:spPr>
                      <a:xfrm>
                        <a:off x="827584" y="2996725"/>
                        <a:ext cx="2941924" cy="1247861"/>
                      </a:xfrm>
                      <a:prstGeom prst="rect">
                        <a:avLst/>
                      </a:prstGeom>
                    </p:spPr>
                  </p:pic>
                </p:oleObj>
              </mc:Fallback>
            </mc:AlternateContent>
          </a:graphicData>
        </a:graphic>
      </p:graphicFrame>
      <p:sp>
        <p:nvSpPr>
          <p:cNvPr id="3" name="右箭头 2"/>
          <p:cNvSpPr/>
          <p:nvPr/>
        </p:nvSpPr>
        <p:spPr>
          <a:xfrm>
            <a:off x="3851920" y="3657268"/>
            <a:ext cx="288032"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左大括号 3"/>
          <p:cNvSpPr/>
          <p:nvPr/>
        </p:nvSpPr>
        <p:spPr>
          <a:xfrm>
            <a:off x="4283968" y="2985658"/>
            <a:ext cx="273496" cy="1746331"/>
          </a:xfrm>
          <a:prstGeom prst="leftBrac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103976192"/>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nodePh="1">
                                  <p:stCondLst>
                                    <p:cond delay="0"/>
                                  </p:stCondLst>
                                  <p:endCondLst>
                                    <p:cond evt="begin" delay="0">
                                      <p:tn val="21"/>
                                    </p:cond>
                                  </p:endCondLst>
                                  <p:childTnLst>
                                    <p:set>
                                      <p:cBhvr>
                                        <p:cTn id="22" dur="1" fill="hold">
                                          <p:stCondLst>
                                            <p:cond delay="0"/>
                                          </p:stCondLst>
                                        </p:cTn>
                                        <p:tgtEl>
                                          <p:spTgt spid="14343"/>
                                        </p:tgtEl>
                                        <p:attrNameLst>
                                          <p:attrName>style.visibility</p:attrName>
                                        </p:attrNameLst>
                                      </p:cBhvr>
                                      <p:to>
                                        <p:strVal val="visible"/>
                                      </p:to>
                                    </p:set>
                                  </p:childTnLst>
                                </p:cTn>
                              </p:par>
                              <p:par>
                                <p:cTn id="23" presetID="1" presetClass="entr" presetSubtype="0" fill="hold" grpId="0" nodeType="withEffect" nodePh="1">
                                  <p:stCondLst>
                                    <p:cond delay="0"/>
                                  </p:stCondLst>
                                  <p:endCondLst>
                                    <p:cond evt="begin" delay="0">
                                      <p:tn val="23"/>
                                    </p:cond>
                                  </p:endCondLst>
                                  <p:childTnLst>
                                    <p:set>
                                      <p:cBhvr>
                                        <p:cTn id="24" dur="1" fill="hold">
                                          <p:stCondLst>
                                            <p:cond delay="0"/>
                                          </p:stCondLst>
                                        </p:cTn>
                                        <p:tgtEl>
                                          <p:spTgt spid="1434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3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3" grpId="0"/>
      <p:bldP spid="14344" grpId="0"/>
      <p:bldP spid="2" grpId="0"/>
      <p:bldP spid="5" grpId="0"/>
      <p:bldP spid="3" grpId="0" animBg="1"/>
      <p:bldP spid="4"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Grp="1" noChangeAspect="1"/>
          </p:cNvGraphicFramePr>
          <p:nvPr>
            <p:extLst/>
          </p:nvPr>
        </p:nvGraphicFramePr>
        <p:xfrm>
          <a:off x="5486400" y="1581150"/>
          <a:ext cx="3497906" cy="2590800"/>
        </p:xfrm>
        <a:graphic>
          <a:graphicData uri="http://schemas.openxmlformats.org/presentationml/2006/ole">
            <mc:AlternateContent xmlns:mc="http://schemas.openxmlformats.org/markup-compatibility/2006">
              <mc:Choice xmlns:v="urn:schemas-microsoft-com:vml" Requires="v">
                <p:oleObj spid="_x0000_s115720" r:id="rId3" imgW="10666667" imgH="10533333" progId="">
                  <p:embed/>
                </p:oleObj>
              </mc:Choice>
              <mc:Fallback>
                <p:oleObj r:id="rId3" imgW="10666667" imgH="10533333" progId="">
                  <p:embed/>
                  <p:pic>
                    <p:nvPicPr>
                      <p:cNvPr id="6" name="对象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1581150"/>
                        <a:ext cx="3497906" cy="2590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66" name="Rectangle 2"/>
          <p:cNvSpPr>
            <a:spLocks noGrp="1" noChangeArrowheads="1"/>
          </p:cNvSpPr>
          <p:nvPr>
            <p:ph type="title"/>
          </p:nvPr>
        </p:nvSpPr>
        <p:spPr/>
        <p:txBody>
          <a:bodyPr/>
          <a:lstStyle/>
          <a:p>
            <a:pPr eaLnBrk="1" hangingPunct="1"/>
            <a:r>
              <a:rPr lang="en-US" altLang="zh-CN" smtClean="0"/>
              <a:t> </a:t>
            </a:r>
          </a:p>
        </p:txBody>
      </p:sp>
      <p:sp>
        <p:nvSpPr>
          <p:cNvPr id="17413" name="Rectangle 3" descr="Rectangle: Click to edit Master text styles&#10;Second level&#10;Third level&#10;Fourth level&#10;Fifth level"/>
          <p:cNvSpPr>
            <a:spLocks noGrp="1" noChangeArrowheads="1"/>
          </p:cNvSpPr>
          <p:nvPr>
            <p:ph type="body" idx="1"/>
          </p:nvPr>
        </p:nvSpPr>
        <p:spPr>
          <a:xfrm>
            <a:off x="457200" y="819150"/>
            <a:ext cx="5410200" cy="3086100"/>
          </a:xfrm>
        </p:spPr>
        <p:txBody>
          <a:bodyPr/>
          <a:lstStyle/>
          <a:p>
            <a:pPr marL="0" indent="0" eaLnBrk="1" hangingPunct="1">
              <a:buFont typeface="Wingdings" pitchFamily="2" charset="2"/>
              <a:buNone/>
            </a:pPr>
            <a:r>
              <a:rPr lang="zh-CN" altLang="en-US" dirty="0" smtClean="0"/>
              <a:t>例</a:t>
            </a:r>
            <a:r>
              <a:rPr lang="en-US" altLang="zh-CN" dirty="0" smtClean="0"/>
              <a:t>2.2  </a:t>
            </a:r>
            <a:r>
              <a:rPr lang="zh-CN" altLang="en-US" dirty="0" smtClean="0"/>
              <a:t>一个均匀带电的环形薄圆盘，内半径为</a:t>
            </a:r>
            <a:r>
              <a:rPr lang="en-US" altLang="zh-CN" i="1" dirty="0" smtClean="0"/>
              <a:t>a</a:t>
            </a:r>
            <a:r>
              <a:rPr lang="zh-CN" altLang="en-US" dirty="0" smtClean="0"/>
              <a:t>，外半径为</a:t>
            </a:r>
            <a:r>
              <a:rPr lang="en-US" altLang="zh-CN" i="1" dirty="0" smtClean="0"/>
              <a:t>b</a:t>
            </a:r>
            <a:r>
              <a:rPr lang="zh-CN" altLang="en-US" dirty="0" smtClean="0"/>
              <a:t>，电荷面密度    为常数，如图</a:t>
            </a:r>
            <a:r>
              <a:rPr lang="en-US" altLang="zh-CN" dirty="0" smtClean="0"/>
              <a:t>2.5</a:t>
            </a:r>
            <a:r>
              <a:rPr lang="zh-CN" altLang="en-US" dirty="0" smtClean="0"/>
              <a:t>所示，求环形薄圆盘轴线上任一点的电场强度。</a:t>
            </a:r>
          </a:p>
          <a:p>
            <a:pPr marL="0" indent="0" eaLnBrk="1" hangingPunct="1">
              <a:buFont typeface="Wingdings" pitchFamily="2" charset="2"/>
              <a:buNone/>
            </a:pPr>
            <a:r>
              <a:rPr lang="zh-CN" altLang="en-US" dirty="0" smtClean="0"/>
              <a:t> </a:t>
            </a:r>
          </a:p>
        </p:txBody>
      </p:sp>
      <p:sp>
        <p:nvSpPr>
          <p:cNvPr id="17414" name="Rectangle 5"/>
          <p:cNvSpPr>
            <a:spLocks noChangeArrowheads="1"/>
          </p:cNvSpPr>
          <p:nvPr/>
        </p:nvSpPr>
        <p:spPr bwMode="auto">
          <a:xfrm>
            <a:off x="0" y="229064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17415" name="Rectangle 7"/>
          <p:cNvSpPr>
            <a:spLocks noChangeArrowheads="1"/>
          </p:cNvSpPr>
          <p:nvPr/>
        </p:nvSpPr>
        <p:spPr bwMode="auto">
          <a:xfrm>
            <a:off x="0" y="229064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7410" name="Object 6"/>
          <p:cNvGraphicFramePr>
            <a:graphicFrameLocks noChangeAspect="1"/>
          </p:cNvGraphicFramePr>
          <p:nvPr>
            <p:extLst/>
          </p:nvPr>
        </p:nvGraphicFramePr>
        <p:xfrm>
          <a:off x="3124200" y="1832253"/>
          <a:ext cx="455613" cy="439341"/>
        </p:xfrm>
        <a:graphic>
          <a:graphicData uri="http://schemas.openxmlformats.org/presentationml/2006/ole">
            <mc:AlternateContent xmlns:mc="http://schemas.openxmlformats.org/markup-compatibility/2006">
              <mc:Choice xmlns:v="urn:schemas-microsoft-com:vml" Requires="v">
                <p:oleObj spid="_x0000_s115721" name="公式" r:id="rId5" imgW="203112" imgH="228501" progId="Equation.3">
                  <p:embed/>
                </p:oleObj>
              </mc:Choice>
              <mc:Fallback>
                <p:oleObj name="公式" r:id="rId5" imgW="203112" imgH="228501" progId="Equation.3">
                  <p:embed/>
                  <p:pic>
                    <p:nvPicPr>
                      <p:cNvPr id="1741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4200" y="1832253"/>
                        <a:ext cx="455613" cy="4393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6" name="Rectangle 9"/>
          <p:cNvSpPr>
            <a:spLocks noChangeArrowheads="1"/>
          </p:cNvSpPr>
          <p:nvPr/>
        </p:nvSpPr>
        <p:spPr bwMode="auto">
          <a:xfrm>
            <a:off x="0" y="22049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Tree>
    <p:extLst>
      <p:ext uri="{BB962C8B-B14F-4D97-AF65-F5344CB8AC3E}">
        <p14:creationId xmlns:p14="http://schemas.microsoft.com/office/powerpoint/2010/main" val="424839996"/>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zh-CN" smtClean="0"/>
              <a:t> </a:t>
            </a:r>
          </a:p>
        </p:txBody>
      </p:sp>
      <p:sp>
        <p:nvSpPr>
          <p:cNvPr id="117763" name="Rectangle 3" descr="Rectangle: Click to edit Master text styles&#10;Second level&#10;Third level&#10;Fourth level&#10;Fifth level"/>
          <p:cNvSpPr>
            <a:spLocks noGrp="1" noChangeArrowheads="1"/>
          </p:cNvSpPr>
          <p:nvPr>
            <p:ph type="body" idx="1"/>
          </p:nvPr>
        </p:nvSpPr>
        <p:spPr>
          <a:xfrm>
            <a:off x="838200" y="971550"/>
            <a:ext cx="8001000" cy="3086100"/>
          </a:xfrm>
        </p:spPr>
        <p:txBody>
          <a:bodyPr/>
          <a:lstStyle/>
          <a:p>
            <a:pPr marL="0" indent="0" eaLnBrk="1" hangingPunct="1">
              <a:buNone/>
            </a:pPr>
            <a:r>
              <a:rPr lang="en-US" altLang="zh-CN" dirty="0" smtClean="0">
                <a:latin typeface="宋体" pitchFamily="2" charset="-122"/>
              </a:rPr>
              <a:t>	</a:t>
            </a:r>
            <a:r>
              <a:rPr lang="zh-CN" altLang="en-US" dirty="0" smtClean="0">
                <a:latin typeface="宋体" pitchFamily="2" charset="-122"/>
              </a:rPr>
              <a:t>在真空中两个通有恒定电流的回路之间有相互作用力。</a:t>
            </a:r>
            <a:r>
              <a:rPr lang="en-US" altLang="zh-CN" dirty="0" smtClean="0">
                <a:latin typeface="宋体" pitchFamily="2" charset="-122"/>
              </a:rPr>
              <a:t>1820</a:t>
            </a:r>
            <a:r>
              <a:rPr lang="zh-CN" altLang="en-US" dirty="0" smtClean="0">
                <a:latin typeface="宋体" pitchFamily="2" charset="-122"/>
              </a:rPr>
              <a:t>年</a:t>
            </a:r>
            <a:r>
              <a:rPr lang="en-US" altLang="zh-CN" dirty="0" smtClean="0">
                <a:latin typeface="宋体" pitchFamily="2" charset="-122"/>
              </a:rPr>
              <a:t>~1825</a:t>
            </a:r>
            <a:r>
              <a:rPr lang="zh-CN" altLang="en-US" dirty="0" smtClean="0">
                <a:latin typeface="宋体" pitchFamily="2" charset="-122"/>
              </a:rPr>
              <a:t>年间，安培从实验中总结出这个作用力的规律，称为</a:t>
            </a:r>
            <a:r>
              <a:rPr lang="zh-CN" altLang="en-US" dirty="0" smtClean="0">
                <a:solidFill>
                  <a:srgbClr val="C00000"/>
                </a:solidFill>
                <a:latin typeface="宋体" pitchFamily="2" charset="-122"/>
              </a:rPr>
              <a:t>安培力</a:t>
            </a:r>
            <a:r>
              <a:rPr lang="zh-CN" altLang="en-US" dirty="0" smtClean="0">
                <a:latin typeface="宋体" pitchFamily="2" charset="-122"/>
              </a:rPr>
              <a:t>定律。设有两个电流回路 </a:t>
            </a:r>
            <a:r>
              <a:rPr lang="en-US" altLang="zh-CN" i="1" dirty="0" smtClean="0">
                <a:latin typeface="宋体" pitchFamily="2" charset="-122"/>
              </a:rPr>
              <a:t>C</a:t>
            </a:r>
            <a:r>
              <a:rPr lang="en-US" altLang="zh-CN" i="1" baseline="-25000" dirty="0" smtClean="0">
                <a:latin typeface="宋体" pitchFamily="2" charset="-122"/>
              </a:rPr>
              <a:t>1 </a:t>
            </a:r>
            <a:r>
              <a:rPr lang="zh-CN" altLang="en-US" dirty="0" smtClean="0">
                <a:latin typeface="宋体" pitchFamily="2" charset="-122"/>
              </a:rPr>
              <a:t>和 </a:t>
            </a:r>
            <a:r>
              <a:rPr lang="en-US" altLang="zh-CN" i="1" dirty="0" smtClean="0">
                <a:latin typeface="宋体" pitchFamily="2" charset="-122"/>
              </a:rPr>
              <a:t>C</a:t>
            </a:r>
            <a:r>
              <a:rPr lang="en-US" altLang="zh-CN" i="1" baseline="-25000" dirty="0" smtClean="0">
                <a:latin typeface="宋体" pitchFamily="2" charset="-122"/>
              </a:rPr>
              <a:t>2 </a:t>
            </a:r>
            <a:r>
              <a:rPr lang="zh-CN" altLang="en-US" dirty="0" smtClean="0">
                <a:latin typeface="宋体" pitchFamily="2" charset="-122"/>
              </a:rPr>
              <a:t>，分别通有电流</a:t>
            </a:r>
            <a:r>
              <a:rPr lang="en-US" altLang="zh-CN" i="1" dirty="0" smtClean="0">
                <a:latin typeface="宋体" pitchFamily="2" charset="-122"/>
              </a:rPr>
              <a:t>I</a:t>
            </a:r>
            <a:r>
              <a:rPr lang="en-US" altLang="zh-CN" i="1" baseline="-25000" dirty="0" smtClean="0">
                <a:latin typeface="宋体" pitchFamily="2" charset="-122"/>
              </a:rPr>
              <a:t>1</a:t>
            </a:r>
            <a:r>
              <a:rPr lang="zh-CN" altLang="en-US" dirty="0" smtClean="0">
                <a:latin typeface="宋体" pitchFamily="2" charset="-122"/>
              </a:rPr>
              <a:t>和</a:t>
            </a:r>
            <a:r>
              <a:rPr lang="en-US" altLang="zh-CN" i="1" dirty="0" smtClean="0">
                <a:latin typeface="宋体" pitchFamily="2" charset="-122"/>
              </a:rPr>
              <a:t>I</a:t>
            </a:r>
            <a:r>
              <a:rPr lang="en-US" altLang="zh-CN" i="1" baseline="-25000" dirty="0" smtClean="0">
                <a:latin typeface="宋体" pitchFamily="2" charset="-122"/>
              </a:rPr>
              <a:t>2</a:t>
            </a:r>
            <a:r>
              <a:rPr lang="zh-CN" altLang="en-US" dirty="0" smtClean="0">
                <a:latin typeface="宋体" pitchFamily="2" charset="-122"/>
              </a:rPr>
              <a:t>，则回路</a:t>
            </a:r>
            <a:r>
              <a:rPr lang="en-US" altLang="zh-CN" i="1" dirty="0" smtClean="0">
                <a:latin typeface="宋体" pitchFamily="2" charset="-122"/>
              </a:rPr>
              <a:t>C</a:t>
            </a:r>
            <a:r>
              <a:rPr lang="en-US" altLang="zh-CN" i="1" baseline="-25000" dirty="0" smtClean="0">
                <a:latin typeface="宋体" pitchFamily="2" charset="-122"/>
              </a:rPr>
              <a:t>1</a:t>
            </a:r>
            <a:r>
              <a:rPr lang="zh-CN" altLang="en-US" dirty="0" smtClean="0">
                <a:latin typeface="宋体" pitchFamily="2" charset="-122"/>
              </a:rPr>
              <a:t>对回路</a:t>
            </a:r>
            <a:r>
              <a:rPr lang="en-US" altLang="zh-CN" i="1" dirty="0">
                <a:latin typeface="宋体" pitchFamily="2" charset="-122"/>
              </a:rPr>
              <a:t>C</a:t>
            </a:r>
            <a:r>
              <a:rPr lang="en-US" altLang="zh-CN" i="1" baseline="-25000" dirty="0">
                <a:latin typeface="宋体" pitchFamily="2" charset="-122"/>
              </a:rPr>
              <a:t>2</a:t>
            </a:r>
            <a:r>
              <a:rPr lang="zh-CN" altLang="en-US" dirty="0" smtClean="0">
                <a:latin typeface="宋体" pitchFamily="2" charset="-122"/>
              </a:rPr>
              <a:t>的作用力为</a:t>
            </a:r>
          </a:p>
        </p:txBody>
      </p:sp>
      <p:sp>
        <p:nvSpPr>
          <p:cNvPr id="117764" name="Rectangle 4"/>
          <p:cNvSpPr>
            <a:spLocks noChangeArrowheads="1"/>
          </p:cNvSpPr>
          <p:nvPr/>
        </p:nvSpPr>
        <p:spPr bwMode="auto">
          <a:xfrm>
            <a:off x="838201" y="209550"/>
            <a:ext cx="784859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altLang="zh-CN" sz="4000" b="1" dirty="0" smtClean="0">
                <a:solidFill>
                  <a:schemeClr val="bg2"/>
                </a:solidFill>
                <a:latin typeface="隶书" pitchFamily="49" charset="-122"/>
                <a:ea typeface="隶书" pitchFamily="49" charset="-122"/>
              </a:rPr>
              <a:t>2.1.4 </a:t>
            </a:r>
            <a:r>
              <a:rPr lang="zh-CN" altLang="en-US" sz="4000" b="1" dirty="0">
                <a:solidFill>
                  <a:schemeClr val="bg2"/>
                </a:solidFill>
                <a:latin typeface="隶书" pitchFamily="49" charset="-122"/>
                <a:ea typeface="隶书" pitchFamily="49" charset="-122"/>
              </a:rPr>
              <a:t>安培力定律和</a:t>
            </a:r>
            <a:r>
              <a:rPr lang="zh-CN" altLang="en-US" sz="4000" b="1" dirty="0" smtClean="0">
                <a:solidFill>
                  <a:schemeClr val="bg2"/>
                </a:solidFill>
                <a:latin typeface="隶书" pitchFamily="49" charset="-122"/>
                <a:ea typeface="隶书" pitchFamily="49" charset="-122"/>
              </a:rPr>
              <a:t>磁感应强度</a:t>
            </a:r>
            <a:endParaRPr lang="zh-CN" altLang="en-US" sz="4000" b="1" dirty="0">
              <a:solidFill>
                <a:schemeClr val="bg2"/>
              </a:solidFill>
              <a:latin typeface="隶书" pitchFamily="49" charset="-122"/>
              <a:ea typeface="隶书" pitchFamily="49" charset="-122"/>
            </a:endParaRPr>
          </a:p>
        </p:txBody>
      </p:sp>
      <p:graphicFrame>
        <p:nvGraphicFramePr>
          <p:cNvPr id="5" name="Object 3"/>
          <p:cNvGraphicFramePr>
            <a:graphicFrameLocks noChangeAspect="1"/>
          </p:cNvGraphicFramePr>
          <p:nvPr>
            <p:extLst/>
          </p:nvPr>
        </p:nvGraphicFramePr>
        <p:xfrm>
          <a:off x="5961500" y="3619872"/>
          <a:ext cx="2714956" cy="1523628"/>
        </p:xfrm>
        <a:graphic>
          <a:graphicData uri="http://schemas.openxmlformats.org/presentationml/2006/ole">
            <mc:AlternateContent xmlns:mc="http://schemas.openxmlformats.org/markup-compatibility/2006">
              <mc:Choice xmlns:v="urn:schemas-microsoft-com:vml" Requires="v">
                <p:oleObj spid="_x0000_s119813" r:id="rId3" imgW="12371429" imgH="9257143" progId="">
                  <p:embed/>
                </p:oleObj>
              </mc:Choice>
              <mc:Fallback>
                <p:oleObj r:id="rId3" imgW="12371429" imgH="9257143" progId="">
                  <p:embed/>
                  <p:pic>
                    <p:nvPicPr>
                      <p:cNvPr id="5"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1500" y="3619872"/>
                        <a:ext cx="2714956" cy="1523628"/>
                      </a:xfrm>
                      <a:prstGeom prst="rect">
                        <a:avLst/>
                      </a:prstGeom>
                      <a:noFill/>
                      <a:extLst/>
                    </p:spPr>
                  </p:pic>
                </p:oleObj>
              </mc:Fallback>
            </mc:AlternateContent>
          </a:graphicData>
        </a:graphic>
      </p:graphicFrame>
    </p:spTree>
    <p:extLst>
      <p:ext uri="{BB962C8B-B14F-4D97-AF65-F5344CB8AC3E}">
        <p14:creationId xmlns:p14="http://schemas.microsoft.com/office/powerpoint/2010/main" val="81704361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3" descr="Rectangle: Click to edit Master text styles&#10;Second level&#10;Third level&#10;Fourth level&#10;Fifth level"/>
          <p:cNvSpPr>
            <a:spLocks noGrp="1" noChangeArrowheads="1"/>
          </p:cNvSpPr>
          <p:nvPr>
            <p:ph type="body" idx="1"/>
          </p:nvPr>
        </p:nvSpPr>
        <p:spPr>
          <a:xfrm>
            <a:off x="914400" y="628650"/>
            <a:ext cx="7772400" cy="3314700"/>
          </a:xfrm>
        </p:spPr>
        <p:txBody>
          <a:bodyPr/>
          <a:lstStyle/>
          <a:p>
            <a:pPr marL="0" indent="0" eaLnBrk="1" hangingPunct="1">
              <a:lnSpc>
                <a:spcPct val="90000"/>
              </a:lnSpc>
              <a:buFont typeface="Wingdings" pitchFamily="2" charset="2"/>
              <a:buNone/>
            </a:pPr>
            <a:endParaRPr lang="en-US" altLang="zh-CN" dirty="0" smtClean="0"/>
          </a:p>
          <a:p>
            <a:pPr marL="0" indent="0" eaLnBrk="1" hangingPunct="1">
              <a:lnSpc>
                <a:spcPct val="90000"/>
              </a:lnSpc>
              <a:buFont typeface="Wingdings" pitchFamily="2" charset="2"/>
              <a:buNone/>
            </a:pPr>
            <a:endParaRPr lang="en-US" altLang="zh-CN" dirty="0" smtClean="0"/>
          </a:p>
          <a:p>
            <a:pPr marL="0" indent="0" eaLnBrk="1" hangingPunct="1">
              <a:lnSpc>
                <a:spcPct val="90000"/>
              </a:lnSpc>
              <a:buFont typeface="Wingdings" pitchFamily="2" charset="2"/>
              <a:buNone/>
            </a:pPr>
            <a:r>
              <a:rPr lang="en-US" altLang="zh-CN" dirty="0" smtClean="0"/>
              <a:t>                                                               (2.17a)</a:t>
            </a:r>
          </a:p>
          <a:p>
            <a:pPr marL="0" indent="0" eaLnBrk="1" hangingPunct="1">
              <a:lnSpc>
                <a:spcPct val="90000"/>
              </a:lnSpc>
              <a:buFont typeface="Wingdings" pitchFamily="2" charset="2"/>
              <a:buNone/>
            </a:pPr>
            <a:endParaRPr lang="en-US" altLang="zh-CN" dirty="0" smtClean="0"/>
          </a:p>
          <a:p>
            <a:pPr marL="0" indent="0" eaLnBrk="1" hangingPunct="1">
              <a:lnSpc>
                <a:spcPct val="90000"/>
              </a:lnSpc>
              <a:buFont typeface="Wingdings" pitchFamily="2" charset="2"/>
              <a:buNone/>
            </a:pPr>
            <a:r>
              <a:rPr lang="en-US" altLang="zh-CN" dirty="0" smtClean="0"/>
              <a:t>         </a:t>
            </a:r>
            <a:r>
              <a:rPr lang="zh-CN" altLang="en-US" sz="3600" dirty="0" smtClean="0">
                <a:latin typeface="宋体" pitchFamily="2" charset="-122"/>
              </a:rPr>
              <a:t>式中，             </a:t>
            </a:r>
            <a:r>
              <a:rPr lang="en-US" altLang="zh-CN" sz="3600" dirty="0" smtClean="0">
                <a:latin typeface="宋体" pitchFamily="2" charset="-122"/>
              </a:rPr>
              <a:t>H/m</a:t>
            </a:r>
          </a:p>
          <a:p>
            <a:pPr marL="0" indent="0" eaLnBrk="1" hangingPunct="1">
              <a:lnSpc>
                <a:spcPct val="90000"/>
              </a:lnSpc>
              <a:buFont typeface="Wingdings" pitchFamily="2" charset="2"/>
              <a:buNone/>
            </a:pPr>
            <a:r>
              <a:rPr lang="zh-CN" altLang="en-US" sz="3600" dirty="0" smtClean="0">
                <a:latin typeface="宋体" pitchFamily="2" charset="-122"/>
              </a:rPr>
              <a:t>（亨</a:t>
            </a:r>
            <a:r>
              <a:rPr lang="en-US" altLang="zh-CN" sz="3600" dirty="0" smtClean="0">
                <a:latin typeface="宋体" pitchFamily="2" charset="-122"/>
              </a:rPr>
              <a:t>[</a:t>
            </a:r>
            <a:r>
              <a:rPr lang="zh-CN" altLang="en-US" sz="3600" dirty="0" smtClean="0">
                <a:latin typeface="宋体" pitchFamily="2" charset="-122"/>
              </a:rPr>
              <a:t>利</a:t>
            </a:r>
            <a:r>
              <a:rPr lang="en-US" altLang="zh-CN" sz="3600" dirty="0" smtClean="0">
                <a:latin typeface="宋体" pitchFamily="2" charset="-122"/>
              </a:rPr>
              <a:t>]/</a:t>
            </a:r>
            <a:r>
              <a:rPr lang="zh-CN" altLang="en-US" sz="3600" dirty="0" smtClean="0">
                <a:latin typeface="宋体" pitchFamily="2" charset="-122"/>
              </a:rPr>
              <a:t>米），称为真空中的</a:t>
            </a:r>
            <a:r>
              <a:rPr lang="zh-CN" altLang="en-US" sz="3600" dirty="0" smtClean="0">
                <a:solidFill>
                  <a:srgbClr val="FF0000"/>
                </a:solidFill>
                <a:latin typeface="宋体" pitchFamily="2" charset="-122"/>
              </a:rPr>
              <a:t>磁导率</a:t>
            </a:r>
            <a:r>
              <a:rPr lang="zh-CN" altLang="en-US" sz="3600" dirty="0" smtClean="0">
                <a:latin typeface="宋体" pitchFamily="2" charset="-122"/>
              </a:rPr>
              <a:t>。  </a:t>
            </a:r>
          </a:p>
        </p:txBody>
      </p:sp>
      <p:graphicFrame>
        <p:nvGraphicFramePr>
          <p:cNvPr id="20482" name="Object 4"/>
          <p:cNvGraphicFramePr>
            <a:graphicFrameLocks noChangeAspect="1"/>
          </p:cNvGraphicFramePr>
          <p:nvPr>
            <p:extLst/>
          </p:nvPr>
        </p:nvGraphicFramePr>
        <p:xfrm>
          <a:off x="762000" y="1403866"/>
          <a:ext cx="6324600" cy="881063"/>
        </p:xfrm>
        <a:graphic>
          <a:graphicData uri="http://schemas.openxmlformats.org/presentationml/2006/ole">
            <mc:AlternateContent xmlns:mc="http://schemas.openxmlformats.org/markup-compatibility/2006">
              <mc:Choice xmlns:v="urn:schemas-microsoft-com:vml" Requires="v">
                <p:oleObj spid="_x0000_s120840" name="公式" r:id="rId3" imgW="2260600" imgH="419100" progId="Equation.3">
                  <p:embed/>
                </p:oleObj>
              </mc:Choice>
              <mc:Fallback>
                <p:oleObj name="公式" r:id="rId3" imgW="2260600" imgH="419100" progId="Equation.3">
                  <p:embed/>
                  <p:pic>
                    <p:nvPicPr>
                      <p:cNvPr id="2048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403866"/>
                        <a:ext cx="6324600" cy="881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3" name="Object 6"/>
          <p:cNvGraphicFramePr>
            <a:graphicFrameLocks noChangeAspect="1"/>
          </p:cNvGraphicFramePr>
          <p:nvPr>
            <p:extLst/>
          </p:nvPr>
        </p:nvGraphicFramePr>
        <p:xfrm>
          <a:off x="2971800" y="2838450"/>
          <a:ext cx="3124200" cy="604838"/>
        </p:xfrm>
        <a:graphic>
          <a:graphicData uri="http://schemas.openxmlformats.org/presentationml/2006/ole">
            <mc:AlternateContent xmlns:mc="http://schemas.openxmlformats.org/markup-compatibility/2006">
              <mc:Choice xmlns:v="urn:schemas-microsoft-com:vml" Requires="v">
                <p:oleObj spid="_x0000_s120841" name="公式" r:id="rId5" imgW="927100" imgH="241300" progId="Equation.3">
                  <p:embed/>
                </p:oleObj>
              </mc:Choice>
              <mc:Fallback>
                <p:oleObj name="公式" r:id="rId5" imgW="927100" imgH="241300" progId="Equation.3">
                  <p:embed/>
                  <p:pic>
                    <p:nvPicPr>
                      <p:cNvPr id="20483"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2838450"/>
                        <a:ext cx="3124200"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42929841"/>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type="body" idx="1"/>
          </p:nvPr>
        </p:nvSpPr>
        <p:spPr>
          <a:xfrm>
            <a:off x="685800" y="1131590"/>
            <a:ext cx="7772400" cy="3086100"/>
          </a:xfrm>
        </p:spPr>
        <p:txBody>
          <a:bodyPr/>
          <a:lstStyle/>
          <a:p>
            <a:pPr marL="0" indent="0" eaLnBrk="1" hangingPunct="1">
              <a:buNone/>
            </a:pPr>
            <a:r>
              <a:rPr lang="en-US" altLang="zh-CN" b="1" dirty="0" smtClean="0">
                <a:latin typeface="宋体" charset="-122"/>
              </a:rPr>
              <a:t>  </a:t>
            </a:r>
            <a:r>
              <a:rPr lang="en-US" altLang="zh-CN" b="1" i="1" dirty="0" smtClean="0">
                <a:latin typeface="宋体" charset="-122"/>
              </a:rPr>
              <a:t>B</a:t>
            </a:r>
            <a:r>
              <a:rPr lang="zh-CN" altLang="en-US" b="1" dirty="0" smtClean="0">
                <a:latin typeface="宋体" charset="-122"/>
              </a:rPr>
              <a:t>为回路</a:t>
            </a:r>
            <a:r>
              <a:rPr lang="en-US" altLang="zh-CN" b="1" i="1" dirty="0" smtClean="0">
                <a:latin typeface="宋体" charset="-122"/>
              </a:rPr>
              <a:t>C</a:t>
            </a:r>
            <a:r>
              <a:rPr lang="zh-CN" altLang="en-US" b="1" dirty="0" smtClean="0">
                <a:latin typeface="宋体" charset="-122"/>
              </a:rPr>
              <a:t>中的电流在电流元      所在点产生的磁场，称为</a:t>
            </a:r>
            <a:r>
              <a:rPr lang="zh-CN" altLang="en-US" b="1" dirty="0" smtClean="0">
                <a:solidFill>
                  <a:srgbClr val="FF0000"/>
                </a:solidFill>
                <a:latin typeface="宋体" charset="-122"/>
              </a:rPr>
              <a:t>磁感应强度</a:t>
            </a:r>
            <a:r>
              <a:rPr lang="zh-CN" altLang="en-US" b="1" dirty="0" smtClean="0">
                <a:latin typeface="宋体" charset="-122"/>
              </a:rPr>
              <a:t>或</a:t>
            </a:r>
            <a:r>
              <a:rPr lang="zh-CN" altLang="en-US" b="1" dirty="0" smtClean="0">
                <a:solidFill>
                  <a:srgbClr val="FF0000"/>
                </a:solidFill>
                <a:latin typeface="宋体" charset="-122"/>
              </a:rPr>
              <a:t>磁通密度</a:t>
            </a:r>
            <a:r>
              <a:rPr lang="zh-CN" altLang="en-US" b="1" dirty="0" smtClean="0">
                <a:latin typeface="宋体" charset="-122"/>
              </a:rPr>
              <a:t>，表示为</a:t>
            </a:r>
          </a:p>
          <a:p>
            <a:pPr marL="0" indent="0" eaLnBrk="1" hangingPunct="1">
              <a:buNone/>
            </a:pPr>
            <a:r>
              <a:rPr lang="zh-CN" altLang="en-US" b="1" dirty="0" smtClean="0">
                <a:latin typeface="宋体" charset="-122"/>
              </a:rPr>
              <a:t>                              </a:t>
            </a:r>
            <a:r>
              <a:rPr lang="en-US" altLang="zh-CN" b="1" dirty="0" smtClean="0">
                <a:latin typeface="宋体" charset="-122"/>
              </a:rPr>
              <a:t>(2.18)</a:t>
            </a:r>
          </a:p>
        </p:txBody>
      </p:sp>
      <p:sp>
        <p:nvSpPr>
          <p:cNvPr id="32772" name="Rectangle 7"/>
          <p:cNvSpPr>
            <a:spLocks noChangeArrowheads="1"/>
          </p:cNvSpPr>
          <p:nvPr/>
        </p:nvSpPr>
        <p:spPr bwMode="auto">
          <a:xfrm>
            <a:off x="0" y="275498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32773" name="Object 6"/>
          <p:cNvGraphicFramePr>
            <a:graphicFrameLocks noChangeAspect="1"/>
          </p:cNvGraphicFramePr>
          <p:nvPr>
            <p:extLst>
              <p:ext uri="{D42A27DB-BD31-4B8C-83A1-F6EECF244321}">
                <p14:modId xmlns:p14="http://schemas.microsoft.com/office/powerpoint/2010/main" val="1036666477"/>
              </p:ext>
            </p:extLst>
          </p:nvPr>
        </p:nvGraphicFramePr>
        <p:xfrm>
          <a:off x="6372200" y="1203598"/>
          <a:ext cx="858837" cy="465137"/>
        </p:xfrm>
        <a:graphic>
          <a:graphicData uri="http://schemas.openxmlformats.org/presentationml/2006/ole">
            <mc:AlternateContent xmlns:mc="http://schemas.openxmlformats.org/markup-compatibility/2006">
              <mc:Choice xmlns:v="urn:schemas-microsoft-com:vml" Requires="v">
                <p:oleObj spid="_x0000_s122892" name="公式" r:id="rId3" imgW="330120" imgH="241200" progId="Equation.3">
                  <p:embed/>
                </p:oleObj>
              </mc:Choice>
              <mc:Fallback>
                <p:oleObj name="公式" r:id="rId3" imgW="330120" imgH="241200" progId="Equation.3">
                  <p:embed/>
                  <p:pic>
                    <p:nvPicPr>
                      <p:cNvPr id="32773" name="Object 6"/>
                      <p:cNvPicPr>
                        <a:picLocks noChangeAspect="1" noChangeArrowheads="1"/>
                      </p:cNvPicPr>
                      <p:nvPr/>
                    </p:nvPicPr>
                    <p:blipFill>
                      <a:blip r:embed="rId4"/>
                      <a:srcRect/>
                      <a:stretch>
                        <a:fillRect/>
                      </a:stretch>
                    </p:blipFill>
                    <p:spPr bwMode="auto">
                      <a:xfrm>
                        <a:off x="6372200" y="1203598"/>
                        <a:ext cx="858837"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639279526"/>
              </p:ext>
            </p:extLst>
          </p:nvPr>
        </p:nvGraphicFramePr>
        <p:xfrm>
          <a:off x="2195736" y="2859782"/>
          <a:ext cx="3729037" cy="881063"/>
        </p:xfrm>
        <a:graphic>
          <a:graphicData uri="http://schemas.openxmlformats.org/presentationml/2006/ole">
            <mc:AlternateContent xmlns:mc="http://schemas.openxmlformats.org/markup-compatibility/2006">
              <mc:Choice xmlns:v="urn:schemas-microsoft-com:vml" Requires="v">
                <p:oleObj spid="_x0000_s122893" name="公式" r:id="rId5" imgW="1333440" imgH="419040" progId="Equation.3">
                  <p:embed/>
                </p:oleObj>
              </mc:Choice>
              <mc:Fallback>
                <p:oleObj name="公式" r:id="rId5" imgW="1333440" imgH="419040" progId="Equation.3">
                  <p:embed/>
                  <p:pic>
                    <p:nvPicPr>
                      <p:cNvPr id="4"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736" y="2859782"/>
                        <a:ext cx="3729037" cy="881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0249939"/>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4"/>
          <p:cNvGraphicFramePr>
            <a:graphicFrameLocks noChangeAspect="1"/>
          </p:cNvGraphicFramePr>
          <p:nvPr>
            <p:extLst>
              <p:ext uri="{D42A27DB-BD31-4B8C-83A1-F6EECF244321}">
                <p14:modId xmlns:p14="http://schemas.microsoft.com/office/powerpoint/2010/main" val="2932475253"/>
              </p:ext>
            </p:extLst>
          </p:nvPr>
        </p:nvGraphicFramePr>
        <p:xfrm>
          <a:off x="2879726" y="987574"/>
          <a:ext cx="3444875" cy="827485"/>
        </p:xfrm>
        <a:graphic>
          <a:graphicData uri="http://schemas.openxmlformats.org/presentationml/2006/ole">
            <mc:AlternateContent xmlns:mc="http://schemas.openxmlformats.org/markup-compatibility/2006">
              <mc:Choice xmlns:v="urn:schemas-microsoft-com:vml" Requires="v">
                <p:oleObj spid="_x0000_s124942" name="公式" r:id="rId3" imgW="1231366" imgH="393529" progId="Equation.3">
                  <p:embed/>
                </p:oleObj>
              </mc:Choice>
              <mc:Fallback>
                <p:oleObj name="公式" r:id="rId3" imgW="1231366" imgH="393529" progId="Equation.3">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9726" y="987574"/>
                        <a:ext cx="3444875" cy="8274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Box 5"/>
          <p:cNvSpPr txBox="1">
            <a:spLocks noChangeArrowheads="1"/>
          </p:cNvSpPr>
          <p:nvPr/>
        </p:nvSpPr>
        <p:spPr bwMode="auto">
          <a:xfrm>
            <a:off x="1219201" y="209550"/>
            <a:ext cx="4152099"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800" b="1" dirty="0"/>
              <a:t>电磁感应强度的几种</a:t>
            </a:r>
            <a:r>
              <a:rPr lang="zh-CN" altLang="en-US" sz="2800" b="1" dirty="0" smtClean="0"/>
              <a:t>形式</a:t>
            </a:r>
            <a:endParaRPr lang="en-US" altLang="zh-CN" sz="2800" b="1" dirty="0" smtClean="0"/>
          </a:p>
          <a:p>
            <a:pPr eaLnBrk="1" hangingPunct="1"/>
            <a:endParaRPr lang="en-US" altLang="zh-CN" sz="2800" b="1" dirty="0"/>
          </a:p>
          <a:p>
            <a:pPr eaLnBrk="1" hangingPunct="1"/>
            <a:r>
              <a:rPr lang="zh-CN" altLang="en-US" sz="2800" b="1" dirty="0" smtClean="0">
                <a:solidFill>
                  <a:srgbClr val="FF0000"/>
                </a:solidFill>
              </a:rPr>
              <a:t>线电流 </a:t>
            </a:r>
            <a:r>
              <a:rPr lang="zh-CN" altLang="en-US" sz="2800" b="1" dirty="0" smtClean="0"/>
              <a:t>：</a:t>
            </a:r>
            <a:endParaRPr lang="en-US" altLang="zh-CN" sz="2800" b="1" dirty="0" smtClean="0"/>
          </a:p>
          <a:p>
            <a:pPr eaLnBrk="1" hangingPunct="1"/>
            <a:endParaRPr lang="en-US" altLang="zh-CN" sz="2800" b="1" dirty="0"/>
          </a:p>
          <a:p>
            <a:pPr eaLnBrk="1" hangingPunct="1"/>
            <a:r>
              <a:rPr lang="zh-CN" altLang="en-US" sz="2800" b="1" dirty="0" smtClean="0">
                <a:solidFill>
                  <a:srgbClr val="FF0000"/>
                </a:solidFill>
              </a:rPr>
              <a:t>面电流</a:t>
            </a:r>
            <a:r>
              <a:rPr lang="zh-CN" altLang="en-US" sz="2800" b="1" dirty="0" smtClean="0"/>
              <a:t>：</a:t>
            </a:r>
            <a:endParaRPr lang="en-US" altLang="zh-CN" sz="2800" b="1" dirty="0" smtClean="0"/>
          </a:p>
          <a:p>
            <a:pPr eaLnBrk="1" hangingPunct="1"/>
            <a:endParaRPr lang="en-US" altLang="zh-CN" sz="2800" b="1" dirty="0"/>
          </a:p>
          <a:p>
            <a:pPr eaLnBrk="1" hangingPunct="1"/>
            <a:r>
              <a:rPr lang="zh-CN" altLang="en-US" sz="2800" b="1" dirty="0" smtClean="0">
                <a:solidFill>
                  <a:srgbClr val="FF0000"/>
                </a:solidFill>
              </a:rPr>
              <a:t>体电流</a:t>
            </a:r>
            <a:r>
              <a:rPr lang="zh-CN" altLang="en-US" sz="2800" b="1" dirty="0" smtClean="0"/>
              <a:t>：</a:t>
            </a:r>
            <a:endParaRPr lang="zh-CN" altLang="en-US" sz="2800" b="1" dirty="0"/>
          </a:p>
        </p:txBody>
      </p:sp>
      <p:graphicFrame>
        <p:nvGraphicFramePr>
          <p:cNvPr id="6" name="Object 6"/>
          <p:cNvGraphicFramePr>
            <a:graphicFrameLocks noChangeAspect="1"/>
          </p:cNvGraphicFramePr>
          <p:nvPr>
            <p:extLst>
              <p:ext uri="{D42A27DB-BD31-4B8C-83A1-F6EECF244321}">
                <p14:modId xmlns:p14="http://schemas.microsoft.com/office/powerpoint/2010/main" val="3597354895"/>
              </p:ext>
            </p:extLst>
          </p:nvPr>
        </p:nvGraphicFramePr>
        <p:xfrm>
          <a:off x="2824162" y="1779662"/>
          <a:ext cx="3729038" cy="827485"/>
        </p:xfrm>
        <a:graphic>
          <a:graphicData uri="http://schemas.openxmlformats.org/presentationml/2006/ole">
            <mc:AlternateContent xmlns:mc="http://schemas.openxmlformats.org/markup-compatibility/2006">
              <mc:Choice xmlns:v="urn:schemas-microsoft-com:vml" Requires="v">
                <p:oleObj spid="_x0000_s124943" name="公式" r:id="rId5" imgW="1333500" imgH="393700" progId="Equation.3">
                  <p:embed/>
                </p:oleObj>
              </mc:Choice>
              <mc:Fallback>
                <p:oleObj name="公式" r:id="rId5" imgW="1333500" imgH="393700" progId="Equation.3">
                  <p:embed/>
                  <p:pic>
                    <p:nvPicPr>
                      <p:cNvPr id="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24162" y="1779662"/>
                        <a:ext cx="3729038" cy="8274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7"/>
          <p:cNvGraphicFramePr>
            <a:graphicFrameLocks noChangeAspect="1"/>
          </p:cNvGraphicFramePr>
          <p:nvPr>
            <p:extLst>
              <p:ext uri="{D42A27DB-BD31-4B8C-83A1-F6EECF244321}">
                <p14:modId xmlns:p14="http://schemas.microsoft.com/office/powerpoint/2010/main" val="2395664218"/>
              </p:ext>
            </p:extLst>
          </p:nvPr>
        </p:nvGraphicFramePr>
        <p:xfrm>
          <a:off x="2967038" y="2643758"/>
          <a:ext cx="3586162" cy="827485"/>
        </p:xfrm>
        <a:graphic>
          <a:graphicData uri="http://schemas.openxmlformats.org/presentationml/2006/ole">
            <mc:AlternateContent xmlns:mc="http://schemas.openxmlformats.org/markup-compatibility/2006">
              <mc:Choice xmlns:v="urn:schemas-microsoft-com:vml" Requires="v">
                <p:oleObj spid="_x0000_s124944" name="公式" r:id="rId7" imgW="1282700" imgH="393700" progId="Equation.3">
                  <p:embed/>
                </p:oleObj>
              </mc:Choice>
              <mc:Fallback>
                <p:oleObj name="公式" r:id="rId7" imgW="1282700" imgH="393700" progId="Equation.3">
                  <p:embed/>
                  <p:pic>
                    <p:nvPicPr>
                      <p:cNvPr id="7"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67038" y="2643758"/>
                        <a:ext cx="3586162" cy="8274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1043608" y="3579862"/>
            <a:ext cx="7128792" cy="1138773"/>
          </a:xfrm>
          <a:prstGeom prst="rect">
            <a:avLst/>
          </a:prstGeom>
        </p:spPr>
        <p:txBody>
          <a:bodyPr wrap="square">
            <a:spAutoFit/>
          </a:bodyPr>
          <a:lstStyle/>
          <a:p>
            <a:pPr lvl="0" eaLnBrk="1" hangingPunct="1">
              <a:spcBef>
                <a:spcPct val="20000"/>
              </a:spcBef>
              <a:buClr>
                <a:srgbClr val="A50021"/>
              </a:buClr>
              <a:buSzPct val="75000"/>
            </a:pPr>
            <a:r>
              <a:rPr lang="zh-CN" altLang="en-US" sz="3200" b="1" kern="0" dirty="0">
                <a:solidFill>
                  <a:srgbClr val="000000"/>
                </a:solidFill>
                <a:latin typeface="宋体" pitchFamily="2" charset="-122"/>
                <a:ea typeface="宋体"/>
              </a:rPr>
              <a:t>磁感应强度</a:t>
            </a:r>
            <a:r>
              <a:rPr lang="zh-CN" altLang="en-US" sz="3200" b="1" i="1" kern="0" dirty="0">
                <a:solidFill>
                  <a:srgbClr val="000000"/>
                </a:solidFill>
                <a:latin typeface="宋体" pitchFamily="2" charset="-122"/>
                <a:ea typeface="宋体"/>
              </a:rPr>
              <a:t>Ｂ</a:t>
            </a:r>
            <a:r>
              <a:rPr lang="zh-CN" altLang="en-US" sz="3200" b="1" kern="0" dirty="0">
                <a:solidFill>
                  <a:srgbClr val="000000"/>
                </a:solidFill>
                <a:latin typeface="宋体" pitchFamily="2" charset="-122"/>
                <a:ea typeface="宋体"/>
              </a:rPr>
              <a:t>的单位为</a:t>
            </a:r>
            <a:r>
              <a:rPr lang="en-US" altLang="zh-CN" sz="3200" b="1" kern="0" dirty="0">
                <a:solidFill>
                  <a:srgbClr val="000000"/>
                </a:solidFill>
                <a:latin typeface="宋体" pitchFamily="2" charset="-122"/>
                <a:ea typeface="宋体"/>
              </a:rPr>
              <a:t>T</a:t>
            </a:r>
            <a:r>
              <a:rPr lang="zh-CN" altLang="en-US" sz="3200" b="1" kern="0" dirty="0">
                <a:solidFill>
                  <a:srgbClr val="000000"/>
                </a:solidFill>
                <a:latin typeface="宋体" pitchFamily="2" charset="-122"/>
                <a:ea typeface="宋体"/>
              </a:rPr>
              <a:t>（特斯拉）或</a:t>
            </a:r>
            <a:r>
              <a:rPr lang="en-US" altLang="zh-CN" sz="3200" b="1" kern="0" dirty="0" err="1">
                <a:solidFill>
                  <a:srgbClr val="000000"/>
                </a:solidFill>
                <a:latin typeface="宋体" pitchFamily="2" charset="-122"/>
                <a:ea typeface="宋体"/>
              </a:rPr>
              <a:t>Wb</a:t>
            </a:r>
            <a:r>
              <a:rPr lang="en-US" altLang="zh-CN" sz="3200" b="1" kern="0" dirty="0">
                <a:solidFill>
                  <a:srgbClr val="000000"/>
                </a:solidFill>
                <a:latin typeface="宋体" pitchFamily="2" charset="-122"/>
                <a:ea typeface="宋体"/>
              </a:rPr>
              <a:t>/m</a:t>
            </a:r>
            <a:r>
              <a:rPr lang="en-US" altLang="zh-CN" sz="3200" b="1" kern="0" baseline="30000" dirty="0">
                <a:solidFill>
                  <a:srgbClr val="000000"/>
                </a:solidFill>
                <a:latin typeface="宋体" pitchFamily="2" charset="-122"/>
                <a:ea typeface="宋体"/>
              </a:rPr>
              <a:t>2</a:t>
            </a:r>
            <a:r>
              <a:rPr lang="zh-CN" altLang="en-US" sz="3200" b="1" kern="0" dirty="0">
                <a:solidFill>
                  <a:srgbClr val="000000"/>
                </a:solidFill>
                <a:latin typeface="宋体" pitchFamily="2" charset="-122"/>
                <a:ea typeface="宋体"/>
              </a:rPr>
              <a:t>（韦</a:t>
            </a:r>
            <a:r>
              <a:rPr lang="en-US" altLang="zh-CN" sz="3200" b="1" kern="0" dirty="0">
                <a:solidFill>
                  <a:srgbClr val="000000"/>
                </a:solidFill>
                <a:latin typeface="宋体" pitchFamily="2" charset="-122"/>
                <a:ea typeface="宋体"/>
              </a:rPr>
              <a:t>[</a:t>
            </a:r>
            <a:r>
              <a:rPr lang="zh-CN" altLang="en-US" sz="3200" b="1" kern="0" dirty="0">
                <a:solidFill>
                  <a:srgbClr val="000000"/>
                </a:solidFill>
                <a:latin typeface="宋体" pitchFamily="2" charset="-122"/>
                <a:ea typeface="宋体"/>
              </a:rPr>
              <a:t>伯</a:t>
            </a:r>
            <a:r>
              <a:rPr lang="en-US" altLang="zh-CN" sz="3200" b="1" kern="0" dirty="0">
                <a:solidFill>
                  <a:srgbClr val="000000"/>
                </a:solidFill>
                <a:latin typeface="宋体" pitchFamily="2" charset="-122"/>
                <a:ea typeface="宋体"/>
              </a:rPr>
              <a:t>]/</a:t>
            </a:r>
            <a:r>
              <a:rPr lang="zh-CN" altLang="en-US" sz="3200" b="1" kern="0" dirty="0">
                <a:solidFill>
                  <a:srgbClr val="000000"/>
                </a:solidFill>
                <a:latin typeface="宋体" pitchFamily="2" charset="-122"/>
                <a:ea typeface="宋体"/>
              </a:rPr>
              <a:t>米</a:t>
            </a:r>
            <a:r>
              <a:rPr lang="en-US" altLang="zh-CN" sz="3200" b="1" kern="0" baseline="30000" dirty="0">
                <a:solidFill>
                  <a:srgbClr val="000000"/>
                </a:solidFill>
                <a:latin typeface="宋体" pitchFamily="2" charset="-122"/>
                <a:ea typeface="宋体"/>
              </a:rPr>
              <a:t>2</a:t>
            </a:r>
            <a:r>
              <a:rPr lang="zh-CN" altLang="en-US" sz="3200" b="1" kern="0" dirty="0">
                <a:solidFill>
                  <a:srgbClr val="000000"/>
                </a:solidFill>
                <a:latin typeface="宋体" pitchFamily="2" charset="-122"/>
                <a:ea typeface="宋体"/>
              </a:rPr>
              <a:t>）</a:t>
            </a:r>
            <a:r>
              <a:rPr lang="zh-CN" altLang="en-US" sz="3600" b="1" kern="0" dirty="0">
                <a:solidFill>
                  <a:srgbClr val="000000"/>
                </a:solidFill>
                <a:latin typeface="宋体" pitchFamily="2" charset="-122"/>
                <a:ea typeface="宋体"/>
              </a:rPr>
              <a:t>。</a:t>
            </a:r>
            <a:r>
              <a:rPr lang="zh-CN" altLang="en-US" sz="3200" b="1" kern="0" dirty="0">
                <a:solidFill>
                  <a:srgbClr val="000000"/>
                </a:solidFill>
                <a:latin typeface="Times New Roman"/>
                <a:ea typeface="宋体"/>
              </a:rPr>
              <a:t> </a:t>
            </a:r>
          </a:p>
        </p:txBody>
      </p:sp>
    </p:spTree>
    <p:extLst>
      <p:ext uri="{BB962C8B-B14F-4D97-AF65-F5344CB8AC3E}">
        <p14:creationId xmlns:p14="http://schemas.microsoft.com/office/powerpoint/2010/main" val="3861089211"/>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ChangeArrowheads="1"/>
          </p:cNvSpPr>
          <p:nvPr/>
        </p:nvSpPr>
        <p:spPr bwMode="auto">
          <a:xfrm>
            <a:off x="304800" y="489198"/>
            <a:ext cx="2394992" cy="3810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zh-CN" altLang="en-US" sz="3200" dirty="0"/>
              <a:t>例</a:t>
            </a:r>
            <a:r>
              <a:rPr lang="en-US" altLang="zh-CN" sz="3200" dirty="0"/>
              <a:t>2.3  </a:t>
            </a:r>
            <a:r>
              <a:rPr lang="zh-CN" altLang="en-US" sz="3200" b="1" dirty="0">
                <a:solidFill>
                  <a:srgbClr val="000000"/>
                </a:solidFill>
              </a:rPr>
              <a:t>计算长度</a:t>
            </a:r>
            <a:r>
              <a:rPr lang="zh-CN" altLang="en-US" sz="3200" b="1" dirty="0" smtClean="0">
                <a:solidFill>
                  <a:srgbClr val="000000"/>
                </a:solidFill>
              </a:rPr>
              <a:t>为</a:t>
            </a:r>
            <a:r>
              <a:rPr lang="en-US" altLang="zh-CN" sz="3200" b="1" i="1" dirty="0" smtClean="0">
                <a:solidFill>
                  <a:srgbClr val="000000"/>
                </a:solidFill>
                <a:latin typeface="+mn-lt"/>
              </a:rPr>
              <a:t>l </a:t>
            </a:r>
            <a:r>
              <a:rPr lang="zh-CN" altLang="en-US" sz="3200" b="1" dirty="0" smtClean="0">
                <a:solidFill>
                  <a:srgbClr val="000000"/>
                </a:solidFill>
              </a:rPr>
              <a:t>的</a:t>
            </a:r>
            <a:r>
              <a:rPr lang="zh-CN" altLang="en-US" sz="3200" b="1" dirty="0">
                <a:solidFill>
                  <a:srgbClr val="000000"/>
                </a:solidFill>
              </a:rPr>
              <a:t>直线</a:t>
            </a:r>
            <a:r>
              <a:rPr lang="zh-CN" altLang="en-US" sz="3200" b="1" dirty="0" smtClean="0">
                <a:solidFill>
                  <a:srgbClr val="000000"/>
                </a:solidFill>
              </a:rPr>
              <a:t>电流 </a:t>
            </a:r>
            <a:r>
              <a:rPr lang="en-US" altLang="zh-CN" sz="3200" b="1" i="1" dirty="0" smtClean="0">
                <a:solidFill>
                  <a:srgbClr val="000000"/>
                </a:solidFill>
                <a:latin typeface="+mn-lt"/>
              </a:rPr>
              <a:t>I </a:t>
            </a:r>
            <a:r>
              <a:rPr lang="zh-CN" altLang="en-US" sz="3200" b="1" dirty="0" smtClean="0">
                <a:solidFill>
                  <a:srgbClr val="000000"/>
                </a:solidFill>
              </a:rPr>
              <a:t>在点</a:t>
            </a:r>
            <a:r>
              <a:rPr lang="en-US" altLang="zh-CN" sz="3200" b="1" dirty="0" smtClean="0">
                <a:solidFill>
                  <a:srgbClr val="000000"/>
                </a:solidFill>
              </a:rPr>
              <a:t>P</a:t>
            </a:r>
            <a:r>
              <a:rPr lang="zh-CN" altLang="en-US" sz="3200" b="1" dirty="0">
                <a:solidFill>
                  <a:srgbClr val="000000"/>
                </a:solidFill>
              </a:rPr>
              <a:t>处产生的磁场，如</a:t>
            </a:r>
            <a:r>
              <a:rPr lang="zh-CN" altLang="en-US" sz="3200" b="1" dirty="0" smtClean="0">
                <a:solidFill>
                  <a:srgbClr val="000000"/>
                </a:solidFill>
              </a:rPr>
              <a:t>图所</a:t>
            </a:r>
            <a:r>
              <a:rPr lang="zh-CN" altLang="en-US" sz="3200" b="1" dirty="0">
                <a:solidFill>
                  <a:srgbClr val="000000"/>
                </a:solidFill>
              </a:rPr>
              <a:t>示。</a:t>
            </a:r>
          </a:p>
        </p:txBody>
      </p:sp>
      <p:pic>
        <p:nvPicPr>
          <p:cNvPr id="9"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843558"/>
            <a:ext cx="5867400" cy="392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6980511"/>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755576" y="692551"/>
            <a:ext cx="16786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dirty="0" smtClean="0">
                <a:solidFill>
                  <a:srgbClr val="FF0000"/>
                </a:solidFill>
              </a:rPr>
              <a:t>1</a:t>
            </a:r>
            <a:r>
              <a:rPr lang="en-US" altLang="zh-CN" sz="2400" b="1" dirty="0" smtClean="0"/>
              <a:t> </a:t>
            </a:r>
            <a:r>
              <a:rPr lang="zh-CN" altLang="en-US" sz="2400" b="1" dirty="0" smtClean="0"/>
              <a:t>建</a:t>
            </a:r>
            <a:r>
              <a:rPr lang="zh-CN" altLang="en-US" sz="2400" b="1" dirty="0"/>
              <a:t>坐标系</a:t>
            </a:r>
          </a:p>
        </p:txBody>
      </p:sp>
      <p:graphicFrame>
        <p:nvGraphicFramePr>
          <p:cNvPr id="5" name="Object 5"/>
          <p:cNvGraphicFramePr>
            <a:graphicFrameLocks noChangeAspect="1"/>
          </p:cNvGraphicFramePr>
          <p:nvPr>
            <p:extLst/>
          </p:nvPr>
        </p:nvGraphicFramePr>
        <p:xfrm>
          <a:off x="3188187" y="1230999"/>
          <a:ext cx="2971800" cy="952500"/>
        </p:xfrm>
        <a:graphic>
          <a:graphicData uri="http://schemas.openxmlformats.org/presentationml/2006/ole">
            <mc:AlternateContent xmlns:mc="http://schemas.openxmlformats.org/markup-compatibility/2006">
              <mc:Choice xmlns:v="urn:schemas-microsoft-com:vml" Requires="v">
                <p:oleObj spid="_x0000_s125966" name="公式" r:id="rId3" imgW="1231366" imgH="393529" progId="Equation.3">
                  <p:embed/>
                </p:oleObj>
              </mc:Choice>
              <mc:Fallback>
                <p:oleObj name="公式" r:id="rId3" imgW="1231366" imgH="393529" progId="Equation.3">
                  <p:embed/>
                  <p:pic>
                    <p:nvPicPr>
                      <p:cNvPr id="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8187" y="1230999"/>
                        <a:ext cx="2971800"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6"/>
          <p:cNvGraphicFramePr>
            <a:graphicFrameLocks noChangeAspect="1"/>
          </p:cNvGraphicFramePr>
          <p:nvPr>
            <p:extLst/>
          </p:nvPr>
        </p:nvGraphicFramePr>
        <p:xfrm>
          <a:off x="827584" y="2749090"/>
          <a:ext cx="5903913" cy="812800"/>
        </p:xfrm>
        <a:graphic>
          <a:graphicData uri="http://schemas.openxmlformats.org/presentationml/2006/ole">
            <mc:AlternateContent xmlns:mc="http://schemas.openxmlformats.org/markup-compatibility/2006">
              <mc:Choice xmlns:v="urn:schemas-microsoft-com:vml" Requires="v">
                <p:oleObj spid="_x0000_s125967" name="公式" r:id="rId5" imgW="2400120" imgH="393480" progId="Equation.3">
                  <p:embed/>
                </p:oleObj>
              </mc:Choice>
              <mc:Fallback>
                <p:oleObj name="公式" r:id="rId5" imgW="2400120" imgH="393480" progId="Equation.3">
                  <p:embed/>
                  <p:pic>
                    <p:nvPicPr>
                      <p:cNvPr id="6" name="Object 6"/>
                      <p:cNvPicPr>
                        <a:picLocks noChangeAspect="1" noChangeArrowheads="1"/>
                      </p:cNvPicPr>
                      <p:nvPr/>
                    </p:nvPicPr>
                    <p:blipFill>
                      <a:blip r:embed="rId6"/>
                      <a:srcRect/>
                      <a:stretch>
                        <a:fillRect/>
                      </a:stretch>
                    </p:blipFill>
                    <p:spPr bwMode="auto">
                      <a:xfrm>
                        <a:off x="827584" y="2749090"/>
                        <a:ext cx="5903913" cy="81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7"/>
          <p:cNvSpPr txBox="1">
            <a:spLocks noChangeArrowheads="1"/>
          </p:cNvSpPr>
          <p:nvPr/>
        </p:nvSpPr>
        <p:spPr bwMode="auto">
          <a:xfrm>
            <a:off x="611560" y="1423731"/>
            <a:ext cx="22974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dirty="0" smtClean="0">
                <a:solidFill>
                  <a:srgbClr val="FF0000"/>
                </a:solidFill>
              </a:rPr>
              <a:t>2 </a:t>
            </a:r>
            <a:r>
              <a:rPr lang="zh-CN" altLang="en-US" sz="2400" b="1" dirty="0" smtClean="0"/>
              <a:t>选择</a:t>
            </a:r>
            <a:r>
              <a:rPr lang="zh-CN" altLang="en-US" sz="2400" b="1" dirty="0"/>
              <a:t>计算公式</a:t>
            </a:r>
          </a:p>
        </p:txBody>
      </p:sp>
      <p:sp>
        <p:nvSpPr>
          <p:cNvPr id="8" name="Text Box 8"/>
          <p:cNvSpPr txBox="1">
            <a:spLocks noChangeArrowheads="1"/>
          </p:cNvSpPr>
          <p:nvPr/>
        </p:nvSpPr>
        <p:spPr bwMode="auto">
          <a:xfrm>
            <a:off x="755575" y="2183499"/>
            <a:ext cx="16786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dirty="0" smtClean="0">
                <a:solidFill>
                  <a:srgbClr val="FF0000"/>
                </a:solidFill>
              </a:rPr>
              <a:t>3 </a:t>
            </a:r>
            <a:r>
              <a:rPr lang="zh-CN" altLang="en-US" sz="2400" b="1" dirty="0" smtClean="0"/>
              <a:t>整理</a:t>
            </a:r>
            <a:r>
              <a:rPr lang="zh-CN" altLang="en-US" sz="2400" b="1" dirty="0"/>
              <a:t>算式</a:t>
            </a:r>
          </a:p>
        </p:txBody>
      </p:sp>
      <p:graphicFrame>
        <p:nvGraphicFramePr>
          <p:cNvPr id="9" name="对象 8"/>
          <p:cNvGraphicFramePr>
            <a:graphicFrameLocks noChangeAspect="1"/>
          </p:cNvGraphicFramePr>
          <p:nvPr>
            <p:extLst/>
          </p:nvPr>
        </p:nvGraphicFramePr>
        <p:xfrm>
          <a:off x="6473825" y="3800108"/>
          <a:ext cx="2670175" cy="412750"/>
        </p:xfrm>
        <a:graphic>
          <a:graphicData uri="http://schemas.openxmlformats.org/presentationml/2006/ole">
            <mc:AlternateContent xmlns:mc="http://schemas.openxmlformats.org/markup-compatibility/2006">
              <mc:Choice xmlns:v="urn:schemas-microsoft-com:vml" Requires="v">
                <p:oleObj spid="_x0000_s125968" name="公式" r:id="rId7" imgW="1396800" imgH="215640" progId="Equation.3">
                  <p:embed/>
                </p:oleObj>
              </mc:Choice>
              <mc:Fallback>
                <p:oleObj name="公式" r:id="rId7" imgW="1396800" imgH="215640" progId="Equation.3">
                  <p:embed/>
                  <p:pic>
                    <p:nvPicPr>
                      <p:cNvPr id="9"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73825" y="3800108"/>
                        <a:ext cx="2670175" cy="412750"/>
                      </a:xfrm>
                      <a:prstGeom prst="rect">
                        <a:avLst/>
                      </a:prstGeom>
                      <a:solidFill>
                        <a:srgbClr val="99FFCC"/>
                      </a:solidFill>
                      <a:extLst/>
                    </p:spPr>
                  </p:pic>
                </p:oleObj>
              </mc:Fallback>
            </mc:AlternateContent>
          </a:graphicData>
        </a:graphic>
      </p:graphicFrame>
      <p:pic>
        <p:nvPicPr>
          <p:cNvPr id="10"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29039" y="742950"/>
            <a:ext cx="2734322"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4"/>
          <p:cNvSpPr txBox="1">
            <a:spLocks noChangeArrowheads="1"/>
          </p:cNvSpPr>
          <p:nvPr/>
        </p:nvSpPr>
        <p:spPr bwMode="auto">
          <a:xfrm>
            <a:off x="2909920" y="621399"/>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400" b="1" dirty="0" smtClean="0">
                <a:solidFill>
                  <a:srgbClr val="FF0000"/>
                </a:solidFill>
              </a:rPr>
              <a:t>圆柱坐标</a:t>
            </a:r>
            <a:endParaRPr lang="zh-CN" altLang="en-US" sz="2400" b="1" dirty="0">
              <a:solidFill>
                <a:srgbClr val="FF0000"/>
              </a:solidFill>
            </a:endParaRPr>
          </a:p>
        </p:txBody>
      </p:sp>
      <p:graphicFrame>
        <p:nvGraphicFramePr>
          <p:cNvPr id="2" name="对象 1"/>
          <p:cNvGraphicFramePr>
            <a:graphicFrameLocks noChangeAspect="1"/>
          </p:cNvGraphicFramePr>
          <p:nvPr>
            <p:extLst/>
          </p:nvPr>
        </p:nvGraphicFramePr>
        <p:xfrm>
          <a:off x="1691680" y="3713729"/>
          <a:ext cx="2093943" cy="729351"/>
        </p:xfrm>
        <a:graphic>
          <a:graphicData uri="http://schemas.openxmlformats.org/presentationml/2006/ole">
            <mc:AlternateContent xmlns:mc="http://schemas.openxmlformats.org/markup-compatibility/2006">
              <mc:Choice xmlns:v="urn:schemas-microsoft-com:vml" Requires="v">
                <p:oleObj spid="_x0000_s125969" name="公式" r:id="rId10" imgW="1130040" imgH="393480" progId="Equation.3">
                  <p:embed/>
                </p:oleObj>
              </mc:Choice>
              <mc:Fallback>
                <p:oleObj name="公式" r:id="rId10" imgW="1130040" imgH="393480" progId="Equation.3">
                  <p:embed/>
                  <p:pic>
                    <p:nvPicPr>
                      <p:cNvPr id="2" name="对象 1"/>
                      <p:cNvPicPr/>
                      <p:nvPr/>
                    </p:nvPicPr>
                    <p:blipFill>
                      <a:blip r:embed="rId11"/>
                      <a:stretch>
                        <a:fillRect/>
                      </a:stretch>
                    </p:blipFill>
                    <p:spPr>
                      <a:xfrm>
                        <a:off x="1691680" y="3713729"/>
                        <a:ext cx="2093943" cy="729351"/>
                      </a:xfrm>
                      <a:prstGeom prst="rect">
                        <a:avLst/>
                      </a:prstGeom>
                    </p:spPr>
                  </p:pic>
                </p:oleObj>
              </mc:Fallback>
            </mc:AlternateContent>
          </a:graphicData>
        </a:graphic>
      </p:graphicFrame>
      <p:sp>
        <p:nvSpPr>
          <p:cNvPr id="12" name="左弧形箭头 11"/>
          <p:cNvSpPr/>
          <p:nvPr/>
        </p:nvSpPr>
        <p:spPr>
          <a:xfrm rot="9009089" flipH="1">
            <a:off x="6189672" y="3092255"/>
            <a:ext cx="234421" cy="922521"/>
          </a:xfrm>
          <a:prstGeom prst="curvedRightArrow">
            <a:avLst>
              <a:gd name="adj1" fmla="val 81873"/>
              <a:gd name="adj2" fmla="val 146772"/>
              <a:gd name="adj3" fmla="val 559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65440357"/>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defRPr/>
            </a:pPr>
            <a:r>
              <a:rPr lang="en-US" altLang="zh-CN" smtClean="0"/>
              <a:t>  2.2  </a:t>
            </a:r>
            <a:r>
              <a:rPr lang="zh-CN" altLang="en-US" smtClean="0"/>
              <a:t>静电场</a:t>
            </a:r>
          </a:p>
        </p:txBody>
      </p:sp>
      <p:sp>
        <p:nvSpPr>
          <p:cNvPr id="23557" name="Rectangle 3" descr="Rectangle: Click to edit Master text styles&#10;Second level&#10;Third level&#10;Fourth level&#10;Fifth level"/>
          <p:cNvSpPr>
            <a:spLocks noGrp="1" noChangeArrowheads="1"/>
          </p:cNvSpPr>
          <p:nvPr>
            <p:ph type="body" idx="1"/>
          </p:nvPr>
        </p:nvSpPr>
        <p:spPr>
          <a:xfrm>
            <a:off x="184731" y="1162050"/>
            <a:ext cx="8425869" cy="3086100"/>
          </a:xfrm>
        </p:spPr>
        <p:txBody>
          <a:bodyPr/>
          <a:lstStyle/>
          <a:p>
            <a:pPr lvl="1" indent="0" eaLnBrk="1" hangingPunct="1">
              <a:lnSpc>
                <a:spcPct val="90000"/>
              </a:lnSpc>
              <a:buFont typeface="Wingdings" pitchFamily="2" charset="2"/>
              <a:buNone/>
            </a:pPr>
            <a:r>
              <a:rPr lang="en-US" altLang="zh-CN" dirty="0" smtClean="0">
                <a:latin typeface="隶书" pitchFamily="49" charset="-122"/>
              </a:rPr>
              <a:t>   2.2.1 </a:t>
            </a:r>
            <a:r>
              <a:rPr lang="zh-CN" altLang="en-US" dirty="0" smtClean="0">
                <a:latin typeface="隶书" pitchFamily="49" charset="-122"/>
              </a:rPr>
              <a:t>真空中静电场的基本方程</a:t>
            </a:r>
          </a:p>
          <a:p>
            <a:pPr marL="0" indent="0" eaLnBrk="1" hangingPunct="1">
              <a:lnSpc>
                <a:spcPct val="90000"/>
              </a:lnSpc>
              <a:buFont typeface="Wingdings" pitchFamily="2" charset="2"/>
              <a:buNone/>
            </a:pPr>
            <a:r>
              <a:rPr lang="zh-CN" altLang="en-US" dirty="0" smtClean="0">
                <a:latin typeface="宋体" pitchFamily="2" charset="-122"/>
              </a:rPr>
              <a:t>    静电场基本方程的积分形式为</a:t>
            </a:r>
          </a:p>
          <a:p>
            <a:pPr marL="0" indent="0" eaLnBrk="1" hangingPunct="1">
              <a:lnSpc>
                <a:spcPct val="150000"/>
              </a:lnSpc>
              <a:buFont typeface="Wingdings" pitchFamily="2" charset="2"/>
              <a:buNone/>
            </a:pPr>
            <a:r>
              <a:rPr lang="zh-CN" altLang="en-US" dirty="0" smtClean="0">
                <a:latin typeface="宋体" pitchFamily="2" charset="-122"/>
              </a:rPr>
              <a:t>          通量：             　 </a:t>
            </a:r>
            <a:r>
              <a:rPr lang="en-US" altLang="zh-CN" dirty="0" smtClean="0">
                <a:latin typeface="宋体" pitchFamily="2" charset="-122"/>
              </a:rPr>
              <a:t>(2.20)</a:t>
            </a:r>
          </a:p>
          <a:p>
            <a:pPr marL="0" indent="0" eaLnBrk="1" hangingPunct="1">
              <a:lnSpc>
                <a:spcPct val="150000"/>
              </a:lnSpc>
              <a:buFont typeface="Wingdings" pitchFamily="2" charset="2"/>
              <a:buNone/>
            </a:pPr>
            <a:r>
              <a:rPr lang="en-US" altLang="zh-CN" dirty="0" smtClean="0">
                <a:latin typeface="宋体" pitchFamily="2" charset="-122"/>
              </a:rPr>
              <a:t>          </a:t>
            </a:r>
            <a:r>
              <a:rPr lang="zh-CN" altLang="en-US" dirty="0" smtClean="0">
                <a:latin typeface="宋体" pitchFamily="2" charset="-122"/>
              </a:rPr>
              <a:t>环量：</a:t>
            </a:r>
            <a:r>
              <a:rPr lang="en-US" altLang="zh-CN" dirty="0" smtClean="0">
                <a:latin typeface="宋体" pitchFamily="2" charset="-122"/>
              </a:rPr>
              <a:t>                (2.21)</a:t>
            </a:r>
          </a:p>
        </p:txBody>
      </p:sp>
      <p:sp>
        <p:nvSpPr>
          <p:cNvPr id="23558" name="Rectangle 5"/>
          <p:cNvSpPr>
            <a:spLocks noChangeArrowheads="1"/>
          </p:cNvSpPr>
          <p:nvPr/>
        </p:nvSpPr>
        <p:spPr bwMode="auto">
          <a:xfrm>
            <a:off x="0" y="22263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3554" name="Object 4"/>
          <p:cNvGraphicFramePr>
            <a:graphicFrameLocks noChangeAspect="1"/>
          </p:cNvGraphicFramePr>
          <p:nvPr>
            <p:extLst/>
          </p:nvPr>
        </p:nvGraphicFramePr>
        <p:xfrm>
          <a:off x="3886200" y="2571750"/>
          <a:ext cx="1981200" cy="661988"/>
        </p:xfrm>
        <a:graphic>
          <a:graphicData uri="http://schemas.openxmlformats.org/presentationml/2006/ole">
            <mc:AlternateContent xmlns:mc="http://schemas.openxmlformats.org/markup-compatibility/2006">
              <mc:Choice xmlns:v="urn:schemas-microsoft-com:vml" Requires="v">
                <p:oleObj spid="_x0000_s128008" name="公式" r:id="rId3" imgW="965200" imgH="431800" progId="Equation.3">
                  <p:embed/>
                </p:oleObj>
              </mc:Choice>
              <mc:Fallback>
                <p:oleObj name="公式" r:id="rId3" imgW="965200" imgH="431800" progId="Equation.3">
                  <p:embed/>
                  <p:pic>
                    <p:nvPicPr>
                      <p:cNvPr id="2355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2571750"/>
                        <a:ext cx="1981200" cy="661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59" name="Rectangle 7"/>
          <p:cNvSpPr>
            <a:spLocks noChangeArrowheads="1"/>
          </p:cNvSpPr>
          <p:nvPr/>
        </p:nvSpPr>
        <p:spPr bwMode="auto">
          <a:xfrm>
            <a:off x="0" y="227278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3555" name="Object 6"/>
          <p:cNvGraphicFramePr>
            <a:graphicFrameLocks noChangeAspect="1"/>
          </p:cNvGraphicFramePr>
          <p:nvPr>
            <p:extLst/>
          </p:nvPr>
        </p:nvGraphicFramePr>
        <p:xfrm>
          <a:off x="3962400" y="3444478"/>
          <a:ext cx="1752600" cy="498872"/>
        </p:xfrm>
        <a:graphic>
          <a:graphicData uri="http://schemas.openxmlformats.org/presentationml/2006/ole">
            <mc:AlternateContent xmlns:mc="http://schemas.openxmlformats.org/markup-compatibility/2006">
              <mc:Choice xmlns:v="urn:schemas-microsoft-com:vml" Requires="v">
                <p:oleObj spid="_x0000_s128009" name="公式" r:id="rId5" imgW="825142" imgH="317362" progId="Equation.3">
                  <p:embed/>
                </p:oleObj>
              </mc:Choice>
              <mc:Fallback>
                <p:oleObj name="公式" r:id="rId5" imgW="825142" imgH="317362" progId="Equation.3">
                  <p:embed/>
                  <p:pic>
                    <p:nvPicPr>
                      <p:cNvPr id="2355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2400" y="3444478"/>
                        <a:ext cx="1752600" cy="4988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08732569"/>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altLang="zh-CN" smtClean="0"/>
              <a:t> </a:t>
            </a:r>
          </a:p>
        </p:txBody>
      </p:sp>
      <p:sp>
        <p:nvSpPr>
          <p:cNvPr id="27653" name="Rectangle 3" descr="Rectangle: Click to edit Master text styles&#10;Second level&#10;Third level&#10;Fourth level&#10;Fifth level"/>
          <p:cNvSpPr>
            <a:spLocks noGrp="1" noChangeArrowheads="1"/>
          </p:cNvSpPr>
          <p:nvPr>
            <p:ph type="body" idx="1"/>
          </p:nvPr>
        </p:nvSpPr>
        <p:spPr>
          <a:xfrm>
            <a:off x="838200" y="438150"/>
            <a:ext cx="7772400" cy="3810000"/>
          </a:xfrm>
        </p:spPr>
        <p:txBody>
          <a:bodyPr/>
          <a:lstStyle/>
          <a:p>
            <a:pPr marL="0" indent="0" eaLnBrk="1" hangingPunct="1">
              <a:buFont typeface="Wingdings" pitchFamily="2" charset="2"/>
              <a:buNone/>
            </a:pPr>
            <a:r>
              <a:rPr lang="zh-CN" altLang="en-US" dirty="0" smtClean="0"/>
              <a:t>在闭合面所包围的体积内，电荷以体密度</a:t>
            </a:r>
            <a:r>
              <a:rPr lang="el-GR" altLang="zh-CN" dirty="0" smtClean="0">
                <a:latin typeface="黑体"/>
                <a:ea typeface="黑体"/>
              </a:rPr>
              <a:t>ρ</a:t>
            </a:r>
            <a:r>
              <a:rPr lang="zh-CN" altLang="en-US" dirty="0" smtClean="0">
                <a:latin typeface="黑体"/>
                <a:ea typeface="黑体"/>
              </a:rPr>
              <a:t>分布时，可得高斯散度定理的</a:t>
            </a:r>
            <a:r>
              <a:rPr lang="zh-CN" altLang="en-US" dirty="0" smtClean="0"/>
              <a:t>微分形式：</a:t>
            </a:r>
            <a:endParaRPr lang="en-US" altLang="zh-CN" dirty="0" smtClean="0"/>
          </a:p>
          <a:p>
            <a:pPr marL="0" indent="0" eaLnBrk="1" hangingPunct="1">
              <a:buFont typeface="Wingdings" pitchFamily="2" charset="2"/>
              <a:buNone/>
            </a:pPr>
            <a:endParaRPr lang="en-US" altLang="zh-CN" dirty="0"/>
          </a:p>
          <a:p>
            <a:pPr marL="0" indent="0" eaLnBrk="1" hangingPunct="1">
              <a:buFont typeface="Wingdings" pitchFamily="2" charset="2"/>
              <a:buNone/>
            </a:pPr>
            <a:endParaRPr lang="en-US" altLang="zh-CN" dirty="0" smtClean="0"/>
          </a:p>
          <a:p>
            <a:pPr marL="0" indent="0" eaLnBrk="1" hangingPunct="1">
              <a:buFont typeface="Wingdings" pitchFamily="2" charset="2"/>
              <a:buNone/>
            </a:pPr>
            <a:r>
              <a:rPr lang="zh-CN" altLang="en-US" dirty="0" smtClean="0"/>
              <a:t>闭合回路是任意的，根据斯托克斯定理</a:t>
            </a:r>
            <a:endParaRPr lang="en-US" altLang="zh-CN" dirty="0" smtClean="0"/>
          </a:p>
          <a:p>
            <a:pPr marL="0" indent="0" eaLnBrk="1" hangingPunct="1">
              <a:buFont typeface="Wingdings" pitchFamily="2" charset="2"/>
              <a:buNone/>
            </a:pPr>
            <a:endParaRPr lang="en-US" altLang="zh-CN" dirty="0"/>
          </a:p>
          <a:p>
            <a:pPr marL="0" indent="0" eaLnBrk="1" hangingPunct="1">
              <a:buFont typeface="Wingdings" pitchFamily="2" charset="2"/>
              <a:buNone/>
            </a:pPr>
            <a:r>
              <a:rPr lang="zh-CN" altLang="en-US" dirty="0" smtClean="0"/>
              <a:t>故：</a:t>
            </a:r>
          </a:p>
        </p:txBody>
      </p:sp>
      <p:sp>
        <p:nvSpPr>
          <p:cNvPr id="27654" name="Rectangle 5"/>
          <p:cNvSpPr>
            <a:spLocks noChangeArrowheads="1"/>
          </p:cNvSpPr>
          <p:nvPr/>
        </p:nvSpPr>
        <p:spPr bwMode="auto">
          <a:xfrm>
            <a:off x="0" y="22263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7650" name="Object 4"/>
          <p:cNvGraphicFramePr>
            <a:graphicFrameLocks noChangeAspect="1"/>
          </p:cNvGraphicFramePr>
          <p:nvPr>
            <p:extLst/>
          </p:nvPr>
        </p:nvGraphicFramePr>
        <p:xfrm>
          <a:off x="3505200" y="1504950"/>
          <a:ext cx="2133600" cy="985838"/>
        </p:xfrm>
        <a:graphic>
          <a:graphicData uri="http://schemas.openxmlformats.org/presentationml/2006/ole">
            <mc:AlternateContent xmlns:mc="http://schemas.openxmlformats.org/markup-compatibility/2006">
              <mc:Choice xmlns:v="urn:schemas-microsoft-com:vml" Requires="v">
                <p:oleObj spid="_x0000_s131083" name="公式" r:id="rId3" imgW="698197" imgH="431613" progId="Equation.3">
                  <p:embed/>
                </p:oleObj>
              </mc:Choice>
              <mc:Fallback>
                <p:oleObj name="公式" r:id="rId3" imgW="698197" imgH="431613" progId="Equation.3">
                  <p:embed/>
                  <p:pic>
                    <p:nvPicPr>
                      <p:cNvPr id="2765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1504950"/>
                        <a:ext cx="2133600" cy="985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5" name="Rectangle 7"/>
          <p:cNvSpPr>
            <a:spLocks noChangeArrowheads="1"/>
          </p:cNvSpPr>
          <p:nvPr/>
        </p:nvSpPr>
        <p:spPr bwMode="auto">
          <a:xfrm>
            <a:off x="0" y="23192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7651" name="Object 6"/>
          <p:cNvGraphicFramePr>
            <a:graphicFrameLocks noChangeAspect="1"/>
          </p:cNvGraphicFramePr>
          <p:nvPr>
            <p:extLst/>
          </p:nvPr>
        </p:nvGraphicFramePr>
        <p:xfrm>
          <a:off x="3200400" y="4248150"/>
          <a:ext cx="2016125" cy="430213"/>
        </p:xfrm>
        <a:graphic>
          <a:graphicData uri="http://schemas.openxmlformats.org/presentationml/2006/ole">
            <mc:AlternateContent xmlns:mc="http://schemas.openxmlformats.org/markup-compatibility/2006">
              <mc:Choice xmlns:v="urn:schemas-microsoft-com:vml" Requires="v">
                <p:oleObj spid="_x0000_s131084" name="公式" r:id="rId5" imgW="634680" imgH="177480" progId="Equation.3">
                  <p:embed/>
                </p:oleObj>
              </mc:Choice>
              <mc:Fallback>
                <p:oleObj name="公式" r:id="rId5" imgW="634680" imgH="177480" progId="Equation.3">
                  <p:embed/>
                  <p:pic>
                    <p:nvPicPr>
                      <p:cNvPr id="2765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4248150"/>
                        <a:ext cx="2016125" cy="43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extLst/>
          </p:nvPr>
        </p:nvGraphicFramePr>
        <p:xfrm>
          <a:off x="2468601" y="3333750"/>
          <a:ext cx="3398799" cy="838200"/>
        </p:xfrm>
        <a:graphic>
          <a:graphicData uri="http://schemas.openxmlformats.org/presentationml/2006/ole">
            <mc:AlternateContent xmlns:mc="http://schemas.openxmlformats.org/markup-compatibility/2006">
              <mc:Choice xmlns:v="urn:schemas-microsoft-com:vml" Requires="v">
                <p:oleObj spid="_x0000_s131085" name="公式" r:id="rId7" imgW="1549080" imgH="380880" progId="Equation.3">
                  <p:embed/>
                </p:oleObj>
              </mc:Choice>
              <mc:Fallback>
                <p:oleObj name="公式" r:id="rId7" imgW="1549080" imgH="380880" progId="Equation.3">
                  <p:embed/>
                  <p:pic>
                    <p:nvPicPr>
                      <p:cNvPr id="2" name="对象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68601" y="3333750"/>
                        <a:ext cx="3398799"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71207868"/>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90600" y="590550"/>
            <a:ext cx="1981200" cy="660975"/>
          </a:xfrm>
          <a:solidFill>
            <a:schemeClr val="tx2">
              <a:lumMod val="20000"/>
              <a:lumOff val="80000"/>
            </a:schemeClr>
          </a:solidFill>
        </p:spPr>
        <p:txBody>
          <a:bodyPr/>
          <a:lstStyle/>
          <a:p>
            <a:pPr marL="0" indent="0" algn="ctr">
              <a:buNone/>
            </a:pPr>
            <a:r>
              <a:rPr lang="zh-CN" altLang="en-US" dirty="0" smtClean="0"/>
              <a:t>积分形式</a:t>
            </a:r>
            <a:endParaRPr lang="zh-CN" altLang="en-US" dirty="0"/>
          </a:p>
        </p:txBody>
      </p:sp>
      <p:graphicFrame>
        <p:nvGraphicFramePr>
          <p:cNvPr id="4" name="对象 3"/>
          <p:cNvGraphicFramePr>
            <a:graphicFrameLocks noChangeAspect="1"/>
          </p:cNvGraphicFramePr>
          <p:nvPr>
            <p:extLst/>
          </p:nvPr>
        </p:nvGraphicFramePr>
        <p:xfrm>
          <a:off x="990600" y="1657350"/>
          <a:ext cx="1981200" cy="661988"/>
        </p:xfrm>
        <a:graphic>
          <a:graphicData uri="http://schemas.openxmlformats.org/presentationml/2006/ole">
            <mc:AlternateContent xmlns:mc="http://schemas.openxmlformats.org/markup-compatibility/2006">
              <mc:Choice xmlns:v="urn:schemas-microsoft-com:vml" Requires="v">
                <p:oleObj spid="_x0000_s132110" name="公式" r:id="rId3" imgW="965200" imgH="431800" progId="Equation.3">
                  <p:embed/>
                </p:oleObj>
              </mc:Choice>
              <mc:Fallback>
                <p:oleObj name="公式" r:id="rId3" imgW="965200" imgH="431800" progId="Equation.3">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657350"/>
                        <a:ext cx="1981200" cy="661988"/>
                      </a:xfrm>
                      <a:prstGeom prst="rect">
                        <a:avLst/>
                      </a:prstGeom>
                      <a:solidFill>
                        <a:srgbClr val="F0C2FF"/>
                      </a:solidFill>
                    </p:spPr>
                  </p:pic>
                </p:oleObj>
              </mc:Fallback>
            </mc:AlternateContent>
          </a:graphicData>
        </a:graphic>
      </p:graphicFrame>
      <p:graphicFrame>
        <p:nvGraphicFramePr>
          <p:cNvPr id="5" name="对象 4"/>
          <p:cNvGraphicFramePr>
            <a:graphicFrameLocks noChangeAspect="1"/>
          </p:cNvGraphicFramePr>
          <p:nvPr>
            <p:extLst/>
          </p:nvPr>
        </p:nvGraphicFramePr>
        <p:xfrm>
          <a:off x="990600" y="2647950"/>
          <a:ext cx="1981200" cy="563493"/>
        </p:xfrm>
        <a:graphic>
          <a:graphicData uri="http://schemas.openxmlformats.org/presentationml/2006/ole">
            <mc:AlternateContent xmlns:mc="http://schemas.openxmlformats.org/markup-compatibility/2006">
              <mc:Choice xmlns:v="urn:schemas-microsoft-com:vml" Requires="v">
                <p:oleObj spid="_x0000_s132111" name="公式" r:id="rId5" imgW="825142" imgH="317362" progId="Equation.3">
                  <p:embed/>
                </p:oleObj>
              </mc:Choice>
              <mc:Fallback>
                <p:oleObj name="公式" r:id="rId5" imgW="825142" imgH="317362" progId="Equation.3">
                  <p:embed/>
                  <p:pic>
                    <p:nvPicPr>
                      <p:cNvPr id="5"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2647950"/>
                        <a:ext cx="1981200" cy="563493"/>
                      </a:xfrm>
                      <a:prstGeom prst="rect">
                        <a:avLst/>
                      </a:prstGeom>
                      <a:solidFill>
                        <a:srgbClr val="F0C2FF"/>
                      </a:solidFill>
                    </p:spPr>
                  </p:pic>
                </p:oleObj>
              </mc:Fallback>
            </mc:AlternateContent>
          </a:graphicData>
        </a:graphic>
      </p:graphicFrame>
      <p:graphicFrame>
        <p:nvGraphicFramePr>
          <p:cNvPr id="6" name="对象 5"/>
          <p:cNvGraphicFramePr>
            <a:graphicFrameLocks noChangeAspect="1"/>
          </p:cNvGraphicFramePr>
          <p:nvPr>
            <p:extLst/>
          </p:nvPr>
        </p:nvGraphicFramePr>
        <p:xfrm>
          <a:off x="4648200" y="1657350"/>
          <a:ext cx="2133600" cy="985838"/>
        </p:xfrm>
        <a:graphic>
          <a:graphicData uri="http://schemas.openxmlformats.org/presentationml/2006/ole">
            <mc:AlternateContent xmlns:mc="http://schemas.openxmlformats.org/markup-compatibility/2006">
              <mc:Choice xmlns:v="urn:schemas-microsoft-com:vml" Requires="v">
                <p:oleObj spid="_x0000_s132112" name="公式" r:id="rId7" imgW="698197" imgH="431613" progId="Equation.3">
                  <p:embed/>
                </p:oleObj>
              </mc:Choice>
              <mc:Fallback>
                <p:oleObj name="公式" r:id="rId7" imgW="698197" imgH="431613" progId="Equation.3">
                  <p:embed/>
                  <p:pic>
                    <p:nvPicPr>
                      <p:cNvPr id="6" name="对象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200" y="1657350"/>
                        <a:ext cx="2133600" cy="985838"/>
                      </a:xfrm>
                      <a:prstGeom prst="rect">
                        <a:avLst/>
                      </a:prstGeom>
                      <a:solidFill>
                        <a:srgbClr val="F4E9C1"/>
                      </a:solidFill>
                    </p:spPr>
                  </p:pic>
                </p:oleObj>
              </mc:Fallback>
            </mc:AlternateContent>
          </a:graphicData>
        </a:graphic>
      </p:graphicFrame>
      <p:graphicFrame>
        <p:nvGraphicFramePr>
          <p:cNvPr id="7" name="对象 6"/>
          <p:cNvGraphicFramePr>
            <a:graphicFrameLocks noChangeAspect="1"/>
          </p:cNvGraphicFramePr>
          <p:nvPr>
            <p:extLst/>
          </p:nvPr>
        </p:nvGraphicFramePr>
        <p:xfrm>
          <a:off x="4572000" y="2876550"/>
          <a:ext cx="2142595" cy="457200"/>
        </p:xfrm>
        <a:graphic>
          <a:graphicData uri="http://schemas.openxmlformats.org/presentationml/2006/ole">
            <mc:AlternateContent xmlns:mc="http://schemas.openxmlformats.org/markup-compatibility/2006">
              <mc:Choice xmlns:v="urn:schemas-microsoft-com:vml" Requires="v">
                <p:oleObj spid="_x0000_s132113" name="公式" r:id="rId9" imgW="634449" imgH="177646" progId="Equation.3">
                  <p:embed/>
                </p:oleObj>
              </mc:Choice>
              <mc:Fallback>
                <p:oleObj name="公式" r:id="rId9" imgW="634449" imgH="177646" progId="Equation.3">
                  <p:embed/>
                  <p:pic>
                    <p:nvPicPr>
                      <p:cNvPr id="7" name="对象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0" y="2876550"/>
                        <a:ext cx="2142595" cy="457200"/>
                      </a:xfrm>
                      <a:prstGeom prst="rect">
                        <a:avLst/>
                      </a:prstGeom>
                      <a:solidFill>
                        <a:srgbClr val="F4E9C1"/>
                      </a:solidFill>
                    </p:spPr>
                  </p:pic>
                </p:oleObj>
              </mc:Fallback>
            </mc:AlternateContent>
          </a:graphicData>
        </a:graphic>
      </p:graphicFrame>
      <p:sp>
        <p:nvSpPr>
          <p:cNvPr id="9" name="矩形 8"/>
          <p:cNvSpPr/>
          <p:nvPr/>
        </p:nvSpPr>
        <p:spPr>
          <a:xfrm>
            <a:off x="4648200" y="666750"/>
            <a:ext cx="1832553" cy="584775"/>
          </a:xfrm>
          <a:prstGeom prst="rect">
            <a:avLst/>
          </a:prstGeom>
          <a:solidFill>
            <a:schemeClr val="accent5"/>
          </a:solidFill>
        </p:spPr>
        <p:txBody>
          <a:bodyPr wrap="none">
            <a:spAutoFit/>
          </a:bodyPr>
          <a:lstStyle/>
          <a:p>
            <a:pPr lvl="0" algn="ctr">
              <a:spcBef>
                <a:spcPct val="20000"/>
              </a:spcBef>
              <a:buClr>
                <a:srgbClr val="A50021"/>
              </a:buClr>
              <a:buSzPct val="75000"/>
            </a:pPr>
            <a:r>
              <a:rPr lang="zh-CN" altLang="en-US" sz="3200" b="1" dirty="0">
                <a:solidFill>
                  <a:srgbClr val="000000"/>
                </a:solidFill>
                <a:latin typeface="Times New Roman"/>
                <a:ea typeface="宋体"/>
              </a:rPr>
              <a:t>微分形式</a:t>
            </a:r>
            <a:endParaRPr lang="en-US" altLang="zh-CN" sz="3200" b="1" dirty="0">
              <a:solidFill>
                <a:srgbClr val="000000"/>
              </a:solidFill>
              <a:latin typeface="Times New Roman"/>
              <a:ea typeface="宋体"/>
            </a:endParaRPr>
          </a:p>
        </p:txBody>
      </p:sp>
    </p:spTree>
    <p:extLst>
      <p:ext uri="{BB962C8B-B14F-4D97-AF65-F5344CB8AC3E}">
        <p14:creationId xmlns:p14="http://schemas.microsoft.com/office/powerpoint/2010/main" val="2575182763"/>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altLang="zh-CN" smtClean="0"/>
              <a:t> </a:t>
            </a:r>
          </a:p>
        </p:txBody>
      </p:sp>
      <p:sp>
        <p:nvSpPr>
          <p:cNvPr id="28677" name="Rectangle 3" descr="Rectangle: Click to edit Master text styles&#10;Second level&#10;Third level&#10;Fourth level&#10;Fifth level"/>
          <p:cNvSpPr>
            <a:spLocks noGrp="1" noChangeArrowheads="1"/>
          </p:cNvSpPr>
          <p:nvPr>
            <p:ph type="body" idx="1"/>
          </p:nvPr>
        </p:nvSpPr>
        <p:spPr>
          <a:xfrm>
            <a:off x="838200" y="1123950"/>
            <a:ext cx="7772400" cy="3086100"/>
          </a:xfrm>
        </p:spPr>
        <p:txBody>
          <a:bodyPr/>
          <a:lstStyle/>
          <a:p>
            <a:pPr marL="0" indent="0" eaLnBrk="1" hangingPunct="1">
              <a:buFont typeface="Wingdings" pitchFamily="2" charset="2"/>
              <a:buNone/>
            </a:pPr>
            <a:r>
              <a:rPr lang="zh-CN" altLang="en-US" dirty="0" smtClean="0">
                <a:latin typeface="宋体" pitchFamily="2" charset="-122"/>
              </a:rPr>
              <a:t>例</a:t>
            </a:r>
            <a:r>
              <a:rPr lang="en-US" altLang="zh-CN" dirty="0" smtClean="0">
                <a:latin typeface="宋体" pitchFamily="2" charset="-122"/>
              </a:rPr>
              <a:t>2.4  </a:t>
            </a:r>
            <a:r>
              <a:rPr lang="zh-CN" altLang="en-US" dirty="0" smtClean="0">
                <a:latin typeface="宋体" pitchFamily="2" charset="-122"/>
              </a:rPr>
              <a:t>利用高斯定理求无限长线电荷   在任意点</a:t>
            </a:r>
            <a:r>
              <a:rPr lang="en-US" altLang="zh-CN" i="1" dirty="0" smtClean="0">
                <a:latin typeface="宋体" pitchFamily="2" charset="-122"/>
              </a:rPr>
              <a:t>P </a:t>
            </a:r>
            <a:r>
              <a:rPr lang="zh-CN" altLang="en-US" dirty="0" smtClean="0">
                <a:latin typeface="宋体" pitchFamily="2" charset="-122"/>
              </a:rPr>
              <a:t>产生的电场强度。</a:t>
            </a:r>
            <a:endParaRPr lang="en-US" altLang="zh-CN" dirty="0" smtClean="0">
              <a:latin typeface="宋体" pitchFamily="2" charset="-122"/>
            </a:endParaRPr>
          </a:p>
          <a:p>
            <a:pPr marL="0" indent="0" eaLnBrk="1" hangingPunct="1">
              <a:buFont typeface="Wingdings" pitchFamily="2" charset="2"/>
              <a:buNone/>
            </a:pPr>
            <a:endParaRPr lang="zh-CN" altLang="en-US" dirty="0" smtClean="0">
              <a:latin typeface="宋体" pitchFamily="2" charset="-122"/>
            </a:endParaRPr>
          </a:p>
        </p:txBody>
      </p:sp>
      <p:sp>
        <p:nvSpPr>
          <p:cNvPr id="28678" name="Rectangle 5"/>
          <p:cNvSpPr>
            <a:spLocks noChangeArrowheads="1"/>
          </p:cNvSpPr>
          <p:nvPr/>
        </p:nvSpPr>
        <p:spPr bwMode="auto">
          <a:xfrm>
            <a:off x="0" y="23013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8674" name="Object 4"/>
          <p:cNvGraphicFramePr>
            <a:graphicFrameLocks noChangeAspect="1"/>
          </p:cNvGraphicFramePr>
          <p:nvPr>
            <p:extLst/>
          </p:nvPr>
        </p:nvGraphicFramePr>
        <p:xfrm>
          <a:off x="7772400" y="1200150"/>
          <a:ext cx="452438" cy="428625"/>
        </p:xfrm>
        <a:graphic>
          <a:graphicData uri="http://schemas.openxmlformats.org/presentationml/2006/ole">
            <mc:AlternateContent xmlns:mc="http://schemas.openxmlformats.org/markup-compatibility/2006">
              <mc:Choice xmlns:v="urn:schemas-microsoft-com:vml" Requires="v">
                <p:oleObj spid="_x0000_s133128" name="公式" r:id="rId3" imgW="177646" imgH="228402" progId="Equation.3">
                  <p:embed/>
                </p:oleObj>
              </mc:Choice>
              <mc:Fallback>
                <p:oleObj name="公式" r:id="rId3" imgW="177646" imgH="228402" progId="Equation.3">
                  <p:embed/>
                  <p:pic>
                    <p:nvPicPr>
                      <p:cNvPr id="2867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2400" y="1200150"/>
                        <a:ext cx="452438"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79" name="Rectangle 7"/>
          <p:cNvSpPr>
            <a:spLocks noChangeArrowheads="1"/>
          </p:cNvSpPr>
          <p:nvPr/>
        </p:nvSpPr>
        <p:spPr bwMode="auto">
          <a:xfrm>
            <a:off x="0" y="22263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8675" name="Object 6"/>
          <p:cNvGraphicFramePr>
            <a:graphicFrameLocks noChangeAspect="1"/>
          </p:cNvGraphicFramePr>
          <p:nvPr>
            <p:extLst/>
          </p:nvPr>
        </p:nvGraphicFramePr>
        <p:xfrm>
          <a:off x="2971800" y="3255169"/>
          <a:ext cx="2514600" cy="840581"/>
        </p:xfrm>
        <a:graphic>
          <a:graphicData uri="http://schemas.openxmlformats.org/presentationml/2006/ole">
            <mc:AlternateContent xmlns:mc="http://schemas.openxmlformats.org/markup-compatibility/2006">
              <mc:Choice xmlns:v="urn:schemas-microsoft-com:vml" Requires="v">
                <p:oleObj spid="_x0000_s133129" name="公式" r:id="rId5" imgW="965200" imgH="431800" progId="Equation.3">
                  <p:embed/>
                </p:oleObj>
              </mc:Choice>
              <mc:Fallback>
                <p:oleObj name="公式" r:id="rId5" imgW="965200" imgH="431800" progId="Equation.3">
                  <p:embed/>
                  <p:pic>
                    <p:nvPicPr>
                      <p:cNvPr id="2867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3255169"/>
                        <a:ext cx="2514600" cy="8405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914400" y="2444175"/>
            <a:ext cx="5943600" cy="584775"/>
          </a:xfrm>
          <a:prstGeom prst="rect">
            <a:avLst/>
          </a:prstGeom>
        </p:spPr>
        <p:txBody>
          <a:bodyPr wrap="square">
            <a:spAutoFit/>
          </a:bodyPr>
          <a:lstStyle/>
          <a:p>
            <a:pPr lvl="0" eaLnBrk="1" hangingPunct="1">
              <a:spcBef>
                <a:spcPct val="20000"/>
              </a:spcBef>
              <a:buClr>
                <a:srgbClr val="A50021"/>
              </a:buClr>
              <a:buSzPct val="75000"/>
            </a:pPr>
            <a:r>
              <a:rPr lang="zh-CN" altLang="en-US" sz="3200" b="1" dirty="0">
                <a:solidFill>
                  <a:srgbClr val="000000"/>
                </a:solidFill>
                <a:latin typeface="宋体" pitchFamily="2" charset="-122"/>
                <a:ea typeface="宋体"/>
              </a:rPr>
              <a:t>解   </a:t>
            </a:r>
            <a:r>
              <a:rPr lang="zh-CN" altLang="en-US" sz="3200" b="1" dirty="0">
                <a:solidFill>
                  <a:srgbClr val="000000"/>
                </a:solidFill>
                <a:latin typeface="Times New Roman"/>
                <a:ea typeface="宋体"/>
              </a:rPr>
              <a:t>由静电场的高斯定理有 </a:t>
            </a:r>
            <a:r>
              <a:rPr lang="zh-CN" altLang="en-US" sz="3200" b="1" dirty="0">
                <a:solidFill>
                  <a:srgbClr val="000000"/>
                </a:solidFill>
                <a:latin typeface="宋体" pitchFamily="2" charset="-122"/>
                <a:ea typeface="宋体"/>
              </a:rPr>
              <a:t> </a:t>
            </a:r>
          </a:p>
        </p:txBody>
      </p:sp>
    </p:spTree>
    <p:extLst>
      <p:ext uri="{BB962C8B-B14F-4D97-AF65-F5344CB8AC3E}">
        <p14:creationId xmlns:p14="http://schemas.microsoft.com/office/powerpoint/2010/main" val="1675762239"/>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ltLang="zh-CN" dirty="0" smtClean="0"/>
              <a:t> </a:t>
            </a:r>
          </a:p>
        </p:txBody>
      </p:sp>
      <p:sp>
        <p:nvSpPr>
          <p:cNvPr id="31749" name="Rectangle 3" descr="Rectangle: Click to edit Master text styles&#10;Second level&#10;Third level&#10;Fourth level&#10;Fifth level"/>
          <p:cNvSpPr>
            <a:spLocks noGrp="1" noChangeArrowheads="1"/>
          </p:cNvSpPr>
          <p:nvPr>
            <p:ph type="body" idx="1"/>
          </p:nvPr>
        </p:nvSpPr>
        <p:spPr>
          <a:xfrm>
            <a:off x="683568" y="662199"/>
            <a:ext cx="7772400" cy="3086100"/>
          </a:xfrm>
        </p:spPr>
        <p:txBody>
          <a:bodyPr/>
          <a:lstStyle/>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例</a:t>
            </a:r>
            <a:r>
              <a:rPr lang="en-US" altLang="zh-CN" dirty="0" smtClean="0">
                <a:latin typeface="宋体" pitchFamily="2" charset="-122"/>
              </a:rPr>
              <a:t>2.5  </a:t>
            </a:r>
            <a:r>
              <a:rPr lang="zh-CN" altLang="en-US" dirty="0" smtClean="0">
                <a:latin typeface="宋体" pitchFamily="2" charset="-122"/>
              </a:rPr>
              <a:t>利用高斯定理求电场强度。已知电荷分布于一个半径为</a:t>
            </a:r>
            <a:r>
              <a:rPr lang="en-US" altLang="zh-CN" i="1" dirty="0" smtClean="0">
                <a:latin typeface="HGB6X_CNKI" pitchFamily="2" charset="-122"/>
                <a:ea typeface="HGB6X_CNKI" pitchFamily="2" charset="-122"/>
              </a:rPr>
              <a:t>a</a:t>
            </a:r>
            <a:r>
              <a:rPr lang="en-US" altLang="zh-CN" i="1" dirty="0" smtClean="0">
                <a:latin typeface="华文隶书" pitchFamily="2" charset="-122"/>
                <a:ea typeface="华文隶书" pitchFamily="2" charset="-122"/>
              </a:rPr>
              <a:t> </a:t>
            </a:r>
            <a:r>
              <a:rPr lang="zh-CN" altLang="en-US" dirty="0" smtClean="0">
                <a:latin typeface="宋体" pitchFamily="2" charset="-122"/>
              </a:rPr>
              <a:t>的球形区域内，</a:t>
            </a:r>
          </a:p>
          <a:p>
            <a:pPr marL="0" indent="0" eaLnBrk="1" hangingPunct="1">
              <a:buFont typeface="Wingdings" pitchFamily="2" charset="2"/>
              <a:buNone/>
            </a:pPr>
            <a:r>
              <a:rPr lang="zh-CN" altLang="en-US" dirty="0" smtClean="0">
                <a:latin typeface="宋体" pitchFamily="2" charset="-122"/>
              </a:rPr>
              <a:t>电荷体密度为            。</a:t>
            </a:r>
          </a:p>
        </p:txBody>
      </p:sp>
      <p:sp>
        <p:nvSpPr>
          <p:cNvPr id="31750" name="Rectangle 5"/>
          <p:cNvSpPr>
            <a:spLocks noChangeArrowheads="1"/>
          </p:cNvSpPr>
          <p:nvPr/>
        </p:nvSpPr>
        <p:spPr bwMode="auto">
          <a:xfrm>
            <a:off x="0" y="22049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1746" name="Object 4"/>
          <p:cNvGraphicFramePr>
            <a:graphicFrameLocks noChangeAspect="1"/>
          </p:cNvGraphicFramePr>
          <p:nvPr>
            <p:extLst/>
          </p:nvPr>
        </p:nvGraphicFramePr>
        <p:xfrm>
          <a:off x="3635896" y="1779662"/>
          <a:ext cx="2057400" cy="757238"/>
        </p:xfrm>
        <a:graphic>
          <a:graphicData uri="http://schemas.openxmlformats.org/presentationml/2006/ole">
            <mc:AlternateContent xmlns:mc="http://schemas.openxmlformats.org/markup-compatibility/2006">
              <mc:Choice xmlns:v="urn:schemas-microsoft-com:vml" Requires="v">
                <p:oleObj spid="_x0000_s136199" name="公式" r:id="rId4" imgW="990170" imgH="482391" progId="Equation.3">
                  <p:embed/>
                </p:oleObj>
              </mc:Choice>
              <mc:Fallback>
                <p:oleObj name="公式" r:id="rId4" imgW="990170" imgH="482391" progId="Equation.3">
                  <p:embed/>
                  <p:pic>
                    <p:nvPicPr>
                      <p:cNvPr id="3174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5896" y="1779662"/>
                        <a:ext cx="2057400" cy="757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1" name="Rectangle 7"/>
          <p:cNvSpPr>
            <a:spLocks noChangeArrowheads="1"/>
          </p:cNvSpPr>
          <p:nvPr/>
        </p:nvSpPr>
        <p:spPr bwMode="auto">
          <a:xfrm>
            <a:off x="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Tree>
    <p:extLst>
      <p:ext uri="{BB962C8B-B14F-4D97-AF65-F5344CB8AC3E}">
        <p14:creationId xmlns:p14="http://schemas.microsoft.com/office/powerpoint/2010/main" val="1877930537"/>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ltLang="zh-CN" smtClean="0"/>
              <a:t> </a:t>
            </a:r>
          </a:p>
        </p:txBody>
      </p:sp>
      <p:sp>
        <p:nvSpPr>
          <p:cNvPr id="34822" name="Rectangle 3" descr="Rectangle: Click to edit Master text styles&#10;Second level&#10;Third level&#10;Fourth level&#10;Fifth level"/>
          <p:cNvSpPr>
            <a:spLocks noGrp="1" noChangeArrowheads="1"/>
          </p:cNvSpPr>
          <p:nvPr>
            <p:ph type="body" idx="1"/>
          </p:nvPr>
        </p:nvSpPr>
        <p:spPr>
          <a:xfrm>
            <a:off x="685800" y="1200150"/>
            <a:ext cx="7772400" cy="3086100"/>
          </a:xfrm>
        </p:spPr>
        <p:txBody>
          <a:bodyPr/>
          <a:lstStyle/>
          <a:p>
            <a:pPr marL="0" indent="0" eaLnBrk="1" hangingPunct="1">
              <a:buFont typeface="Wingdings" pitchFamily="2" charset="2"/>
              <a:buNone/>
            </a:pPr>
            <a:endParaRPr lang="en-US" altLang="zh-CN" dirty="0" smtClean="0"/>
          </a:p>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电位函数    ，定义为</a:t>
            </a:r>
          </a:p>
          <a:p>
            <a:pPr marL="0" indent="0" eaLnBrk="1" hangingPunct="1">
              <a:buFont typeface="Wingdings" pitchFamily="2" charset="2"/>
              <a:buNone/>
            </a:pPr>
            <a:r>
              <a:rPr lang="zh-CN" altLang="en-US" dirty="0" smtClean="0">
                <a:latin typeface="宋体" pitchFamily="2" charset="-122"/>
              </a:rPr>
              <a:t>                             </a:t>
            </a:r>
            <a:r>
              <a:rPr lang="en-US" altLang="zh-CN" dirty="0" smtClean="0">
                <a:latin typeface="宋体" pitchFamily="2" charset="-122"/>
              </a:rPr>
              <a:t>(2.31)</a:t>
            </a:r>
          </a:p>
          <a:p>
            <a:pPr marL="0" indent="0" eaLnBrk="1" hangingPunct="1">
              <a:buFont typeface="Wingdings" pitchFamily="2" charset="2"/>
              <a:buNone/>
            </a:pPr>
            <a:endParaRPr lang="en-US" altLang="zh-CN" dirty="0" smtClean="0">
              <a:latin typeface="宋体" pitchFamily="2" charset="-122"/>
            </a:endParaRPr>
          </a:p>
          <a:p>
            <a:pPr marL="0" indent="0" eaLnBrk="1" hangingPunct="1">
              <a:buFont typeface="Wingdings" pitchFamily="2" charset="2"/>
              <a:buNone/>
            </a:pPr>
            <a:r>
              <a:rPr lang="en-US" altLang="zh-CN" dirty="0" smtClean="0">
                <a:latin typeface="宋体" pitchFamily="2" charset="-122"/>
              </a:rPr>
              <a:t>                             </a:t>
            </a:r>
            <a:r>
              <a:rPr lang="en-US" altLang="zh-CN" dirty="0" smtClean="0"/>
              <a:t> </a:t>
            </a:r>
            <a:r>
              <a:rPr lang="en-US" altLang="zh-CN" dirty="0" smtClean="0">
                <a:latin typeface="宋体" pitchFamily="2" charset="-122"/>
              </a:rPr>
              <a:t>(2.33)</a:t>
            </a:r>
          </a:p>
        </p:txBody>
      </p:sp>
      <p:sp>
        <p:nvSpPr>
          <p:cNvPr id="34823" name="Rectangle 5"/>
          <p:cNvSpPr>
            <a:spLocks noChangeArrowheads="1"/>
          </p:cNvSpPr>
          <p:nvPr/>
        </p:nvSpPr>
        <p:spPr bwMode="auto">
          <a:xfrm>
            <a:off x="0" y="23120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4818" name="Object 4"/>
          <p:cNvGraphicFramePr>
            <a:graphicFrameLocks noChangeAspect="1"/>
          </p:cNvGraphicFramePr>
          <p:nvPr>
            <p:extLst/>
          </p:nvPr>
        </p:nvGraphicFramePr>
        <p:xfrm>
          <a:off x="3429001" y="1907381"/>
          <a:ext cx="360363" cy="435769"/>
        </p:xfrm>
        <a:graphic>
          <a:graphicData uri="http://schemas.openxmlformats.org/presentationml/2006/ole">
            <mc:AlternateContent xmlns:mc="http://schemas.openxmlformats.org/markup-compatibility/2006">
              <mc:Choice xmlns:v="urn:schemas-microsoft-com:vml" Requires="v">
                <p:oleObj spid="_x0000_s139275" name="公式" r:id="rId3" imgW="126835" imgH="202936" progId="Equation.3">
                  <p:embed/>
                </p:oleObj>
              </mc:Choice>
              <mc:Fallback>
                <p:oleObj name="公式" r:id="rId3" imgW="126835" imgH="202936" progId="Equation.3">
                  <p:embed/>
                  <p:pic>
                    <p:nvPicPr>
                      <p:cNvPr id="3481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1" y="1907381"/>
                        <a:ext cx="360363" cy="4357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24" name="Rectangle 7"/>
          <p:cNvSpPr>
            <a:spLocks noChangeArrowheads="1"/>
          </p:cNvSpPr>
          <p:nvPr/>
        </p:nvSpPr>
        <p:spPr bwMode="auto">
          <a:xfrm>
            <a:off x="0" y="23120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4819" name="Object 6"/>
          <p:cNvGraphicFramePr>
            <a:graphicFrameLocks noChangeAspect="1"/>
          </p:cNvGraphicFramePr>
          <p:nvPr>
            <p:extLst/>
          </p:nvPr>
        </p:nvGraphicFramePr>
        <p:xfrm>
          <a:off x="2971800" y="2586037"/>
          <a:ext cx="1828800" cy="442913"/>
        </p:xfrm>
        <a:graphic>
          <a:graphicData uri="http://schemas.openxmlformats.org/presentationml/2006/ole">
            <mc:AlternateContent xmlns:mc="http://schemas.openxmlformats.org/markup-compatibility/2006">
              <mc:Choice xmlns:v="urn:schemas-microsoft-com:vml" Requires="v">
                <p:oleObj spid="_x0000_s139276" name="公式" r:id="rId5" imgW="622030" imgH="203112" progId="Equation.3">
                  <p:embed/>
                </p:oleObj>
              </mc:Choice>
              <mc:Fallback>
                <p:oleObj name="公式" r:id="rId5" imgW="622030" imgH="203112" progId="Equation.3">
                  <p:embed/>
                  <p:pic>
                    <p:nvPicPr>
                      <p:cNvPr id="34819"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2586037"/>
                        <a:ext cx="1828800"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25" name="Rectangle 9"/>
          <p:cNvSpPr>
            <a:spLocks noChangeArrowheads="1"/>
          </p:cNvSpPr>
          <p:nvPr/>
        </p:nvSpPr>
        <p:spPr bwMode="auto">
          <a:xfrm>
            <a:off x="0" y="225492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4820" name="Object 8"/>
          <p:cNvGraphicFramePr>
            <a:graphicFrameLocks noChangeAspect="1"/>
          </p:cNvGraphicFramePr>
          <p:nvPr>
            <p:extLst/>
          </p:nvPr>
        </p:nvGraphicFramePr>
        <p:xfrm>
          <a:off x="2895600" y="3433762"/>
          <a:ext cx="3429000" cy="738188"/>
        </p:xfrm>
        <a:graphic>
          <a:graphicData uri="http://schemas.openxmlformats.org/presentationml/2006/ole">
            <mc:AlternateContent xmlns:mc="http://schemas.openxmlformats.org/markup-compatibility/2006">
              <mc:Choice xmlns:v="urn:schemas-microsoft-com:vml" Requires="v">
                <p:oleObj spid="_x0000_s139277" name="公式" r:id="rId7" imgW="1231366" imgH="355446" progId="Equation.3">
                  <p:embed/>
                </p:oleObj>
              </mc:Choice>
              <mc:Fallback>
                <p:oleObj name="公式" r:id="rId7" imgW="1231366" imgH="355446" progId="Equation.3">
                  <p:embed/>
                  <p:pic>
                    <p:nvPicPr>
                      <p:cNvPr id="3482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95600" y="3433762"/>
                        <a:ext cx="3429000" cy="738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26" name="Rectangle 10"/>
          <p:cNvSpPr>
            <a:spLocks noChangeArrowheads="1"/>
          </p:cNvSpPr>
          <p:nvPr/>
        </p:nvSpPr>
        <p:spPr bwMode="auto">
          <a:xfrm>
            <a:off x="1219200" y="459582"/>
            <a:ext cx="430758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4000" b="1">
                <a:solidFill>
                  <a:schemeClr val="bg2"/>
                </a:solidFill>
                <a:latin typeface="隶书" pitchFamily="49" charset="-122"/>
                <a:ea typeface="隶书" pitchFamily="49" charset="-122"/>
              </a:rPr>
              <a:t>  2.2.2 </a:t>
            </a:r>
            <a:r>
              <a:rPr lang="zh-CN" altLang="en-US" sz="4000" b="1">
                <a:solidFill>
                  <a:schemeClr val="bg2"/>
                </a:solidFill>
                <a:latin typeface="隶书" pitchFamily="49" charset="-122"/>
                <a:ea typeface="隶书" pitchFamily="49" charset="-122"/>
              </a:rPr>
              <a:t>电位函数</a:t>
            </a:r>
          </a:p>
        </p:txBody>
      </p:sp>
    </p:spTree>
    <p:extLst>
      <p:ext uri="{BB962C8B-B14F-4D97-AF65-F5344CB8AC3E}">
        <p14:creationId xmlns:p14="http://schemas.microsoft.com/office/powerpoint/2010/main" val="4095313128"/>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altLang="zh-CN" smtClean="0"/>
              <a:t> </a:t>
            </a:r>
          </a:p>
        </p:txBody>
      </p:sp>
      <p:sp>
        <p:nvSpPr>
          <p:cNvPr id="35845" name="Rectangle 3" descr="Rectangle: Click to edit Master text styles&#10;Second level&#10;Third level&#10;Fourth level&#10;Fifth level"/>
          <p:cNvSpPr>
            <a:spLocks noGrp="1" noChangeArrowheads="1"/>
          </p:cNvSpPr>
          <p:nvPr>
            <p:ph type="body" idx="1"/>
          </p:nvPr>
        </p:nvSpPr>
        <p:spPr>
          <a:xfrm>
            <a:off x="762000" y="971550"/>
            <a:ext cx="7772400" cy="3086100"/>
          </a:xfrm>
        </p:spPr>
        <p:txBody>
          <a:bodyPr/>
          <a:lstStyle/>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当电荷分布已知时，可以求出任一点的电位函数。对于点电荷  ，其周围的电位为</a:t>
            </a:r>
          </a:p>
          <a:p>
            <a:pPr marL="0" indent="0" eaLnBrk="1" hangingPunct="1">
              <a:buFont typeface="Wingdings" pitchFamily="2" charset="2"/>
              <a:buNone/>
            </a:pPr>
            <a:r>
              <a:rPr lang="zh-CN" altLang="en-US" dirty="0" smtClean="0">
                <a:latin typeface="宋体" pitchFamily="2" charset="-122"/>
              </a:rPr>
              <a:t>         </a:t>
            </a:r>
          </a:p>
          <a:p>
            <a:pPr marL="0" indent="0" eaLnBrk="1" hangingPunct="1">
              <a:buFont typeface="Wingdings" pitchFamily="2" charset="2"/>
              <a:buNone/>
            </a:pPr>
            <a:r>
              <a:rPr lang="zh-CN" altLang="en-US" dirty="0" smtClean="0">
                <a:latin typeface="宋体" pitchFamily="2" charset="-122"/>
              </a:rPr>
              <a:t>                               </a:t>
            </a:r>
            <a:r>
              <a:rPr lang="en-US" altLang="zh-CN" dirty="0" smtClean="0">
                <a:latin typeface="宋体" pitchFamily="2" charset="-122"/>
              </a:rPr>
              <a:t>(2.36)</a:t>
            </a:r>
          </a:p>
        </p:txBody>
      </p:sp>
      <p:sp>
        <p:nvSpPr>
          <p:cNvPr id="35846" name="Rectangle 5"/>
          <p:cNvSpPr>
            <a:spLocks noChangeArrowheads="1"/>
          </p:cNvSpPr>
          <p:nvPr/>
        </p:nvSpPr>
        <p:spPr bwMode="auto">
          <a:xfrm>
            <a:off x="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5842" name="Object 4"/>
          <p:cNvGraphicFramePr>
            <a:graphicFrameLocks noChangeAspect="1"/>
          </p:cNvGraphicFramePr>
          <p:nvPr/>
        </p:nvGraphicFramePr>
        <p:xfrm>
          <a:off x="5334000" y="1657350"/>
          <a:ext cx="357188" cy="350044"/>
        </p:xfrm>
        <a:graphic>
          <a:graphicData uri="http://schemas.openxmlformats.org/presentationml/2006/ole">
            <mc:AlternateContent xmlns:mc="http://schemas.openxmlformats.org/markup-compatibility/2006">
              <mc:Choice xmlns:v="urn:schemas-microsoft-com:vml" Requires="v">
                <p:oleObj spid="_x0000_s140296" name="公式" r:id="rId3" imgW="126780" imgH="164814" progId="Equation.3">
                  <p:embed/>
                </p:oleObj>
              </mc:Choice>
              <mc:Fallback>
                <p:oleObj name="公式" r:id="rId3" imgW="126780" imgH="164814" progId="Equation.3">
                  <p:embed/>
                  <p:pic>
                    <p:nvPicPr>
                      <p:cNvPr id="3584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1657350"/>
                        <a:ext cx="357188" cy="3500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7" name="Rectangle 7"/>
          <p:cNvSpPr>
            <a:spLocks noChangeArrowheads="1"/>
          </p:cNvSpPr>
          <p:nvPr/>
        </p:nvSpPr>
        <p:spPr bwMode="auto">
          <a:xfrm>
            <a:off x="0" y="22263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5843" name="Object 6"/>
          <p:cNvGraphicFramePr>
            <a:graphicFrameLocks noChangeAspect="1"/>
          </p:cNvGraphicFramePr>
          <p:nvPr>
            <p:extLst/>
          </p:nvPr>
        </p:nvGraphicFramePr>
        <p:xfrm>
          <a:off x="711200" y="2800350"/>
          <a:ext cx="6426200" cy="644525"/>
        </p:xfrm>
        <a:graphic>
          <a:graphicData uri="http://schemas.openxmlformats.org/presentationml/2006/ole">
            <mc:AlternateContent xmlns:mc="http://schemas.openxmlformats.org/markup-compatibility/2006">
              <mc:Choice xmlns:v="urn:schemas-microsoft-com:vml" Requires="v">
                <p:oleObj spid="_x0000_s140297" name="公式" r:id="rId5" imgW="3200400" imgH="431640" progId="Equation.3">
                  <p:embed/>
                </p:oleObj>
              </mc:Choice>
              <mc:Fallback>
                <p:oleObj name="公式" r:id="rId5" imgW="3200400" imgH="431640" progId="Equation.3">
                  <p:embed/>
                  <p:pic>
                    <p:nvPicPr>
                      <p:cNvPr id="35843" name="Object 6"/>
                      <p:cNvPicPr>
                        <a:picLocks noChangeAspect="1" noChangeArrowheads="1"/>
                      </p:cNvPicPr>
                      <p:nvPr/>
                    </p:nvPicPr>
                    <p:blipFill>
                      <a:blip r:embed="rId6"/>
                      <a:srcRect/>
                      <a:stretch>
                        <a:fillRect/>
                      </a:stretch>
                    </p:blipFill>
                    <p:spPr bwMode="auto">
                      <a:xfrm>
                        <a:off x="711200" y="2800350"/>
                        <a:ext cx="6426200" cy="644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2531586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en-US" altLang="zh-CN" dirty="0" smtClean="0"/>
              <a:t> </a:t>
            </a:r>
          </a:p>
        </p:txBody>
      </p:sp>
      <p:sp>
        <p:nvSpPr>
          <p:cNvPr id="36869" name="Rectangle 3" descr="Rectangle: Click to edit Master text styles&#10;Second level&#10;Third level&#10;Fourth level&#10;Fifth level"/>
          <p:cNvSpPr>
            <a:spLocks noGrp="1" noChangeArrowheads="1"/>
          </p:cNvSpPr>
          <p:nvPr>
            <p:ph type="body" idx="1"/>
          </p:nvPr>
        </p:nvSpPr>
        <p:spPr>
          <a:xfrm>
            <a:off x="228600" y="339502"/>
            <a:ext cx="4724400" cy="3086100"/>
          </a:xfrm>
        </p:spPr>
        <p:txBody>
          <a:bodyPr/>
          <a:lstStyle/>
          <a:p>
            <a:pPr marL="0" indent="0" eaLnBrk="1" hangingPunct="1">
              <a:buNone/>
            </a:pPr>
            <a:r>
              <a:rPr lang="zh-CN" altLang="en-US" dirty="0" smtClean="0">
                <a:latin typeface="宋体" pitchFamily="2" charset="-122"/>
              </a:rPr>
              <a:t>例</a:t>
            </a:r>
            <a:r>
              <a:rPr lang="en-US" altLang="zh-CN" dirty="0" smtClean="0">
                <a:latin typeface="宋体" pitchFamily="2" charset="-122"/>
              </a:rPr>
              <a:t>2.7</a:t>
            </a:r>
            <a:r>
              <a:rPr lang="zh-CN" altLang="en-US" dirty="0">
                <a:latin typeface="宋体" pitchFamily="2" charset="-122"/>
              </a:rPr>
              <a:t>一对等值异</a:t>
            </a:r>
            <a:r>
              <a:rPr lang="zh-CN" altLang="en-US" dirty="0" smtClean="0">
                <a:latin typeface="宋体" pitchFamily="2" charset="-122"/>
              </a:rPr>
              <a:t>号</a:t>
            </a:r>
            <a:r>
              <a:rPr lang="zh-CN" altLang="en-US" dirty="0">
                <a:latin typeface="宋体" pitchFamily="2" charset="-122"/>
              </a:rPr>
              <a:t>相距一个小的距离 </a:t>
            </a:r>
            <a:r>
              <a:rPr lang="en-US" altLang="zh-CN" i="1" dirty="0">
                <a:latin typeface="Book Antiqua" panose="02040602050305030304" pitchFamily="18" charset="0"/>
              </a:rPr>
              <a:t>l</a:t>
            </a:r>
            <a:r>
              <a:rPr lang="zh-CN" altLang="en-US" dirty="0" smtClean="0">
                <a:latin typeface="宋体" pitchFamily="2" charset="-122"/>
              </a:rPr>
              <a:t>的电荷，</a:t>
            </a:r>
            <a:r>
              <a:rPr lang="zh-CN" altLang="en-US" dirty="0">
                <a:latin typeface="宋体" pitchFamily="2" charset="-122"/>
              </a:rPr>
              <a:t>称为</a:t>
            </a:r>
            <a:r>
              <a:rPr lang="zh-CN" altLang="en-US" dirty="0" smtClean="0">
                <a:solidFill>
                  <a:srgbClr val="FF0000"/>
                </a:solidFill>
                <a:latin typeface="宋体" pitchFamily="2" charset="-122"/>
              </a:rPr>
              <a:t>电偶极子</a:t>
            </a:r>
            <a:r>
              <a:rPr lang="zh-CN" altLang="en-US" dirty="0" smtClean="0">
                <a:latin typeface="宋体" pitchFamily="2" charset="-122"/>
              </a:rPr>
              <a:t>。</a:t>
            </a:r>
            <a:r>
              <a:rPr lang="zh-CN" altLang="en-US" dirty="0">
                <a:latin typeface="宋体" pitchFamily="2" charset="-122"/>
              </a:rPr>
              <a:t>如图</a:t>
            </a:r>
            <a:r>
              <a:rPr lang="en-US" altLang="zh-CN" dirty="0">
                <a:latin typeface="宋体" pitchFamily="2" charset="-122"/>
              </a:rPr>
              <a:t>2.11</a:t>
            </a:r>
            <a:r>
              <a:rPr lang="zh-CN" altLang="en-US" dirty="0">
                <a:latin typeface="宋体" pitchFamily="2" charset="-122"/>
              </a:rPr>
              <a:t>所示</a:t>
            </a:r>
            <a:r>
              <a:rPr lang="zh-CN" altLang="en-US" dirty="0" smtClean="0">
                <a:latin typeface="宋体" pitchFamily="2" charset="-122"/>
              </a:rPr>
              <a:t>。</a:t>
            </a:r>
            <a:endParaRPr lang="en-US" altLang="zh-CN" dirty="0" smtClean="0">
              <a:latin typeface="宋体" pitchFamily="2" charset="-122"/>
            </a:endParaRPr>
          </a:p>
          <a:p>
            <a:pPr marL="0" indent="0" eaLnBrk="1" hangingPunct="1">
              <a:buNone/>
            </a:pPr>
            <a:r>
              <a:rPr lang="zh-CN" altLang="en-US" dirty="0" smtClean="0">
                <a:latin typeface="宋体" pitchFamily="2" charset="-122"/>
              </a:rPr>
              <a:t>求电偶极子的电位分布。</a:t>
            </a:r>
          </a:p>
        </p:txBody>
      </p:sp>
      <p:sp>
        <p:nvSpPr>
          <p:cNvPr id="36870" name="Rectangle 5"/>
          <p:cNvSpPr>
            <a:spLocks noChangeArrowheads="1"/>
          </p:cNvSpPr>
          <p:nvPr/>
        </p:nvSpPr>
        <p:spPr bwMode="auto">
          <a:xfrm>
            <a:off x="0" y="23192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36871" name="Rectangle 7"/>
          <p:cNvSpPr>
            <a:spLocks noChangeArrowheads="1"/>
          </p:cNvSpPr>
          <p:nvPr/>
        </p:nvSpPr>
        <p:spPr bwMode="auto">
          <a:xfrm>
            <a:off x="0" y="221920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6867" name="Object 6"/>
          <p:cNvGraphicFramePr>
            <a:graphicFrameLocks noChangeAspect="1"/>
          </p:cNvGraphicFramePr>
          <p:nvPr>
            <p:extLst/>
          </p:nvPr>
        </p:nvGraphicFramePr>
        <p:xfrm>
          <a:off x="1641475" y="3890963"/>
          <a:ext cx="5175250" cy="877887"/>
        </p:xfrm>
        <a:graphic>
          <a:graphicData uri="http://schemas.openxmlformats.org/presentationml/2006/ole">
            <mc:AlternateContent xmlns:mc="http://schemas.openxmlformats.org/markup-compatibility/2006">
              <mc:Choice xmlns:v="urn:schemas-microsoft-com:vml" Requires="v">
                <p:oleObj spid="_x0000_s141320" name="公式" r:id="rId3" imgW="1917360" imgH="431640" progId="Equation.3">
                  <p:embed/>
                </p:oleObj>
              </mc:Choice>
              <mc:Fallback>
                <p:oleObj name="公式" r:id="rId3" imgW="1917360" imgH="431640" progId="Equation.3">
                  <p:embed/>
                  <p:pic>
                    <p:nvPicPr>
                      <p:cNvPr id="3686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1475" y="3890963"/>
                        <a:ext cx="5175250" cy="877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Grp="1" noChangeAspect="1"/>
          </p:cNvGraphicFramePr>
          <p:nvPr>
            <p:extLst/>
          </p:nvPr>
        </p:nvGraphicFramePr>
        <p:xfrm>
          <a:off x="4953000" y="483518"/>
          <a:ext cx="4047893" cy="2514600"/>
        </p:xfrm>
        <a:graphic>
          <a:graphicData uri="http://schemas.openxmlformats.org/presentationml/2006/ole">
            <mc:AlternateContent xmlns:mc="http://schemas.openxmlformats.org/markup-compatibility/2006">
              <mc:Choice xmlns:v="urn:schemas-microsoft-com:vml" Requires="v">
                <p:oleObj spid="_x0000_s141321" r:id="rId5" imgW="10095238" imgH="8361905" progId="">
                  <p:embed/>
                </p:oleObj>
              </mc:Choice>
              <mc:Fallback>
                <p:oleObj r:id="rId5" imgW="10095238" imgH="8361905" progId="">
                  <p:embed/>
                  <p:pic>
                    <p:nvPicPr>
                      <p:cNvPr id="2" name="对象 1"/>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483518"/>
                        <a:ext cx="4047893" cy="251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381000" y="3073507"/>
            <a:ext cx="4572000" cy="584775"/>
          </a:xfrm>
          <a:prstGeom prst="rect">
            <a:avLst/>
          </a:prstGeom>
        </p:spPr>
        <p:txBody>
          <a:bodyPr>
            <a:spAutoFit/>
          </a:bodyPr>
          <a:lstStyle/>
          <a:p>
            <a:pPr lvl="0" eaLnBrk="1" hangingPunct="1">
              <a:spcBef>
                <a:spcPct val="20000"/>
              </a:spcBef>
              <a:buClr>
                <a:srgbClr val="A50021"/>
              </a:buClr>
              <a:buSzPct val="75000"/>
            </a:pPr>
            <a:r>
              <a:rPr lang="zh-CN" altLang="en-US" sz="3200" b="1" dirty="0">
                <a:solidFill>
                  <a:srgbClr val="000000"/>
                </a:solidFill>
                <a:latin typeface="宋体" pitchFamily="2" charset="-122"/>
                <a:ea typeface="宋体"/>
              </a:rPr>
              <a:t>解</a:t>
            </a:r>
            <a:r>
              <a:rPr lang="zh-CN" altLang="en-US" sz="3200" b="1" dirty="0" smtClean="0">
                <a:solidFill>
                  <a:srgbClr val="000000"/>
                </a:solidFill>
                <a:latin typeface="宋体" pitchFamily="2" charset="-122"/>
                <a:ea typeface="宋体"/>
              </a:rPr>
              <a:t>：</a:t>
            </a:r>
            <a:endParaRPr lang="zh-CN" altLang="en-US" sz="3200" b="1" dirty="0">
              <a:solidFill>
                <a:srgbClr val="000000"/>
              </a:solidFill>
              <a:latin typeface="Times New Roman"/>
              <a:ea typeface="宋体"/>
            </a:endParaRPr>
          </a:p>
        </p:txBody>
      </p:sp>
    </p:spTree>
    <p:extLst>
      <p:ext uri="{BB962C8B-B14F-4D97-AF65-F5344CB8AC3E}">
        <p14:creationId xmlns:p14="http://schemas.microsoft.com/office/powerpoint/2010/main" val="38493667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US" altLang="zh-CN" dirty="0" smtClean="0"/>
              <a:t> </a:t>
            </a:r>
          </a:p>
        </p:txBody>
      </p:sp>
      <p:sp>
        <p:nvSpPr>
          <p:cNvPr id="38917" name="Rectangle 3" descr="Rectangle: Click to edit Master text styles&#10;Second level&#10;Third level&#10;Fourth level&#10;Fifth level"/>
          <p:cNvSpPr>
            <a:spLocks noGrp="1" noChangeArrowheads="1"/>
          </p:cNvSpPr>
          <p:nvPr>
            <p:ph type="body" idx="1"/>
          </p:nvPr>
        </p:nvSpPr>
        <p:spPr>
          <a:xfrm>
            <a:off x="838200" y="1563638"/>
            <a:ext cx="7772400" cy="3086100"/>
          </a:xfrm>
        </p:spPr>
        <p:txBody>
          <a:bodyPr/>
          <a:lstStyle/>
          <a:p>
            <a:pPr marL="0" indent="0" eaLnBrk="1" hangingPunct="1">
              <a:buFont typeface="Wingdings" pitchFamily="2" charset="2"/>
              <a:buNone/>
            </a:pPr>
            <a:r>
              <a:rPr lang="en-US" altLang="zh-CN" dirty="0" smtClean="0"/>
              <a:t>                                                                          </a:t>
            </a:r>
          </a:p>
          <a:p>
            <a:pPr marL="0" indent="0" eaLnBrk="1" hangingPunct="1">
              <a:buFont typeface="Wingdings" pitchFamily="2" charset="2"/>
              <a:buNone/>
            </a:pPr>
            <a:r>
              <a:rPr lang="en-US" altLang="zh-CN" dirty="0" smtClean="0"/>
              <a:t>                                                            </a:t>
            </a:r>
          </a:p>
          <a:p>
            <a:pPr marL="0" indent="0" eaLnBrk="1" hangingPunct="1">
              <a:buFont typeface="Wingdings" pitchFamily="2" charset="2"/>
              <a:buNone/>
            </a:pPr>
            <a:r>
              <a:rPr lang="zh-CN" altLang="en-US" dirty="0" smtClean="0">
                <a:latin typeface="宋体" pitchFamily="2" charset="-122"/>
              </a:rPr>
              <a:t>电偶极子的电场为</a:t>
            </a:r>
          </a:p>
          <a:p>
            <a:pPr marL="0" indent="0" eaLnBrk="1" hangingPunct="1">
              <a:buFont typeface="Wingdings" pitchFamily="2" charset="2"/>
              <a:buNone/>
            </a:pPr>
            <a:endParaRPr lang="zh-CN" altLang="en-US" dirty="0" smtClean="0">
              <a:latin typeface="宋体" pitchFamily="2" charset="-122"/>
            </a:endParaRPr>
          </a:p>
          <a:p>
            <a:pPr marL="0" indent="0" eaLnBrk="1" hangingPunct="1">
              <a:buFont typeface="Wingdings" pitchFamily="2" charset="2"/>
              <a:buNone/>
            </a:pPr>
            <a:r>
              <a:rPr lang="zh-CN" altLang="en-US" dirty="0" smtClean="0">
                <a:latin typeface="宋体" pitchFamily="2" charset="-122"/>
              </a:rPr>
              <a:t>                              </a:t>
            </a:r>
            <a:r>
              <a:rPr lang="en-US" altLang="zh-CN" dirty="0" smtClean="0">
                <a:latin typeface="宋体" pitchFamily="2" charset="-122"/>
              </a:rPr>
              <a:t>(2.41) </a:t>
            </a:r>
          </a:p>
          <a:p>
            <a:pPr marL="0" indent="0" eaLnBrk="1" hangingPunct="1">
              <a:buFont typeface="Wingdings" pitchFamily="2" charset="2"/>
              <a:buNone/>
            </a:pPr>
            <a:r>
              <a:rPr lang="en-US" altLang="zh-CN" dirty="0" smtClean="0">
                <a:latin typeface="宋体" pitchFamily="2" charset="-122"/>
              </a:rPr>
              <a:t>                              </a:t>
            </a:r>
          </a:p>
        </p:txBody>
      </p:sp>
      <p:sp>
        <p:nvSpPr>
          <p:cNvPr id="38918" name="Rectangle 5"/>
          <p:cNvSpPr>
            <a:spLocks noChangeArrowheads="1"/>
          </p:cNvSpPr>
          <p:nvPr/>
        </p:nvSpPr>
        <p:spPr bwMode="auto">
          <a:xfrm>
            <a:off x="0" y="22263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8914" name="Object 4"/>
          <p:cNvGraphicFramePr>
            <a:graphicFrameLocks noChangeAspect="1"/>
          </p:cNvGraphicFramePr>
          <p:nvPr>
            <p:extLst/>
          </p:nvPr>
        </p:nvGraphicFramePr>
        <p:xfrm>
          <a:off x="1189038" y="699542"/>
          <a:ext cx="4967287" cy="825500"/>
        </p:xfrm>
        <a:graphic>
          <a:graphicData uri="http://schemas.openxmlformats.org/presentationml/2006/ole">
            <mc:AlternateContent xmlns:mc="http://schemas.openxmlformats.org/markup-compatibility/2006">
              <mc:Choice xmlns:v="urn:schemas-microsoft-com:vml" Requires="v">
                <p:oleObj spid="_x0000_s142356" name="公式" r:id="rId3" imgW="1942920" imgH="431640" progId="Equation.3">
                  <p:embed/>
                </p:oleObj>
              </mc:Choice>
              <mc:Fallback>
                <p:oleObj name="公式" r:id="rId3" imgW="1942920" imgH="431640" progId="Equation.3">
                  <p:embed/>
                  <p:pic>
                    <p:nvPicPr>
                      <p:cNvPr id="38914" name="Object 4"/>
                      <p:cNvPicPr>
                        <a:picLocks noChangeAspect="1" noChangeArrowheads="1"/>
                      </p:cNvPicPr>
                      <p:nvPr/>
                    </p:nvPicPr>
                    <p:blipFill>
                      <a:blip r:embed="rId4"/>
                      <a:srcRect/>
                      <a:stretch>
                        <a:fillRect/>
                      </a:stretch>
                    </p:blipFill>
                    <p:spPr bwMode="auto">
                      <a:xfrm>
                        <a:off x="1189038" y="699542"/>
                        <a:ext cx="4967287"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19" name="Rectangle 7"/>
          <p:cNvSpPr>
            <a:spLocks noChangeArrowheads="1"/>
          </p:cNvSpPr>
          <p:nvPr/>
        </p:nvSpPr>
        <p:spPr bwMode="auto">
          <a:xfrm>
            <a:off x="0" y="22263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8915" name="Object 6"/>
          <p:cNvGraphicFramePr>
            <a:graphicFrameLocks noChangeAspect="1"/>
          </p:cNvGraphicFramePr>
          <p:nvPr>
            <p:extLst/>
          </p:nvPr>
        </p:nvGraphicFramePr>
        <p:xfrm>
          <a:off x="1734183" y="3338193"/>
          <a:ext cx="4751388" cy="1450975"/>
        </p:xfrm>
        <a:graphic>
          <a:graphicData uri="http://schemas.openxmlformats.org/presentationml/2006/ole">
            <mc:AlternateContent xmlns:mc="http://schemas.openxmlformats.org/markup-compatibility/2006">
              <mc:Choice xmlns:v="urn:schemas-microsoft-com:vml" Requires="v">
                <p:oleObj spid="_x0000_s142357" name="公式" r:id="rId5" imgW="2171520" imgH="888840" progId="Equation.3">
                  <p:embed/>
                </p:oleObj>
              </mc:Choice>
              <mc:Fallback>
                <p:oleObj name="公式" r:id="rId5" imgW="2171520" imgH="888840" progId="Equation.3">
                  <p:embed/>
                  <p:pic>
                    <p:nvPicPr>
                      <p:cNvPr id="38915" name="Object 6"/>
                      <p:cNvPicPr>
                        <a:picLocks noChangeAspect="1" noChangeArrowheads="1"/>
                      </p:cNvPicPr>
                      <p:nvPr/>
                    </p:nvPicPr>
                    <p:blipFill>
                      <a:blip r:embed="rId6"/>
                      <a:srcRect/>
                      <a:stretch>
                        <a:fillRect/>
                      </a:stretch>
                    </p:blipFill>
                    <p:spPr bwMode="auto">
                      <a:xfrm>
                        <a:off x="1734183" y="3338193"/>
                        <a:ext cx="4751388" cy="1450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extLst/>
          </p:nvPr>
        </p:nvGraphicFramePr>
        <p:xfrm>
          <a:off x="1066800" y="267494"/>
          <a:ext cx="1098176" cy="381000"/>
        </p:xfrm>
        <a:graphic>
          <a:graphicData uri="http://schemas.openxmlformats.org/presentationml/2006/ole">
            <mc:AlternateContent xmlns:mc="http://schemas.openxmlformats.org/markup-compatibility/2006">
              <mc:Choice xmlns:v="urn:schemas-microsoft-com:vml" Requires="v">
                <p:oleObj spid="_x0000_s142358" name="公式" r:id="rId7" imgW="622080" imgH="215640" progId="Equation.3">
                  <p:embed/>
                </p:oleObj>
              </mc:Choice>
              <mc:Fallback>
                <p:oleObj name="公式" r:id="rId7" imgW="622080" imgH="215640" progId="Equation.3">
                  <p:embed/>
                  <p:pic>
                    <p:nvPicPr>
                      <p:cNvPr id="2" name="对象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267494"/>
                        <a:ext cx="1098176"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nvPr>
        </p:nvGraphicFramePr>
        <p:xfrm>
          <a:off x="2676525" y="195486"/>
          <a:ext cx="1590675" cy="381000"/>
        </p:xfrm>
        <a:graphic>
          <a:graphicData uri="http://schemas.openxmlformats.org/presentationml/2006/ole">
            <mc:AlternateContent xmlns:mc="http://schemas.openxmlformats.org/markup-compatibility/2006">
              <mc:Choice xmlns:v="urn:schemas-microsoft-com:vml" Requires="v">
                <p:oleObj spid="_x0000_s142359" name="公式" r:id="rId9" imgW="901440" imgH="215640" progId="Equation.3">
                  <p:embed/>
                </p:oleObj>
              </mc:Choice>
              <mc:Fallback>
                <p:oleObj name="公式" r:id="rId9" imgW="901440" imgH="215640" progId="Equation.3">
                  <p:embed/>
                  <p:pic>
                    <p:nvPicPr>
                      <p:cNvPr id="3" name="对象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76525" y="195486"/>
                        <a:ext cx="159067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矩形 11"/>
          <p:cNvSpPr/>
          <p:nvPr/>
        </p:nvSpPr>
        <p:spPr>
          <a:xfrm>
            <a:off x="2286000" y="1563638"/>
            <a:ext cx="4509568" cy="1175706"/>
          </a:xfrm>
          <a:prstGeom prst="rect">
            <a:avLst/>
          </a:prstGeom>
        </p:spPr>
        <p:txBody>
          <a:bodyPr wrap="none">
            <a:spAutoFit/>
          </a:bodyPr>
          <a:lstStyle/>
          <a:p>
            <a:pPr>
              <a:spcBef>
                <a:spcPct val="20000"/>
              </a:spcBef>
              <a:buClr>
                <a:srgbClr val="A50021"/>
              </a:buClr>
              <a:buSzPct val="75000"/>
            </a:pPr>
            <a:r>
              <a:rPr lang="zh-CN" altLang="en-US" sz="3200" b="1" dirty="0">
                <a:solidFill>
                  <a:srgbClr val="000000"/>
                </a:solidFill>
                <a:latin typeface="Times New Roman"/>
                <a:ea typeface="宋体"/>
              </a:rPr>
              <a:t>称为</a:t>
            </a:r>
            <a:r>
              <a:rPr lang="zh-CN" altLang="en-US" sz="3200" b="1" dirty="0" smtClean="0">
                <a:solidFill>
                  <a:srgbClr val="FF0000"/>
                </a:solidFill>
                <a:latin typeface="Times New Roman"/>
                <a:ea typeface="宋体"/>
              </a:rPr>
              <a:t>电偶极矩</a:t>
            </a:r>
            <a:r>
              <a:rPr lang="zh-CN" altLang="en-US" sz="3200" b="1" dirty="0" smtClean="0">
                <a:solidFill>
                  <a:srgbClr val="000000"/>
                </a:solidFill>
                <a:latin typeface="Times New Roman"/>
                <a:ea typeface="宋体"/>
              </a:rPr>
              <a:t>，是</a:t>
            </a:r>
            <a:r>
              <a:rPr lang="zh-CN" altLang="en-US" sz="3200" b="1" dirty="0" smtClean="0">
                <a:solidFill>
                  <a:srgbClr val="FF0000"/>
                </a:solidFill>
                <a:latin typeface="Times New Roman"/>
                <a:ea typeface="宋体"/>
              </a:rPr>
              <a:t>矢量</a:t>
            </a:r>
            <a:r>
              <a:rPr lang="zh-CN" altLang="en-US" sz="3200" b="1" dirty="0" smtClean="0">
                <a:solidFill>
                  <a:srgbClr val="000000"/>
                </a:solidFill>
                <a:latin typeface="Times New Roman"/>
                <a:ea typeface="宋体"/>
              </a:rPr>
              <a:t> </a:t>
            </a:r>
            <a:endParaRPr lang="en-US" altLang="zh-CN" sz="3200" b="1" dirty="0">
              <a:solidFill>
                <a:srgbClr val="000000"/>
              </a:solidFill>
              <a:latin typeface="Times New Roman"/>
              <a:ea typeface="宋体"/>
            </a:endParaRPr>
          </a:p>
          <a:p>
            <a:pPr lvl="0">
              <a:spcBef>
                <a:spcPct val="20000"/>
              </a:spcBef>
              <a:buClr>
                <a:srgbClr val="A50021"/>
              </a:buClr>
              <a:buSzPct val="75000"/>
            </a:pPr>
            <a:endParaRPr lang="en-US" altLang="zh-CN" sz="3200" b="1" dirty="0">
              <a:solidFill>
                <a:srgbClr val="000000"/>
              </a:solidFill>
              <a:latin typeface="Times New Roman"/>
              <a:ea typeface="宋体"/>
            </a:endParaRPr>
          </a:p>
        </p:txBody>
      </p:sp>
      <p:sp>
        <p:nvSpPr>
          <p:cNvPr id="7" name="矩形 6"/>
          <p:cNvSpPr/>
          <p:nvPr/>
        </p:nvSpPr>
        <p:spPr>
          <a:xfrm>
            <a:off x="1763688" y="2130991"/>
            <a:ext cx="5958408" cy="584775"/>
          </a:xfrm>
          <a:prstGeom prst="rect">
            <a:avLst/>
          </a:prstGeom>
        </p:spPr>
        <p:txBody>
          <a:bodyPr wrap="square">
            <a:spAutoFit/>
          </a:bodyPr>
          <a:lstStyle/>
          <a:p>
            <a:pPr lvl="0">
              <a:spcBef>
                <a:spcPct val="20000"/>
              </a:spcBef>
              <a:buClr>
                <a:srgbClr val="A50021"/>
              </a:buClr>
              <a:buSzPct val="75000"/>
            </a:pPr>
            <a:r>
              <a:rPr lang="zh-CN" altLang="en-US" sz="3200" b="1" dirty="0" smtClean="0">
                <a:solidFill>
                  <a:srgbClr val="000000"/>
                </a:solidFill>
                <a:latin typeface="Times New Roman"/>
                <a:ea typeface="宋体"/>
              </a:rPr>
              <a:t>（</a:t>
            </a:r>
            <a:r>
              <a:rPr lang="zh-CN" altLang="en-US" sz="3200" b="1" dirty="0" smtClean="0">
                <a:solidFill>
                  <a:srgbClr val="CC0099"/>
                </a:solidFill>
                <a:latin typeface="Times New Roman"/>
                <a:ea typeface="宋体"/>
              </a:rPr>
              <a:t>方向</a:t>
            </a:r>
            <a:r>
              <a:rPr lang="zh-CN" altLang="en-US" sz="3200" b="1" dirty="0" smtClean="0">
                <a:solidFill>
                  <a:srgbClr val="000000"/>
                </a:solidFill>
                <a:latin typeface="Times New Roman"/>
                <a:ea typeface="宋体"/>
              </a:rPr>
              <a:t>由负电荷</a:t>
            </a:r>
            <a:r>
              <a:rPr lang="zh-CN" altLang="en-US" sz="3200" b="1" dirty="0">
                <a:solidFill>
                  <a:srgbClr val="000000"/>
                </a:solidFill>
                <a:latin typeface="Times New Roman"/>
                <a:ea typeface="宋体"/>
              </a:rPr>
              <a:t>指向正电荷）                    </a:t>
            </a:r>
            <a:endParaRPr lang="en-US" altLang="zh-CN" sz="3200" b="1" dirty="0">
              <a:solidFill>
                <a:srgbClr val="000000"/>
              </a:solidFill>
              <a:latin typeface="Times New Roman"/>
              <a:ea typeface="宋体"/>
            </a:endParaRPr>
          </a:p>
        </p:txBody>
      </p:sp>
      <p:graphicFrame>
        <p:nvGraphicFramePr>
          <p:cNvPr id="15" name="Object 12"/>
          <p:cNvGraphicFramePr>
            <a:graphicFrameLocks noChangeAspect="1"/>
          </p:cNvGraphicFramePr>
          <p:nvPr>
            <p:extLst/>
          </p:nvPr>
        </p:nvGraphicFramePr>
        <p:xfrm>
          <a:off x="1003300" y="1563638"/>
          <a:ext cx="1282700" cy="406004"/>
        </p:xfrm>
        <a:graphic>
          <a:graphicData uri="http://schemas.openxmlformats.org/presentationml/2006/ole">
            <mc:AlternateContent xmlns:mc="http://schemas.openxmlformats.org/markup-compatibility/2006">
              <mc:Choice xmlns:v="urn:schemas-microsoft-com:vml" Requires="v">
                <p:oleObj spid="_x0000_s142360" name="公式" r:id="rId11" imgW="482391" imgH="203112" progId="Equation.3">
                  <p:embed/>
                </p:oleObj>
              </mc:Choice>
              <mc:Fallback>
                <p:oleObj name="公式" r:id="rId11" imgW="482391" imgH="203112" progId="Equation.3">
                  <p:embed/>
                  <p:pic>
                    <p:nvPicPr>
                      <p:cNvPr id="15"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3300" y="1563638"/>
                        <a:ext cx="1282700" cy="406004"/>
                      </a:xfrm>
                      <a:prstGeom prst="rect">
                        <a:avLst/>
                      </a:prstGeom>
                      <a:solidFill>
                        <a:srgbClr val="99FFCC"/>
                      </a:solidFill>
                      <a:extLst/>
                    </p:spPr>
                  </p:pic>
                </p:oleObj>
              </mc:Fallback>
            </mc:AlternateContent>
          </a:graphicData>
        </a:graphic>
      </p:graphicFrame>
      <p:sp>
        <p:nvSpPr>
          <p:cNvPr id="10" name="矩形 9"/>
          <p:cNvSpPr/>
          <p:nvPr/>
        </p:nvSpPr>
        <p:spPr>
          <a:xfrm>
            <a:off x="7188294" y="555526"/>
            <a:ext cx="1632178" cy="584775"/>
          </a:xfrm>
          <a:prstGeom prst="rect">
            <a:avLst/>
          </a:prstGeom>
        </p:spPr>
        <p:txBody>
          <a:bodyPr wrap="none">
            <a:spAutoFit/>
          </a:bodyPr>
          <a:lstStyle/>
          <a:p>
            <a:pPr lvl="0" eaLnBrk="1" hangingPunct="1">
              <a:spcBef>
                <a:spcPct val="20000"/>
              </a:spcBef>
              <a:buClr>
                <a:srgbClr val="A50021"/>
              </a:buClr>
              <a:buSzPct val="75000"/>
            </a:pPr>
            <a:r>
              <a:rPr lang="en-US" altLang="zh-CN" sz="3200" b="1" dirty="0">
                <a:solidFill>
                  <a:srgbClr val="000000"/>
                </a:solidFill>
                <a:latin typeface="宋体" pitchFamily="2" charset="-122"/>
                <a:ea typeface="宋体"/>
              </a:rPr>
              <a:t>(2.40a)</a:t>
            </a:r>
          </a:p>
        </p:txBody>
      </p:sp>
      <p:graphicFrame>
        <p:nvGraphicFramePr>
          <p:cNvPr id="14" name="对象 13"/>
          <p:cNvGraphicFramePr>
            <a:graphicFrameLocks noGrp="1" noChangeAspect="1"/>
          </p:cNvGraphicFramePr>
          <p:nvPr>
            <p:extLst/>
          </p:nvPr>
        </p:nvGraphicFramePr>
        <p:xfrm>
          <a:off x="7135018" y="1571633"/>
          <a:ext cx="1738730" cy="1080120"/>
        </p:xfrm>
        <a:graphic>
          <a:graphicData uri="http://schemas.openxmlformats.org/presentationml/2006/ole">
            <mc:AlternateContent xmlns:mc="http://schemas.openxmlformats.org/markup-compatibility/2006">
              <mc:Choice xmlns:v="urn:schemas-microsoft-com:vml" Requires="v">
                <p:oleObj spid="_x0000_s142361" r:id="rId13" imgW="10095238" imgH="8361905" progId="">
                  <p:embed/>
                </p:oleObj>
              </mc:Choice>
              <mc:Fallback>
                <p:oleObj r:id="rId13" imgW="10095238" imgH="8361905" progId="">
                  <p:embed/>
                  <p:pic>
                    <p:nvPicPr>
                      <p:cNvPr id="14" name="对象 13"/>
                      <p:cNvPicPr>
                        <a:picLocks noGrp="1"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35018" y="1571633"/>
                        <a:ext cx="1738730" cy="1080120"/>
                      </a:xfrm>
                      <a:prstGeom prst="rect">
                        <a:avLst/>
                      </a:prstGeom>
                      <a:noFill/>
                      <a:extLst/>
                    </p:spPr>
                  </p:pic>
                </p:oleObj>
              </mc:Fallback>
            </mc:AlternateContent>
          </a:graphicData>
        </a:graphic>
      </p:graphicFrame>
    </p:spTree>
    <p:extLst>
      <p:ext uri="{BB962C8B-B14F-4D97-AF65-F5344CB8AC3E}">
        <p14:creationId xmlns:p14="http://schemas.microsoft.com/office/powerpoint/2010/main" val="1921384478"/>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9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917">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917">
                                            <p:txEl>
                                              <p:pRg st="2" end="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917">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917">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89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uiExpand="1" build="p"/>
      <p:bldP spid="12" grpId="0"/>
      <p:bldP spid="7" grpId="0"/>
      <p:bldP spid="10"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ltLang="zh-CN" smtClean="0"/>
              <a:t> </a:t>
            </a:r>
          </a:p>
        </p:txBody>
      </p:sp>
      <p:sp>
        <p:nvSpPr>
          <p:cNvPr id="39944" name="Rectangle 3" descr="Rectangle: Click to edit Master text styles&#10;Second level&#10;Third level&#10;Fourth level&#10;Fifth level"/>
          <p:cNvSpPr>
            <a:spLocks noGrp="1" noChangeArrowheads="1"/>
          </p:cNvSpPr>
          <p:nvPr>
            <p:ph type="body" idx="1"/>
          </p:nvPr>
        </p:nvSpPr>
        <p:spPr>
          <a:xfrm>
            <a:off x="838200" y="438150"/>
            <a:ext cx="7772400" cy="3657600"/>
          </a:xfrm>
        </p:spPr>
        <p:txBody>
          <a:bodyPr/>
          <a:lstStyle/>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现在推导电位</a:t>
            </a:r>
            <a:r>
              <a:rPr lang="el-GR" altLang="zh-CN" i="1" dirty="0" smtClean="0">
                <a:latin typeface="Gabriola" panose="04040605051002020D02" pitchFamily="82" charset="0"/>
              </a:rPr>
              <a:t>φ</a:t>
            </a:r>
            <a:r>
              <a:rPr lang="en-US" altLang="zh-CN" i="1" dirty="0" smtClean="0">
                <a:latin typeface="Gabriola" panose="04040605051002020D02" pitchFamily="82" charset="0"/>
              </a:rPr>
              <a:t> </a:t>
            </a:r>
            <a:r>
              <a:rPr lang="zh-CN" altLang="en-US" dirty="0" smtClean="0">
                <a:latin typeface="宋体" pitchFamily="2" charset="-122"/>
              </a:rPr>
              <a:t>的微分方程。                        </a:t>
            </a:r>
          </a:p>
          <a:p>
            <a:pPr marL="0" indent="0" eaLnBrk="1" hangingPunct="1">
              <a:buFont typeface="Wingdings" pitchFamily="2" charset="2"/>
              <a:buNone/>
            </a:pPr>
            <a:r>
              <a:rPr lang="zh-CN" altLang="en-US" dirty="0" smtClean="0">
                <a:latin typeface="宋体" pitchFamily="2" charset="-122"/>
              </a:rPr>
              <a:t>                               </a:t>
            </a:r>
            <a:r>
              <a:rPr lang="en-US" altLang="zh-CN" dirty="0" smtClean="0">
                <a:latin typeface="宋体" pitchFamily="2" charset="-122"/>
              </a:rPr>
              <a:t>(2.42)</a:t>
            </a:r>
          </a:p>
          <a:p>
            <a:pPr marL="0" indent="0" eaLnBrk="1" hangingPunct="1">
              <a:spcBef>
                <a:spcPts val="600"/>
              </a:spcBef>
              <a:buFont typeface="Wingdings" pitchFamily="2" charset="2"/>
              <a:buNone/>
            </a:pPr>
            <a:r>
              <a:rPr lang="zh-CN" altLang="en-US" dirty="0" smtClean="0">
                <a:latin typeface="宋体" pitchFamily="2" charset="-122"/>
              </a:rPr>
              <a:t>式</a:t>
            </a:r>
            <a:r>
              <a:rPr lang="en-US" altLang="zh-CN" dirty="0" smtClean="0">
                <a:latin typeface="宋体" pitchFamily="2" charset="-122"/>
              </a:rPr>
              <a:t>(2.43)</a:t>
            </a:r>
            <a:r>
              <a:rPr lang="zh-CN" altLang="en-US" dirty="0" smtClean="0">
                <a:latin typeface="宋体" pitchFamily="2" charset="-122"/>
              </a:rPr>
              <a:t>称为电位函数   的</a:t>
            </a:r>
            <a:r>
              <a:rPr lang="zh-CN" altLang="en-US" dirty="0" smtClean="0">
                <a:solidFill>
                  <a:srgbClr val="FF0000"/>
                </a:solidFill>
                <a:latin typeface="宋体" pitchFamily="2" charset="-122"/>
              </a:rPr>
              <a:t>泊松方程</a:t>
            </a:r>
            <a:r>
              <a:rPr lang="zh-CN" altLang="en-US" dirty="0" smtClean="0">
                <a:latin typeface="宋体" pitchFamily="2" charset="-122"/>
              </a:rPr>
              <a:t>。对于     的区域，式</a:t>
            </a:r>
            <a:r>
              <a:rPr lang="en-US" altLang="zh-CN" dirty="0" smtClean="0">
                <a:latin typeface="宋体" pitchFamily="2" charset="-122"/>
              </a:rPr>
              <a:t>(2.43)</a:t>
            </a:r>
            <a:r>
              <a:rPr lang="zh-CN" altLang="en-US" dirty="0" smtClean="0">
                <a:latin typeface="宋体" pitchFamily="2" charset="-122"/>
              </a:rPr>
              <a:t>为</a:t>
            </a:r>
          </a:p>
          <a:p>
            <a:pPr marL="0" indent="0" eaLnBrk="1" hangingPunct="1">
              <a:buFont typeface="Wingdings" pitchFamily="2" charset="2"/>
              <a:buNone/>
            </a:pPr>
            <a:r>
              <a:rPr lang="zh-CN" altLang="en-US" dirty="0" smtClean="0">
                <a:latin typeface="宋体" pitchFamily="2" charset="-122"/>
              </a:rPr>
              <a:t>                               </a:t>
            </a:r>
            <a:r>
              <a:rPr lang="en-US" altLang="zh-CN" dirty="0" smtClean="0">
                <a:latin typeface="宋体" pitchFamily="2" charset="-122"/>
              </a:rPr>
              <a:t>(2.44)</a:t>
            </a:r>
            <a:endParaRPr lang="en-US" altLang="zh-CN" dirty="0" smtClean="0"/>
          </a:p>
          <a:p>
            <a:pPr marL="0" indent="0" eaLnBrk="1" hangingPunct="1">
              <a:buFont typeface="Wingdings" pitchFamily="2" charset="2"/>
              <a:buNone/>
            </a:pPr>
            <a:r>
              <a:rPr lang="zh-CN" altLang="en-US" dirty="0" smtClean="0">
                <a:latin typeface="宋体" pitchFamily="2" charset="-122"/>
              </a:rPr>
              <a:t>式</a:t>
            </a:r>
            <a:r>
              <a:rPr lang="en-US" altLang="zh-CN" dirty="0" smtClean="0">
                <a:latin typeface="宋体" pitchFamily="2" charset="-122"/>
              </a:rPr>
              <a:t>(2.44)</a:t>
            </a:r>
            <a:r>
              <a:rPr lang="zh-CN" altLang="en-US" dirty="0" smtClean="0">
                <a:latin typeface="宋体" pitchFamily="2" charset="-122"/>
              </a:rPr>
              <a:t>称为电位函数的</a:t>
            </a:r>
            <a:r>
              <a:rPr lang="zh-CN" altLang="en-US" dirty="0" smtClean="0">
                <a:solidFill>
                  <a:srgbClr val="FF0000"/>
                </a:solidFill>
                <a:latin typeface="宋体" pitchFamily="2" charset="-122"/>
              </a:rPr>
              <a:t>拉普拉斯</a:t>
            </a:r>
            <a:r>
              <a:rPr lang="zh-CN" altLang="en-US" dirty="0" smtClean="0">
                <a:latin typeface="宋体" pitchFamily="2" charset="-122"/>
              </a:rPr>
              <a:t>方程。</a:t>
            </a:r>
            <a:r>
              <a:rPr lang="zh-CN" altLang="en-US" dirty="0" smtClean="0"/>
              <a:t> </a:t>
            </a:r>
          </a:p>
        </p:txBody>
      </p:sp>
      <p:sp>
        <p:nvSpPr>
          <p:cNvPr id="39945" name="Rectangle 5"/>
          <p:cNvSpPr>
            <a:spLocks noChangeArrowheads="1"/>
          </p:cNvSpPr>
          <p:nvPr/>
        </p:nvSpPr>
        <p:spPr bwMode="auto">
          <a:xfrm>
            <a:off x="0" y="22263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9938" name="Object 4"/>
          <p:cNvGraphicFramePr>
            <a:graphicFrameLocks noChangeAspect="1"/>
          </p:cNvGraphicFramePr>
          <p:nvPr>
            <p:extLst/>
          </p:nvPr>
        </p:nvGraphicFramePr>
        <p:xfrm>
          <a:off x="1691680" y="915566"/>
          <a:ext cx="5103812" cy="866775"/>
        </p:xfrm>
        <a:graphic>
          <a:graphicData uri="http://schemas.openxmlformats.org/presentationml/2006/ole">
            <mc:AlternateContent xmlns:mc="http://schemas.openxmlformats.org/markup-compatibility/2006">
              <mc:Choice xmlns:v="urn:schemas-microsoft-com:vml" Requires="v">
                <p:oleObj spid="_x0000_s143374" name="公式" r:id="rId3" imgW="1892160" imgH="431640" progId="Equation.3">
                  <p:embed/>
                </p:oleObj>
              </mc:Choice>
              <mc:Fallback>
                <p:oleObj name="公式" r:id="rId3" imgW="1892160" imgH="431640" progId="Equation.3">
                  <p:embed/>
                  <p:pic>
                    <p:nvPicPr>
                      <p:cNvPr id="3993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915566"/>
                        <a:ext cx="5103812"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46" name="Rectangle 7"/>
          <p:cNvSpPr>
            <a:spLocks noChangeArrowheads="1"/>
          </p:cNvSpPr>
          <p:nvPr/>
        </p:nvSpPr>
        <p:spPr bwMode="auto">
          <a:xfrm>
            <a:off x="0" y="23120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39947" name="Rectangle 9"/>
          <p:cNvSpPr>
            <a:spLocks noChangeArrowheads="1"/>
          </p:cNvSpPr>
          <p:nvPr/>
        </p:nvSpPr>
        <p:spPr bwMode="auto">
          <a:xfrm>
            <a:off x="0" y="23120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9940" name="Object 8"/>
          <p:cNvGraphicFramePr>
            <a:graphicFrameLocks noChangeAspect="1"/>
          </p:cNvGraphicFramePr>
          <p:nvPr>
            <p:extLst/>
          </p:nvPr>
        </p:nvGraphicFramePr>
        <p:xfrm>
          <a:off x="5181600" y="1733550"/>
          <a:ext cx="298450" cy="360760"/>
        </p:xfrm>
        <a:graphic>
          <a:graphicData uri="http://schemas.openxmlformats.org/presentationml/2006/ole">
            <mc:AlternateContent xmlns:mc="http://schemas.openxmlformats.org/markup-compatibility/2006">
              <mc:Choice xmlns:v="urn:schemas-microsoft-com:vml" Requires="v">
                <p:oleObj spid="_x0000_s143375" name="公式" r:id="rId5" imgW="126835" imgH="202936" progId="Equation.3">
                  <p:embed/>
                </p:oleObj>
              </mc:Choice>
              <mc:Fallback>
                <p:oleObj name="公式" r:id="rId5" imgW="126835" imgH="202936" progId="Equation.3">
                  <p:embed/>
                  <p:pic>
                    <p:nvPicPr>
                      <p:cNvPr id="3994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1600" y="1733550"/>
                        <a:ext cx="298450" cy="3607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48" name="Rectangle 11"/>
          <p:cNvSpPr>
            <a:spLocks noChangeArrowheads="1"/>
          </p:cNvSpPr>
          <p:nvPr/>
        </p:nvSpPr>
        <p:spPr bwMode="auto">
          <a:xfrm>
            <a:off x="0" y="23120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9941" name="Object 10"/>
          <p:cNvGraphicFramePr>
            <a:graphicFrameLocks noChangeAspect="1"/>
          </p:cNvGraphicFramePr>
          <p:nvPr>
            <p:extLst/>
          </p:nvPr>
        </p:nvGraphicFramePr>
        <p:xfrm>
          <a:off x="1295400" y="2190750"/>
          <a:ext cx="1066800" cy="420291"/>
        </p:xfrm>
        <a:graphic>
          <a:graphicData uri="http://schemas.openxmlformats.org/presentationml/2006/ole">
            <mc:AlternateContent xmlns:mc="http://schemas.openxmlformats.org/markup-compatibility/2006">
              <mc:Choice xmlns:v="urn:schemas-microsoft-com:vml" Requires="v">
                <p:oleObj spid="_x0000_s143376" name="公式" r:id="rId7" imgW="380835" imgH="203112" progId="Equation.3">
                  <p:embed/>
                </p:oleObj>
              </mc:Choice>
              <mc:Fallback>
                <p:oleObj name="公式" r:id="rId7" imgW="380835" imgH="203112" progId="Equation.3">
                  <p:embed/>
                  <p:pic>
                    <p:nvPicPr>
                      <p:cNvPr id="39941"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5400" y="2190750"/>
                        <a:ext cx="1066800" cy="4202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49" name="Rectangle 13"/>
          <p:cNvSpPr>
            <a:spLocks noChangeArrowheads="1"/>
          </p:cNvSpPr>
          <p:nvPr/>
        </p:nvSpPr>
        <p:spPr bwMode="auto">
          <a:xfrm>
            <a:off x="0" y="23013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9942" name="Object 12"/>
          <p:cNvGraphicFramePr>
            <a:graphicFrameLocks noChangeAspect="1"/>
          </p:cNvGraphicFramePr>
          <p:nvPr>
            <p:extLst/>
          </p:nvPr>
        </p:nvGraphicFramePr>
        <p:xfrm>
          <a:off x="3524250" y="2724150"/>
          <a:ext cx="1562100" cy="514350"/>
        </p:xfrm>
        <a:graphic>
          <a:graphicData uri="http://schemas.openxmlformats.org/presentationml/2006/ole">
            <mc:AlternateContent xmlns:mc="http://schemas.openxmlformats.org/markup-compatibility/2006">
              <mc:Choice xmlns:v="urn:schemas-microsoft-com:vml" Requires="v">
                <p:oleObj spid="_x0000_s143377" name="公式" r:id="rId9" imgW="520560" imgH="228600" progId="Equation.3">
                  <p:embed/>
                </p:oleObj>
              </mc:Choice>
              <mc:Fallback>
                <p:oleObj name="公式" r:id="rId9" imgW="520560" imgH="228600" progId="Equation.3">
                  <p:embed/>
                  <p:pic>
                    <p:nvPicPr>
                      <p:cNvPr id="39942"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24250" y="2724150"/>
                        <a:ext cx="156210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78402879"/>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ltLang="zh-CN" smtClean="0"/>
              <a:t> </a:t>
            </a:r>
          </a:p>
        </p:txBody>
      </p:sp>
      <p:sp>
        <p:nvSpPr>
          <p:cNvPr id="40964" name="Rectangle 3" descr="Rectangle: Click to edit Master text styles&#10;Second level&#10;Third level&#10;Fourth level&#10;Fifth level"/>
          <p:cNvSpPr>
            <a:spLocks noGrp="1" noChangeArrowheads="1"/>
          </p:cNvSpPr>
          <p:nvPr>
            <p:ph type="body" idx="1"/>
          </p:nvPr>
        </p:nvSpPr>
        <p:spPr/>
        <p:txBody>
          <a:bodyPr/>
          <a:lstStyle/>
          <a:p>
            <a:pPr marL="0" indent="0" eaLnBrk="1" hangingPunct="1">
              <a:buFont typeface="Wingdings" pitchFamily="2" charset="2"/>
              <a:buNone/>
            </a:pPr>
            <a:r>
              <a:rPr lang="en-US" altLang="zh-CN" dirty="0" smtClean="0"/>
              <a:t>        </a:t>
            </a:r>
            <a:r>
              <a:rPr lang="zh-CN" altLang="en-US" dirty="0" smtClean="0"/>
              <a:t>在直角坐标中，拉普拉斯算子表示为</a:t>
            </a:r>
          </a:p>
          <a:p>
            <a:pPr marL="0" indent="0" eaLnBrk="1" hangingPunct="1">
              <a:buFont typeface="Wingdings" pitchFamily="2" charset="2"/>
              <a:buNone/>
            </a:pPr>
            <a:endParaRPr lang="zh-CN" altLang="en-US" dirty="0" smtClean="0"/>
          </a:p>
          <a:p>
            <a:pPr marL="0" indent="0" eaLnBrk="1" hangingPunct="1">
              <a:buFont typeface="Wingdings" pitchFamily="2" charset="2"/>
              <a:buNone/>
            </a:pPr>
            <a:endParaRPr lang="zh-CN" altLang="en-US" dirty="0" smtClean="0"/>
          </a:p>
          <a:p>
            <a:pPr marL="0" indent="0" eaLnBrk="1" hangingPunct="1">
              <a:buFont typeface="Wingdings" pitchFamily="2" charset="2"/>
              <a:buNone/>
            </a:pPr>
            <a:r>
              <a:rPr lang="zh-CN" altLang="en-US" dirty="0" smtClean="0"/>
              <a:t>                                                             </a:t>
            </a:r>
            <a:r>
              <a:rPr lang="en-US" altLang="zh-CN" dirty="0" smtClean="0">
                <a:latin typeface="宋体" pitchFamily="2" charset="-122"/>
              </a:rPr>
              <a:t>(2.45)</a:t>
            </a:r>
          </a:p>
        </p:txBody>
      </p:sp>
      <p:sp>
        <p:nvSpPr>
          <p:cNvPr id="40965" name="Rectangle 5"/>
          <p:cNvSpPr>
            <a:spLocks noChangeArrowheads="1"/>
          </p:cNvSpPr>
          <p:nvPr/>
        </p:nvSpPr>
        <p:spPr bwMode="auto">
          <a:xfrm>
            <a:off x="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0962" name="Object 4"/>
          <p:cNvGraphicFramePr>
            <a:graphicFrameLocks noChangeAspect="1"/>
          </p:cNvGraphicFramePr>
          <p:nvPr/>
        </p:nvGraphicFramePr>
        <p:xfrm>
          <a:off x="914400" y="2343151"/>
          <a:ext cx="6019800" cy="1516856"/>
        </p:xfrm>
        <a:graphic>
          <a:graphicData uri="http://schemas.openxmlformats.org/presentationml/2006/ole">
            <mc:AlternateContent xmlns:mc="http://schemas.openxmlformats.org/markup-compatibility/2006">
              <mc:Choice xmlns:v="urn:schemas-microsoft-com:vml" Requires="v">
                <p:oleObj spid="_x0000_s144389" name="公式" r:id="rId3" imgW="3517900" imgH="1181100" progId="Equation.3">
                  <p:embed/>
                </p:oleObj>
              </mc:Choice>
              <mc:Fallback>
                <p:oleObj name="公式" r:id="rId3" imgW="3517900" imgH="1181100" progId="Equation.3">
                  <p:embed/>
                  <p:pic>
                    <p:nvPicPr>
                      <p:cNvPr id="4096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343151"/>
                        <a:ext cx="6019800" cy="15168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18560642"/>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ltLang="zh-CN" smtClean="0"/>
              <a:t> </a:t>
            </a:r>
          </a:p>
        </p:txBody>
      </p:sp>
      <p:sp>
        <p:nvSpPr>
          <p:cNvPr id="40964" name="Rectangle 3" descr="Rectangle: Click to edit Master text styles&#10;Second level&#10;Third level&#10;Fourth level&#10;Fifth level"/>
          <p:cNvSpPr>
            <a:spLocks noGrp="1" noChangeArrowheads="1"/>
          </p:cNvSpPr>
          <p:nvPr>
            <p:ph type="body" idx="1"/>
          </p:nvPr>
        </p:nvSpPr>
        <p:spPr>
          <a:xfrm>
            <a:off x="-76200" y="590550"/>
            <a:ext cx="8534400" cy="3086100"/>
          </a:xfrm>
        </p:spPr>
        <p:txBody>
          <a:bodyPr/>
          <a:lstStyle/>
          <a:p>
            <a:pPr marL="0" indent="0" eaLnBrk="1" hangingPunct="1">
              <a:buFont typeface="Wingdings" pitchFamily="2" charset="2"/>
              <a:buNone/>
            </a:pPr>
            <a:r>
              <a:rPr lang="en-US" altLang="zh-CN" dirty="0" smtClean="0"/>
              <a:t>        </a:t>
            </a:r>
            <a:r>
              <a:rPr lang="zh-CN" altLang="en-US" dirty="0" smtClean="0"/>
              <a:t>在圆柱坐标中，拉普拉斯算子表示为</a:t>
            </a:r>
          </a:p>
          <a:p>
            <a:pPr marL="0" indent="0" eaLnBrk="1" hangingPunct="1">
              <a:buFont typeface="Wingdings" pitchFamily="2" charset="2"/>
              <a:buNone/>
            </a:pPr>
            <a:endParaRPr lang="zh-CN" altLang="en-US" dirty="0" smtClean="0"/>
          </a:p>
          <a:p>
            <a:pPr marL="0" indent="0" eaLnBrk="1" hangingPunct="1">
              <a:buFont typeface="Wingdings" pitchFamily="2" charset="2"/>
              <a:buNone/>
            </a:pPr>
            <a:r>
              <a:rPr lang="zh-CN" altLang="en-US" dirty="0" smtClean="0"/>
              <a:t>                                                             </a:t>
            </a:r>
            <a:r>
              <a:rPr lang="en-US" altLang="zh-CN" dirty="0" smtClean="0">
                <a:latin typeface="宋体" pitchFamily="2" charset="-122"/>
              </a:rPr>
              <a:t>(2.46)</a:t>
            </a:r>
          </a:p>
        </p:txBody>
      </p:sp>
      <p:sp>
        <p:nvSpPr>
          <p:cNvPr id="40965" name="Rectangle 5"/>
          <p:cNvSpPr>
            <a:spLocks noChangeArrowheads="1"/>
          </p:cNvSpPr>
          <p:nvPr/>
        </p:nvSpPr>
        <p:spPr bwMode="auto">
          <a:xfrm>
            <a:off x="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0962" name="Object 4"/>
          <p:cNvGraphicFramePr>
            <a:graphicFrameLocks noChangeAspect="1"/>
          </p:cNvGraphicFramePr>
          <p:nvPr>
            <p:extLst/>
          </p:nvPr>
        </p:nvGraphicFramePr>
        <p:xfrm>
          <a:off x="2097088" y="1504950"/>
          <a:ext cx="3652837" cy="881063"/>
        </p:xfrm>
        <a:graphic>
          <a:graphicData uri="http://schemas.openxmlformats.org/presentationml/2006/ole">
            <mc:AlternateContent xmlns:mc="http://schemas.openxmlformats.org/markup-compatibility/2006">
              <mc:Choice xmlns:v="urn:schemas-microsoft-com:vml" Requires="v">
                <p:oleObj spid="_x0000_s145416" name="公式" r:id="rId3" imgW="2133360" imgH="685800" progId="Equation.3">
                  <p:embed/>
                </p:oleObj>
              </mc:Choice>
              <mc:Fallback>
                <p:oleObj name="公式" r:id="rId3" imgW="2133360" imgH="685800" progId="Equation.3">
                  <p:embed/>
                  <p:pic>
                    <p:nvPicPr>
                      <p:cNvPr id="4096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7088" y="1504950"/>
                        <a:ext cx="3652837" cy="881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3" descr="Rectangle: Click to edit Master text styles&#10;Second level&#10;Third level&#10;Fourth level&#10;Fifth level"/>
          <p:cNvSpPr txBox="1">
            <a:spLocks noChangeArrowheads="1"/>
          </p:cNvSpPr>
          <p:nvPr/>
        </p:nvSpPr>
        <p:spPr bwMode="auto">
          <a:xfrm>
            <a:off x="232065" y="2800350"/>
            <a:ext cx="8454735" cy="18669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A50021"/>
              </a:buClr>
              <a:buSzPct val="75000"/>
              <a:buFont typeface="Wingdings" pitchFamily="2" charset="2"/>
              <a:buChar char="•"/>
              <a:defRPr sz="3200" b="1" kern="1200">
                <a:solidFill>
                  <a:srgbClr val="000000"/>
                </a:solidFill>
                <a:latin typeface="+mn-lt"/>
                <a:ea typeface="+mn-ea"/>
                <a:cs typeface="+mn-cs"/>
              </a:defRPr>
            </a:lvl1pPr>
            <a:lvl2pPr marL="190500" indent="266700" algn="l" rtl="0" eaLnBrk="0" fontAlgn="base" hangingPunct="0">
              <a:spcBef>
                <a:spcPct val="20000"/>
              </a:spcBef>
              <a:spcAft>
                <a:spcPct val="0"/>
              </a:spcAft>
              <a:buClr>
                <a:schemeClr val="accent2"/>
              </a:buClr>
              <a:buSzPct val="75000"/>
              <a:buFont typeface="Wingdings" pitchFamily="2" charset="2"/>
              <a:buChar char="–"/>
              <a:defRPr kumimoji="1" sz="4000" b="1" kern="1200">
                <a:solidFill>
                  <a:schemeClr val="bg2"/>
                </a:solidFill>
                <a:latin typeface="+mn-lt"/>
                <a:ea typeface="隶书" panose="02010509060101010101" pitchFamily="49" charset="-122"/>
                <a:cs typeface="+mn-cs"/>
              </a:defRPr>
            </a:lvl2pPr>
            <a:lvl3pPr marL="381000" indent="533400" algn="l" rtl="0" eaLnBrk="0" fontAlgn="base" hangingPunct="0">
              <a:spcBef>
                <a:spcPct val="20000"/>
              </a:spcBef>
              <a:spcAft>
                <a:spcPct val="0"/>
              </a:spcAft>
              <a:buClr>
                <a:srgbClr val="666699"/>
              </a:buClr>
              <a:buSzPct val="70000"/>
              <a:buFont typeface="Wingdings" pitchFamily="2" charset="2"/>
              <a:buChar char="•"/>
              <a:defRPr kumimoji="1" sz="3600" b="1" kern="1200">
                <a:solidFill>
                  <a:srgbClr val="FF0066"/>
                </a:solidFill>
                <a:latin typeface="+mn-lt"/>
                <a:ea typeface="华文行楷" panose="02010800040101010101" pitchFamily="2" charset="-122"/>
                <a:cs typeface="+mn-cs"/>
              </a:defRPr>
            </a:lvl3pPr>
            <a:lvl4pPr marL="571500" indent="800100" algn="l" rtl="0" eaLnBrk="0" fontAlgn="base" hangingPunct="0">
              <a:spcBef>
                <a:spcPct val="20000"/>
              </a:spcBef>
              <a:spcAft>
                <a:spcPct val="0"/>
              </a:spcAft>
              <a:buSzPct val="60000"/>
              <a:buFont typeface="Wingdings" pitchFamily="2" charset="2"/>
              <a:buChar char="–"/>
              <a:defRPr sz="3400" b="1" kern="1200">
                <a:solidFill>
                  <a:srgbClr val="9900CC"/>
                </a:solidFill>
                <a:latin typeface="+mn-lt"/>
                <a:ea typeface="黑体" panose="02010609060101010101" pitchFamily="49" charset="-122"/>
                <a:cs typeface="+mn-cs"/>
              </a:defRPr>
            </a:lvl4pPr>
            <a:lvl5pPr marL="762000" indent="1066800" algn="l" rtl="0" eaLnBrk="0" fontAlgn="base" hangingPunct="0">
              <a:spcBef>
                <a:spcPct val="20000"/>
              </a:spcBef>
              <a:spcAft>
                <a:spcPct val="0"/>
              </a:spcAft>
              <a:buClr>
                <a:schemeClr val="hlink"/>
              </a:buClr>
              <a:buSzPct val="55000"/>
              <a:buFont typeface="Wingdings" pitchFamily="2" charset="2"/>
              <a:buChar char="»"/>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Font typeface="Wingdings" pitchFamily="2" charset="2"/>
              <a:buNone/>
            </a:pPr>
            <a:r>
              <a:rPr lang="zh-CN" altLang="en-US" dirty="0" smtClean="0"/>
              <a:t>在球坐标中，拉普拉斯算子表示为</a:t>
            </a:r>
          </a:p>
          <a:p>
            <a:pPr marL="0" indent="0" eaLnBrk="1" hangingPunct="1">
              <a:buFont typeface="Wingdings" pitchFamily="2" charset="2"/>
              <a:buNone/>
            </a:pPr>
            <a:endParaRPr lang="zh-CN" altLang="en-US" dirty="0" smtClean="0"/>
          </a:p>
          <a:p>
            <a:pPr marL="0" indent="0" eaLnBrk="1" hangingPunct="1">
              <a:buFont typeface="Wingdings" pitchFamily="2" charset="2"/>
              <a:buNone/>
            </a:pPr>
            <a:r>
              <a:rPr lang="zh-CN" altLang="en-US" dirty="0" smtClean="0"/>
              <a:t>                                                                      </a:t>
            </a:r>
            <a:r>
              <a:rPr lang="en-US" altLang="zh-CN" dirty="0" smtClean="0">
                <a:latin typeface="宋体" pitchFamily="2" charset="-122"/>
              </a:rPr>
              <a:t>(2.47)</a:t>
            </a:r>
          </a:p>
        </p:txBody>
      </p:sp>
      <p:graphicFrame>
        <p:nvGraphicFramePr>
          <p:cNvPr id="7" name="Object 4"/>
          <p:cNvGraphicFramePr>
            <a:graphicFrameLocks noChangeAspect="1"/>
          </p:cNvGraphicFramePr>
          <p:nvPr>
            <p:extLst/>
          </p:nvPr>
        </p:nvGraphicFramePr>
        <p:xfrm>
          <a:off x="750888" y="3562350"/>
          <a:ext cx="6173787" cy="881063"/>
        </p:xfrm>
        <a:graphic>
          <a:graphicData uri="http://schemas.openxmlformats.org/presentationml/2006/ole">
            <mc:AlternateContent xmlns:mc="http://schemas.openxmlformats.org/markup-compatibility/2006">
              <mc:Choice xmlns:v="urn:schemas-microsoft-com:vml" Requires="v">
                <p:oleObj spid="_x0000_s145417" name="公式" r:id="rId5" imgW="3606480" imgH="685800" progId="Equation.3">
                  <p:embed/>
                </p:oleObj>
              </mc:Choice>
              <mc:Fallback>
                <p:oleObj name="公式" r:id="rId5" imgW="3606480" imgH="685800" progId="Equation.3">
                  <p:embed/>
                  <p:pic>
                    <p:nvPicPr>
                      <p:cNvPr id="7"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0888" y="3562350"/>
                        <a:ext cx="6173787" cy="881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5409127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a:graphicFrameLocks noChangeAspect="1"/>
          </p:cNvGraphicFramePr>
          <p:nvPr>
            <p:extLst/>
          </p:nvPr>
        </p:nvGraphicFramePr>
        <p:xfrm>
          <a:off x="3131840" y="2139702"/>
          <a:ext cx="5671864" cy="2376264"/>
        </p:xfrm>
        <a:graphic>
          <a:graphicData uri="http://schemas.openxmlformats.org/presentationml/2006/ole">
            <mc:AlternateContent xmlns:mc="http://schemas.openxmlformats.org/markup-compatibility/2006">
              <mc:Choice xmlns:v="urn:schemas-microsoft-com:vml" Requires="v">
                <p:oleObj spid="_x0000_s146437" r:id="rId3" imgW="14742857" imgH="9885714" progId="">
                  <p:embed/>
                </p:oleObj>
              </mc:Choice>
              <mc:Fallback>
                <p:oleObj r:id="rId3" imgW="14742857" imgH="9885714" progId="">
                  <p:embed/>
                  <p:pic>
                    <p:nvPicPr>
                      <p:cNvPr id="4"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1840" y="2139702"/>
                        <a:ext cx="5671864" cy="2376264"/>
                      </a:xfrm>
                      <a:prstGeom prst="rect">
                        <a:avLst/>
                      </a:prstGeom>
                      <a:noFill/>
                      <a:extLst/>
                    </p:spPr>
                  </p:pic>
                </p:oleObj>
              </mc:Fallback>
            </mc:AlternateContent>
          </a:graphicData>
        </a:graphic>
      </p:graphicFrame>
      <p:sp>
        <p:nvSpPr>
          <p:cNvPr id="68610" name="Rectangle 2"/>
          <p:cNvSpPr>
            <a:spLocks noGrp="1" noChangeArrowheads="1"/>
          </p:cNvSpPr>
          <p:nvPr>
            <p:ph type="title"/>
          </p:nvPr>
        </p:nvSpPr>
        <p:spPr/>
        <p:txBody>
          <a:bodyPr/>
          <a:lstStyle/>
          <a:p>
            <a:pPr eaLnBrk="1" hangingPunct="1"/>
            <a:r>
              <a:rPr lang="en-US" altLang="zh-CN" smtClean="0"/>
              <a:t> </a:t>
            </a:r>
          </a:p>
        </p:txBody>
      </p:sp>
      <p:sp>
        <p:nvSpPr>
          <p:cNvPr id="119811" name="Rectangle 3" descr="Rectangle: Click to edit Master text styles&#10;Second level&#10;Third level&#10;Fourth level&#10;Fifth level"/>
          <p:cNvSpPr>
            <a:spLocks noGrp="1" noChangeArrowheads="1"/>
          </p:cNvSpPr>
          <p:nvPr>
            <p:ph type="body" idx="1"/>
          </p:nvPr>
        </p:nvSpPr>
        <p:spPr>
          <a:xfrm>
            <a:off x="539552" y="339502"/>
            <a:ext cx="7772400" cy="3086100"/>
          </a:xfrm>
        </p:spPr>
        <p:txBody>
          <a:bodyPr/>
          <a:lstStyle/>
          <a:p>
            <a:pPr marL="0" indent="0" eaLnBrk="1" hangingPunct="1">
              <a:buFont typeface="Wingdings" pitchFamily="2" charset="2"/>
              <a:buNone/>
            </a:pPr>
            <a:r>
              <a:rPr lang="zh-CN" altLang="en-US" dirty="0" smtClean="0">
                <a:latin typeface="宋体" pitchFamily="2" charset="-122"/>
              </a:rPr>
              <a:t>例</a:t>
            </a:r>
            <a:r>
              <a:rPr lang="en-US" altLang="zh-CN" dirty="0" smtClean="0">
                <a:latin typeface="宋体" pitchFamily="2" charset="-122"/>
              </a:rPr>
              <a:t>2.8  </a:t>
            </a:r>
            <a:r>
              <a:rPr lang="zh-CN" altLang="en-US" dirty="0" smtClean="0">
                <a:latin typeface="宋体" pitchFamily="2" charset="-122"/>
              </a:rPr>
              <a:t>平行板电容器由两块面积为</a:t>
            </a:r>
            <a:r>
              <a:rPr lang="en-US" altLang="zh-CN" i="1" dirty="0" smtClean="0">
                <a:latin typeface="宋体" pitchFamily="2" charset="-122"/>
              </a:rPr>
              <a:t>S</a:t>
            </a:r>
            <a:r>
              <a:rPr lang="zh-CN" altLang="en-US" dirty="0" smtClean="0">
                <a:latin typeface="宋体" pitchFamily="2" charset="-122"/>
              </a:rPr>
              <a:t>、距离为</a:t>
            </a:r>
            <a:r>
              <a:rPr lang="en-US" altLang="zh-CN" i="1" dirty="0" smtClean="0">
                <a:latin typeface="宋体" pitchFamily="2" charset="-122"/>
              </a:rPr>
              <a:t>d </a:t>
            </a:r>
            <a:r>
              <a:rPr lang="zh-CN" altLang="en-US" dirty="0" smtClean="0">
                <a:latin typeface="宋体" pitchFamily="2" charset="-122"/>
              </a:rPr>
              <a:t>的平行导体组成，极板间为空气，板间加电压为</a:t>
            </a:r>
            <a:r>
              <a:rPr lang="en-US" altLang="zh-CN" i="1" dirty="0" smtClean="0">
                <a:latin typeface="宋体" pitchFamily="2" charset="-122"/>
              </a:rPr>
              <a:t>U</a:t>
            </a:r>
            <a:r>
              <a:rPr lang="zh-CN" altLang="en-US" dirty="0" smtClean="0">
                <a:latin typeface="宋体" pitchFamily="2" charset="-122"/>
              </a:rPr>
              <a:t>，如图</a:t>
            </a:r>
            <a:r>
              <a:rPr lang="en-US" altLang="zh-CN" dirty="0" smtClean="0">
                <a:latin typeface="宋体" pitchFamily="2" charset="-122"/>
              </a:rPr>
              <a:t>2.12</a:t>
            </a:r>
            <a:r>
              <a:rPr lang="zh-CN" altLang="en-US" dirty="0" smtClean="0">
                <a:latin typeface="宋体" pitchFamily="2" charset="-122"/>
              </a:rPr>
              <a:t>所示。求极板间的电位和电场分布</a:t>
            </a:r>
            <a:r>
              <a:rPr lang="zh-CN" altLang="en-US" sz="3600" dirty="0" smtClean="0">
                <a:latin typeface="宋体" pitchFamily="2" charset="-122"/>
              </a:rPr>
              <a:t>。</a:t>
            </a:r>
            <a:endParaRPr lang="zh-CN" altLang="en-US" dirty="0" smtClean="0">
              <a:latin typeface="宋体" pitchFamily="2" charset="-122"/>
            </a:endParaRPr>
          </a:p>
        </p:txBody>
      </p:sp>
      <p:sp>
        <p:nvSpPr>
          <p:cNvPr id="2" name="矩形 1"/>
          <p:cNvSpPr/>
          <p:nvPr/>
        </p:nvSpPr>
        <p:spPr>
          <a:xfrm>
            <a:off x="4860032" y="4515966"/>
            <a:ext cx="2863284" cy="369332"/>
          </a:xfrm>
          <a:prstGeom prst="rect">
            <a:avLst/>
          </a:prstGeom>
        </p:spPr>
        <p:txBody>
          <a:bodyPr wrap="none">
            <a:spAutoFit/>
          </a:bodyPr>
          <a:lstStyle/>
          <a:p>
            <a:pPr eaLnBrk="1" hangingPunct="1"/>
            <a:r>
              <a:rPr lang="en-US" altLang="zh-CN" b="1" dirty="0">
                <a:solidFill>
                  <a:srgbClr val="000000"/>
                </a:solidFill>
                <a:latin typeface="宋体" pitchFamily="2" charset="-122"/>
              </a:rPr>
              <a:t> </a:t>
            </a:r>
            <a:r>
              <a:rPr lang="zh-CN" altLang="en-US" b="1" dirty="0">
                <a:solidFill>
                  <a:srgbClr val="000000"/>
                </a:solidFill>
                <a:latin typeface="宋体" pitchFamily="2" charset="-122"/>
              </a:rPr>
              <a:t>图</a:t>
            </a:r>
            <a:r>
              <a:rPr lang="en-US" altLang="zh-CN" b="1" dirty="0">
                <a:solidFill>
                  <a:srgbClr val="000000"/>
                </a:solidFill>
                <a:latin typeface="宋体" pitchFamily="2" charset="-122"/>
              </a:rPr>
              <a:t>2.12  </a:t>
            </a:r>
            <a:r>
              <a:rPr lang="zh-CN" altLang="en-US" b="1" dirty="0">
                <a:solidFill>
                  <a:srgbClr val="000000"/>
                </a:solidFill>
                <a:latin typeface="宋体" pitchFamily="2" charset="-122"/>
              </a:rPr>
              <a:t>电容器的截面图</a:t>
            </a:r>
          </a:p>
        </p:txBody>
      </p:sp>
    </p:spTree>
    <p:extLst>
      <p:ext uri="{BB962C8B-B14F-4D97-AF65-F5344CB8AC3E}">
        <p14:creationId xmlns:p14="http://schemas.microsoft.com/office/powerpoint/2010/main" val="4226178653"/>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altLang="zh-CN" smtClean="0"/>
              <a:t> </a:t>
            </a:r>
          </a:p>
        </p:txBody>
      </p:sp>
      <p:sp>
        <p:nvSpPr>
          <p:cNvPr id="43016" name="Rectangle 3" descr="Rectangle: Click to edit Master text styles&#10;Second level&#10;Third level&#10;Fourth level&#10;Fifth level"/>
          <p:cNvSpPr>
            <a:spLocks noGrp="1" noChangeArrowheads="1"/>
          </p:cNvSpPr>
          <p:nvPr>
            <p:ph type="body" idx="1"/>
          </p:nvPr>
        </p:nvSpPr>
        <p:spPr>
          <a:xfrm>
            <a:off x="762000" y="476250"/>
            <a:ext cx="7772400" cy="1951484"/>
          </a:xfrm>
        </p:spPr>
        <p:txBody>
          <a:bodyPr/>
          <a:lstStyle/>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解：忽略电场的边缘效应，极板间电位  的拉普拉斯方程为</a:t>
            </a:r>
          </a:p>
          <a:p>
            <a:pPr marL="0" indent="0" eaLnBrk="1" hangingPunct="1">
              <a:buFont typeface="Wingdings" pitchFamily="2" charset="2"/>
              <a:buNone/>
            </a:pPr>
            <a:endParaRPr lang="zh-CN" altLang="en-US" dirty="0" smtClean="0">
              <a:latin typeface="宋体" pitchFamily="2" charset="-122"/>
            </a:endParaRPr>
          </a:p>
          <a:p>
            <a:pPr marL="0" indent="0" eaLnBrk="1" hangingPunct="1">
              <a:buFont typeface="Wingdings" pitchFamily="2" charset="2"/>
              <a:buNone/>
            </a:pPr>
            <a:endParaRPr lang="en-US" altLang="zh-CN" dirty="0" smtClean="0"/>
          </a:p>
          <a:p>
            <a:pPr marL="0" indent="0" eaLnBrk="1" hangingPunct="1">
              <a:buFont typeface="Wingdings" pitchFamily="2" charset="2"/>
              <a:buNone/>
            </a:pPr>
            <a:r>
              <a:rPr lang="en-US" altLang="zh-CN" dirty="0" smtClean="0"/>
              <a:t>  </a:t>
            </a:r>
            <a:endParaRPr lang="en-US" altLang="zh-CN" dirty="0" smtClean="0">
              <a:latin typeface="宋体" pitchFamily="2" charset="-122"/>
            </a:endParaRPr>
          </a:p>
          <a:p>
            <a:pPr marL="0" indent="0" eaLnBrk="1" hangingPunct="1">
              <a:buFont typeface="Wingdings" pitchFamily="2" charset="2"/>
              <a:buNone/>
            </a:pPr>
            <a:endParaRPr lang="en-US" altLang="zh-CN" dirty="0" smtClean="0">
              <a:latin typeface="宋体" pitchFamily="2" charset="-122"/>
            </a:endParaRPr>
          </a:p>
        </p:txBody>
      </p:sp>
      <p:sp>
        <p:nvSpPr>
          <p:cNvPr id="43017" name="Rectangle 5"/>
          <p:cNvSpPr>
            <a:spLocks noChangeArrowheads="1"/>
          </p:cNvSpPr>
          <p:nvPr/>
        </p:nvSpPr>
        <p:spPr bwMode="auto">
          <a:xfrm>
            <a:off x="0" y="23013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3010" name="Object 4"/>
          <p:cNvGraphicFramePr>
            <a:graphicFrameLocks noChangeAspect="1"/>
          </p:cNvGraphicFramePr>
          <p:nvPr>
            <p:extLst/>
          </p:nvPr>
        </p:nvGraphicFramePr>
        <p:xfrm>
          <a:off x="1295401" y="1047750"/>
          <a:ext cx="404813" cy="485775"/>
        </p:xfrm>
        <a:graphic>
          <a:graphicData uri="http://schemas.openxmlformats.org/presentationml/2006/ole">
            <mc:AlternateContent xmlns:mc="http://schemas.openxmlformats.org/markup-compatibility/2006">
              <mc:Choice xmlns:v="urn:schemas-microsoft-com:vml" Requires="v">
                <p:oleObj spid="_x0000_s147473" name="公式" r:id="rId3" imgW="126835" imgH="202936" progId="Equation.3">
                  <p:embed/>
                </p:oleObj>
              </mc:Choice>
              <mc:Fallback>
                <p:oleObj name="公式" r:id="rId3" imgW="126835" imgH="202936" progId="Equation.3">
                  <p:embed/>
                  <p:pic>
                    <p:nvPicPr>
                      <p:cNvPr id="4301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1" y="1047750"/>
                        <a:ext cx="404813"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8" name="Rectangle 7"/>
          <p:cNvSpPr>
            <a:spLocks noChangeArrowheads="1"/>
          </p:cNvSpPr>
          <p:nvPr/>
        </p:nvSpPr>
        <p:spPr bwMode="auto">
          <a:xfrm>
            <a:off x="0" y="22156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3011" name="Object 6"/>
          <p:cNvGraphicFramePr>
            <a:graphicFrameLocks noChangeAspect="1"/>
          </p:cNvGraphicFramePr>
          <p:nvPr>
            <p:extLst/>
          </p:nvPr>
        </p:nvGraphicFramePr>
        <p:xfrm>
          <a:off x="1983584" y="1498595"/>
          <a:ext cx="2209800" cy="764381"/>
        </p:xfrm>
        <a:graphic>
          <a:graphicData uri="http://schemas.openxmlformats.org/presentationml/2006/ole">
            <mc:AlternateContent xmlns:mc="http://schemas.openxmlformats.org/markup-compatibility/2006">
              <mc:Choice xmlns:v="urn:schemas-microsoft-com:vml" Requires="v">
                <p:oleObj spid="_x0000_s147474" name="公式" r:id="rId5" imgW="990600" imgH="457200" progId="Equation.3">
                  <p:embed/>
                </p:oleObj>
              </mc:Choice>
              <mc:Fallback>
                <p:oleObj name="公式" r:id="rId5" imgW="990600" imgH="457200" progId="Equation.3">
                  <p:embed/>
                  <p:pic>
                    <p:nvPicPr>
                      <p:cNvPr id="4301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3584" y="1498595"/>
                        <a:ext cx="2209800" cy="7643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9" name="Rectangle 9"/>
          <p:cNvSpPr>
            <a:spLocks noChangeArrowheads="1"/>
          </p:cNvSpPr>
          <p:nvPr/>
        </p:nvSpPr>
        <p:spPr bwMode="auto">
          <a:xfrm>
            <a:off x="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3012" name="Object 8"/>
          <p:cNvGraphicFramePr>
            <a:graphicFrameLocks noChangeAspect="1"/>
          </p:cNvGraphicFramePr>
          <p:nvPr/>
        </p:nvGraphicFramePr>
        <p:xfrm>
          <a:off x="2590800" y="2857500"/>
          <a:ext cx="2209800" cy="377429"/>
        </p:xfrm>
        <a:graphic>
          <a:graphicData uri="http://schemas.openxmlformats.org/presentationml/2006/ole">
            <mc:AlternateContent xmlns:mc="http://schemas.openxmlformats.org/markup-compatibility/2006">
              <mc:Choice xmlns:v="urn:schemas-microsoft-com:vml" Requires="v">
                <p:oleObj spid="_x0000_s147475" name="公式" r:id="rId7" imgW="964781" imgH="215806" progId="Equation.3">
                  <p:embed/>
                </p:oleObj>
              </mc:Choice>
              <mc:Fallback>
                <p:oleObj name="公式" r:id="rId7" imgW="964781" imgH="215806" progId="Equation.3">
                  <p:embed/>
                  <p:pic>
                    <p:nvPicPr>
                      <p:cNvPr id="43012"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90800" y="2857500"/>
                        <a:ext cx="2209800" cy="3774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20" name="Rectangle 11"/>
          <p:cNvSpPr>
            <a:spLocks noChangeArrowheads="1"/>
          </p:cNvSpPr>
          <p:nvPr/>
        </p:nvSpPr>
        <p:spPr bwMode="auto">
          <a:xfrm>
            <a:off x="0" y="229064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3013" name="Object 10"/>
          <p:cNvGraphicFramePr>
            <a:graphicFrameLocks noChangeAspect="1"/>
          </p:cNvGraphicFramePr>
          <p:nvPr/>
        </p:nvGraphicFramePr>
        <p:xfrm>
          <a:off x="2057400" y="3314700"/>
          <a:ext cx="1447800" cy="496491"/>
        </p:xfrm>
        <a:graphic>
          <a:graphicData uri="http://schemas.openxmlformats.org/presentationml/2006/ole">
            <mc:AlternateContent xmlns:mc="http://schemas.openxmlformats.org/markup-compatibility/2006">
              <mc:Choice xmlns:v="urn:schemas-microsoft-com:vml" Requires="v">
                <p:oleObj spid="_x0000_s147476" name="公式" r:id="rId9" imgW="558558" imgH="253890" progId="Equation.3">
                  <p:embed/>
                </p:oleObj>
              </mc:Choice>
              <mc:Fallback>
                <p:oleObj name="公式" r:id="rId9" imgW="558558" imgH="253890" progId="Equation.3">
                  <p:embed/>
                  <p:pic>
                    <p:nvPicPr>
                      <p:cNvPr id="43013"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57400" y="3314700"/>
                        <a:ext cx="1447800" cy="4964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21" name="Rectangle 13"/>
          <p:cNvSpPr>
            <a:spLocks noChangeArrowheads="1"/>
          </p:cNvSpPr>
          <p:nvPr/>
        </p:nvSpPr>
        <p:spPr bwMode="auto">
          <a:xfrm>
            <a:off x="0" y="229064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3014" name="Object 12"/>
          <p:cNvGraphicFramePr>
            <a:graphicFrameLocks noChangeAspect="1"/>
          </p:cNvGraphicFramePr>
          <p:nvPr/>
        </p:nvGraphicFramePr>
        <p:xfrm>
          <a:off x="4191000" y="3314700"/>
          <a:ext cx="1524000" cy="475060"/>
        </p:xfrm>
        <a:graphic>
          <a:graphicData uri="http://schemas.openxmlformats.org/presentationml/2006/ole">
            <mc:AlternateContent xmlns:mc="http://schemas.openxmlformats.org/markup-compatibility/2006">
              <mc:Choice xmlns:v="urn:schemas-microsoft-com:vml" Requires="v">
                <p:oleObj spid="_x0000_s147477" name="公式" r:id="rId11" imgW="622030" imgH="253890" progId="Equation.3">
                  <p:embed/>
                </p:oleObj>
              </mc:Choice>
              <mc:Fallback>
                <p:oleObj name="公式" r:id="rId11" imgW="622030" imgH="253890" progId="Equation.3">
                  <p:embed/>
                  <p:pic>
                    <p:nvPicPr>
                      <p:cNvPr id="43014"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91000" y="3314700"/>
                        <a:ext cx="1524000" cy="4750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683568" y="2729599"/>
            <a:ext cx="6248400" cy="584775"/>
          </a:xfrm>
          <a:prstGeom prst="rect">
            <a:avLst/>
          </a:prstGeom>
        </p:spPr>
        <p:txBody>
          <a:bodyPr wrap="square">
            <a:spAutoFit/>
          </a:bodyPr>
          <a:lstStyle/>
          <a:p>
            <a:pPr lvl="0" eaLnBrk="1" hangingPunct="1">
              <a:spcBef>
                <a:spcPct val="20000"/>
              </a:spcBef>
              <a:buClr>
                <a:srgbClr val="A50021"/>
              </a:buClr>
              <a:buSzPct val="75000"/>
            </a:pPr>
            <a:r>
              <a:rPr lang="zh-CN" altLang="en-US" sz="3200" b="1" dirty="0">
                <a:solidFill>
                  <a:srgbClr val="000000"/>
                </a:solidFill>
                <a:latin typeface="Times New Roman"/>
                <a:ea typeface="宋体"/>
              </a:rPr>
              <a:t>其通解为                       。又因为                 </a:t>
            </a:r>
          </a:p>
        </p:txBody>
      </p:sp>
    </p:spTree>
    <p:extLst>
      <p:ext uri="{BB962C8B-B14F-4D97-AF65-F5344CB8AC3E}">
        <p14:creationId xmlns:p14="http://schemas.microsoft.com/office/powerpoint/2010/main" val="4086051730"/>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0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9" name="Rectangle 3" descr="Rectangle: Click to edit Master text styles&#10;Second level&#10;Third level&#10;Fourth level&#10;Fifth level"/>
          <p:cNvSpPr>
            <a:spLocks noGrp="1" noChangeArrowheads="1"/>
          </p:cNvSpPr>
          <p:nvPr>
            <p:ph type="body" idx="1"/>
          </p:nvPr>
        </p:nvSpPr>
        <p:spPr>
          <a:xfrm>
            <a:off x="838200" y="527566"/>
            <a:ext cx="7772400" cy="3086100"/>
          </a:xfrm>
        </p:spPr>
        <p:txBody>
          <a:bodyPr/>
          <a:lstStyle/>
          <a:p>
            <a:pPr marL="0" indent="0" eaLnBrk="1" hangingPunct="1">
              <a:buFont typeface="Wingdings" pitchFamily="2" charset="2"/>
              <a:buNone/>
            </a:pPr>
            <a:r>
              <a:rPr lang="zh-CN" altLang="en-US" dirty="0" smtClean="0">
                <a:latin typeface="宋体" pitchFamily="2" charset="-122"/>
              </a:rPr>
              <a:t>所以       、       。即 </a:t>
            </a:r>
            <a:r>
              <a:rPr lang="en-US" altLang="zh-CN" dirty="0" smtClean="0">
                <a:latin typeface="宋体" pitchFamily="2" charset="-122"/>
              </a:rPr>
              <a:t>	</a:t>
            </a:r>
            <a:r>
              <a:rPr lang="zh-CN" altLang="en-US" dirty="0" smtClean="0">
                <a:latin typeface="宋体" pitchFamily="2" charset="-122"/>
              </a:rPr>
              <a:t>                            </a:t>
            </a:r>
            <a:r>
              <a:rPr lang="en-US" altLang="zh-CN" dirty="0" smtClean="0">
                <a:latin typeface="宋体" pitchFamily="2" charset="-122"/>
              </a:rPr>
              <a:t>							(2.48)</a:t>
            </a:r>
          </a:p>
          <a:p>
            <a:pPr marL="0" indent="0" eaLnBrk="1" hangingPunct="1">
              <a:buFont typeface="Wingdings" pitchFamily="2" charset="2"/>
              <a:buNone/>
            </a:pPr>
            <a:r>
              <a:rPr lang="en-US" altLang="zh-CN" dirty="0" smtClean="0">
                <a:latin typeface="宋体" pitchFamily="2" charset="-122"/>
              </a:rPr>
              <a:t>                      </a:t>
            </a:r>
          </a:p>
          <a:p>
            <a:pPr marL="0" indent="0" eaLnBrk="1" hangingPunct="1">
              <a:buFont typeface="Wingdings" pitchFamily="2" charset="2"/>
              <a:buNone/>
            </a:pPr>
            <a:r>
              <a:rPr lang="en-US" altLang="zh-CN" dirty="0" smtClean="0">
                <a:latin typeface="宋体" pitchFamily="2" charset="-122"/>
              </a:rPr>
              <a:t>                              (2.49)</a:t>
            </a:r>
          </a:p>
          <a:p>
            <a:pPr marL="0" indent="0" eaLnBrk="1" hangingPunct="1">
              <a:buFont typeface="Wingdings" pitchFamily="2" charset="2"/>
              <a:buNone/>
            </a:pPr>
            <a:r>
              <a:rPr lang="zh-CN" altLang="en-US" dirty="0" smtClean="0">
                <a:latin typeface="宋体" pitchFamily="2" charset="-122"/>
              </a:rPr>
              <a:t>平行板电容器极板间电位是线性的，电场是匀强的。</a:t>
            </a:r>
          </a:p>
        </p:txBody>
      </p:sp>
      <p:sp>
        <p:nvSpPr>
          <p:cNvPr id="44040" name="Rectangle 5"/>
          <p:cNvSpPr>
            <a:spLocks noChangeArrowheads="1"/>
          </p:cNvSpPr>
          <p:nvPr/>
        </p:nvSpPr>
        <p:spPr bwMode="auto">
          <a:xfrm>
            <a:off x="0" y="-10858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4034" name="Object 4"/>
          <p:cNvGraphicFramePr>
            <a:graphicFrameLocks noChangeAspect="1"/>
          </p:cNvGraphicFramePr>
          <p:nvPr>
            <p:extLst/>
          </p:nvPr>
        </p:nvGraphicFramePr>
        <p:xfrm>
          <a:off x="1752600" y="416719"/>
          <a:ext cx="1219200" cy="707231"/>
        </p:xfrm>
        <a:graphic>
          <a:graphicData uri="http://schemas.openxmlformats.org/presentationml/2006/ole">
            <mc:AlternateContent xmlns:mc="http://schemas.openxmlformats.org/markup-compatibility/2006">
              <mc:Choice xmlns:v="urn:schemas-microsoft-com:vml" Requires="v">
                <p:oleObj spid="_x0000_s148494" name="公式" r:id="rId3" imgW="507780" imgH="393529" progId="Equation.3">
                  <p:embed/>
                </p:oleObj>
              </mc:Choice>
              <mc:Fallback>
                <p:oleObj name="公式" r:id="rId3" imgW="507780" imgH="393529" progId="Equation.3">
                  <p:embed/>
                  <p:pic>
                    <p:nvPicPr>
                      <p:cNvPr id="4403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416719"/>
                        <a:ext cx="1219200" cy="7072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41" name="Rectangle 7"/>
          <p:cNvSpPr>
            <a:spLocks noChangeArrowheads="1"/>
          </p:cNvSpPr>
          <p:nvPr/>
        </p:nvSpPr>
        <p:spPr bwMode="auto">
          <a:xfrm>
            <a:off x="0" y="-10858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4035" name="Object 6"/>
          <p:cNvGraphicFramePr>
            <a:graphicFrameLocks noChangeAspect="1"/>
          </p:cNvGraphicFramePr>
          <p:nvPr>
            <p:extLst/>
          </p:nvPr>
        </p:nvGraphicFramePr>
        <p:xfrm>
          <a:off x="3581400" y="560784"/>
          <a:ext cx="1143000" cy="410766"/>
        </p:xfrm>
        <a:graphic>
          <a:graphicData uri="http://schemas.openxmlformats.org/presentationml/2006/ole">
            <mc:AlternateContent xmlns:mc="http://schemas.openxmlformats.org/markup-compatibility/2006">
              <mc:Choice xmlns:v="urn:schemas-microsoft-com:vml" Requires="v">
                <p:oleObj spid="_x0000_s148495" name="公式" r:id="rId5" imgW="457002" imgH="215806" progId="Equation.3">
                  <p:embed/>
                </p:oleObj>
              </mc:Choice>
              <mc:Fallback>
                <p:oleObj name="公式" r:id="rId5" imgW="457002" imgH="215806" progId="Equation.3">
                  <p:embed/>
                  <p:pic>
                    <p:nvPicPr>
                      <p:cNvPr id="4403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400" y="560784"/>
                        <a:ext cx="1143000" cy="4107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42" name="Rectangle 9"/>
          <p:cNvSpPr>
            <a:spLocks noChangeArrowheads="1"/>
          </p:cNvSpPr>
          <p:nvPr/>
        </p:nvSpPr>
        <p:spPr bwMode="auto">
          <a:xfrm>
            <a:off x="0" y="133945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4036" name="Object 8"/>
          <p:cNvGraphicFramePr>
            <a:graphicFrameLocks noChangeAspect="1"/>
          </p:cNvGraphicFramePr>
          <p:nvPr>
            <p:extLst/>
          </p:nvPr>
        </p:nvGraphicFramePr>
        <p:xfrm>
          <a:off x="3048000" y="1270516"/>
          <a:ext cx="1600200" cy="683419"/>
        </p:xfrm>
        <a:graphic>
          <a:graphicData uri="http://schemas.openxmlformats.org/presentationml/2006/ole">
            <mc:AlternateContent xmlns:mc="http://schemas.openxmlformats.org/markup-compatibility/2006">
              <mc:Choice xmlns:v="urn:schemas-microsoft-com:vml" Requires="v">
                <p:oleObj spid="_x0000_s148496" name="公式" r:id="rId7" imgW="685800" imgH="393700" progId="Equation.3">
                  <p:embed/>
                </p:oleObj>
              </mc:Choice>
              <mc:Fallback>
                <p:oleObj name="公式" r:id="rId7" imgW="685800" imgH="393700" progId="Equation.3">
                  <p:embed/>
                  <p:pic>
                    <p:nvPicPr>
                      <p:cNvPr id="44036"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0" y="1270516"/>
                        <a:ext cx="1600200" cy="6834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43" name="Rectangle 11"/>
          <p:cNvSpPr>
            <a:spLocks noChangeArrowheads="1"/>
          </p:cNvSpPr>
          <p:nvPr/>
        </p:nvSpPr>
        <p:spPr bwMode="auto">
          <a:xfrm>
            <a:off x="0" y="-10858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4037" name="Object 10"/>
          <p:cNvGraphicFramePr>
            <a:graphicFrameLocks noChangeAspect="1"/>
          </p:cNvGraphicFramePr>
          <p:nvPr>
            <p:extLst/>
          </p:nvPr>
        </p:nvGraphicFramePr>
        <p:xfrm>
          <a:off x="3352800" y="2184916"/>
          <a:ext cx="2438400" cy="604838"/>
        </p:xfrm>
        <a:graphic>
          <a:graphicData uri="http://schemas.openxmlformats.org/presentationml/2006/ole">
            <mc:AlternateContent xmlns:mc="http://schemas.openxmlformats.org/markup-compatibility/2006">
              <mc:Choice xmlns:v="urn:schemas-microsoft-com:vml" Requires="v">
                <p:oleObj spid="_x0000_s148497" name="公式" r:id="rId9" imgW="1180588" imgH="393529" progId="Equation.3">
                  <p:embed/>
                </p:oleObj>
              </mc:Choice>
              <mc:Fallback>
                <p:oleObj name="公式" r:id="rId9" imgW="1180588" imgH="393529" progId="Equation.3">
                  <p:embed/>
                  <p:pic>
                    <p:nvPicPr>
                      <p:cNvPr id="44037"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52800" y="2184916"/>
                        <a:ext cx="2438400"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007067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346348"/>
            <a:ext cx="7772400" cy="857250"/>
          </a:xfrm>
        </p:spPr>
        <p:txBody>
          <a:bodyPr/>
          <a:lstStyle/>
          <a:p>
            <a:r>
              <a:rPr lang="en-US" altLang="zh-CN" dirty="0">
                <a:latin typeface="隶书" pitchFamily="49" charset="-122"/>
              </a:rPr>
              <a:t>2.2.3 </a:t>
            </a:r>
            <a:r>
              <a:rPr lang="zh-CN" altLang="en-US" dirty="0">
                <a:latin typeface="隶书" pitchFamily="49" charset="-122"/>
              </a:rPr>
              <a:t>电介质中的高斯定理及边界条件</a:t>
            </a:r>
            <a:endParaRPr lang="zh-CN" altLang="en-US" dirty="0"/>
          </a:p>
        </p:txBody>
      </p:sp>
      <p:sp>
        <p:nvSpPr>
          <p:cNvPr id="3" name="内容占位符 2"/>
          <p:cNvSpPr>
            <a:spLocks noGrp="1"/>
          </p:cNvSpPr>
          <p:nvPr>
            <p:ph idx="1"/>
          </p:nvPr>
        </p:nvSpPr>
        <p:spPr>
          <a:xfrm>
            <a:off x="683568" y="1131590"/>
            <a:ext cx="7927032" cy="1359024"/>
          </a:xfrm>
        </p:spPr>
        <p:txBody>
          <a:bodyPr/>
          <a:lstStyle/>
          <a:p>
            <a:pPr marL="0" indent="0">
              <a:buNone/>
            </a:pPr>
            <a:r>
              <a:rPr lang="zh-CN" altLang="en-US" dirty="0" smtClean="0"/>
              <a:t>实际工程电场问题，总处于某些介质中。</a:t>
            </a:r>
            <a:endParaRPr lang="en-US" altLang="zh-CN" dirty="0" smtClean="0"/>
          </a:p>
          <a:p>
            <a:pPr marL="0" indent="0">
              <a:buNone/>
            </a:pPr>
            <a:r>
              <a:rPr lang="zh-CN" altLang="en-US" dirty="0" smtClean="0"/>
              <a:t>介质分类：</a:t>
            </a:r>
            <a:r>
              <a:rPr lang="zh-CN" altLang="en-US" dirty="0" smtClean="0">
                <a:solidFill>
                  <a:srgbClr val="FF0000"/>
                </a:solidFill>
              </a:rPr>
              <a:t>导体</a:t>
            </a:r>
            <a:r>
              <a:rPr lang="zh-CN" altLang="en-US" dirty="0" smtClean="0"/>
              <a:t>和</a:t>
            </a:r>
            <a:r>
              <a:rPr lang="zh-CN" altLang="en-US" dirty="0" smtClean="0">
                <a:solidFill>
                  <a:srgbClr val="FF0000"/>
                </a:solidFill>
              </a:rPr>
              <a:t>电介质</a:t>
            </a:r>
            <a:endParaRPr lang="en-US" altLang="zh-CN" dirty="0"/>
          </a:p>
        </p:txBody>
      </p:sp>
      <p:sp>
        <p:nvSpPr>
          <p:cNvPr id="5" name="矩形 4"/>
          <p:cNvSpPr/>
          <p:nvPr/>
        </p:nvSpPr>
        <p:spPr>
          <a:xfrm>
            <a:off x="395536" y="2211710"/>
            <a:ext cx="8640960" cy="584775"/>
          </a:xfrm>
          <a:prstGeom prst="rect">
            <a:avLst/>
          </a:prstGeom>
        </p:spPr>
        <p:txBody>
          <a:bodyPr wrap="square">
            <a:spAutoFit/>
          </a:bodyPr>
          <a:lstStyle/>
          <a:p>
            <a:pPr lvl="0">
              <a:spcBef>
                <a:spcPct val="20000"/>
              </a:spcBef>
              <a:buClr>
                <a:srgbClr val="A50021"/>
              </a:buClr>
              <a:buSzPct val="75000"/>
            </a:pPr>
            <a:r>
              <a:rPr lang="zh-CN" altLang="en-US" sz="3200" b="1" dirty="0">
                <a:solidFill>
                  <a:srgbClr val="CC0099"/>
                </a:solidFill>
                <a:latin typeface="Times New Roman"/>
                <a:ea typeface="宋体"/>
              </a:rPr>
              <a:t>本质区别</a:t>
            </a:r>
            <a:r>
              <a:rPr lang="zh-CN" altLang="en-US" sz="3200" b="1" dirty="0" smtClean="0">
                <a:solidFill>
                  <a:srgbClr val="000000"/>
                </a:solidFill>
                <a:latin typeface="Times New Roman"/>
                <a:ea typeface="宋体"/>
              </a:rPr>
              <a:t>：</a:t>
            </a:r>
            <a:endParaRPr lang="zh-CN" altLang="en-US" sz="3200" b="1" dirty="0">
              <a:solidFill>
                <a:srgbClr val="000000"/>
              </a:solidFill>
              <a:latin typeface="Times New Roman"/>
              <a:ea typeface="宋体"/>
            </a:endParaRPr>
          </a:p>
        </p:txBody>
      </p:sp>
      <p:sp>
        <p:nvSpPr>
          <p:cNvPr id="7" name="矩形 6"/>
          <p:cNvSpPr/>
          <p:nvPr/>
        </p:nvSpPr>
        <p:spPr>
          <a:xfrm>
            <a:off x="555458" y="3291830"/>
            <a:ext cx="8321116" cy="1569660"/>
          </a:xfrm>
          <a:prstGeom prst="rect">
            <a:avLst/>
          </a:prstGeom>
          <a:solidFill>
            <a:schemeClr val="tx1">
              <a:lumMod val="20000"/>
              <a:lumOff val="80000"/>
            </a:schemeClr>
          </a:solidFill>
        </p:spPr>
        <p:txBody>
          <a:bodyPr wrap="square">
            <a:spAutoFit/>
          </a:bodyPr>
          <a:lstStyle/>
          <a:p>
            <a:pPr lvl="0">
              <a:spcBef>
                <a:spcPct val="20000"/>
              </a:spcBef>
              <a:buClr>
                <a:srgbClr val="A50021"/>
              </a:buClr>
              <a:buSzPct val="75000"/>
            </a:pPr>
            <a:r>
              <a:rPr lang="zh-CN" altLang="en-US" sz="3200" b="1" dirty="0" smtClean="0">
                <a:solidFill>
                  <a:srgbClr val="0000CC"/>
                </a:solidFill>
                <a:latin typeface="Times New Roman"/>
                <a:ea typeface="宋体"/>
              </a:rPr>
              <a:t>电介质</a:t>
            </a:r>
            <a:r>
              <a:rPr lang="zh-CN" altLang="en-US" sz="3200" b="1" dirty="0">
                <a:solidFill>
                  <a:srgbClr val="000000"/>
                </a:solidFill>
                <a:latin typeface="Times New Roman"/>
                <a:ea typeface="宋体"/>
              </a:rPr>
              <a:t>中带电粒子是被原子、分子的内力或分子间的力紧密束缚着</a:t>
            </a:r>
            <a:r>
              <a:rPr lang="en-US" altLang="zh-CN" sz="3200" b="1" dirty="0">
                <a:solidFill>
                  <a:srgbClr val="000000"/>
                </a:solidFill>
                <a:latin typeface="Times New Roman"/>
                <a:ea typeface="宋体"/>
              </a:rPr>
              <a:t>,</a:t>
            </a:r>
            <a:r>
              <a:rPr lang="zh-CN" altLang="en-US" sz="3200" b="1" dirty="0">
                <a:solidFill>
                  <a:srgbClr val="000000"/>
                </a:solidFill>
                <a:latin typeface="Times New Roman"/>
                <a:ea typeface="宋体"/>
              </a:rPr>
              <a:t>因此这些粒子的电荷为</a:t>
            </a:r>
            <a:r>
              <a:rPr lang="zh-CN" altLang="en-US" sz="3200" b="1" dirty="0">
                <a:solidFill>
                  <a:srgbClr val="C00000"/>
                </a:solidFill>
                <a:latin typeface="Times New Roman"/>
                <a:ea typeface="宋体"/>
              </a:rPr>
              <a:t>束缚电荷</a:t>
            </a:r>
            <a:r>
              <a:rPr lang="zh-CN" altLang="en-US" sz="3200" b="1" dirty="0">
                <a:solidFill>
                  <a:srgbClr val="000000"/>
                </a:solidFill>
                <a:latin typeface="Times New Roman"/>
                <a:ea typeface="宋体"/>
              </a:rPr>
              <a:t>，不能自由移动。</a:t>
            </a:r>
          </a:p>
        </p:txBody>
      </p:sp>
      <p:sp>
        <p:nvSpPr>
          <p:cNvPr id="9" name="矩形 8"/>
          <p:cNvSpPr/>
          <p:nvPr/>
        </p:nvSpPr>
        <p:spPr>
          <a:xfrm>
            <a:off x="2358008" y="2571750"/>
            <a:ext cx="6390456" cy="584775"/>
          </a:xfrm>
          <a:prstGeom prst="rect">
            <a:avLst/>
          </a:prstGeom>
          <a:solidFill>
            <a:srgbClr val="99FFCC"/>
          </a:solidFill>
        </p:spPr>
        <p:txBody>
          <a:bodyPr wrap="square">
            <a:spAutoFit/>
          </a:bodyPr>
          <a:lstStyle/>
          <a:p>
            <a:pPr lvl="0">
              <a:spcBef>
                <a:spcPct val="20000"/>
              </a:spcBef>
              <a:buClr>
                <a:srgbClr val="A50021"/>
              </a:buClr>
              <a:buSzPct val="75000"/>
            </a:pPr>
            <a:r>
              <a:rPr lang="zh-CN" altLang="en-US" sz="3200" b="1" dirty="0">
                <a:solidFill>
                  <a:srgbClr val="0000CC"/>
                </a:solidFill>
                <a:latin typeface="Times New Roman"/>
                <a:ea typeface="宋体"/>
              </a:rPr>
              <a:t>导体</a:t>
            </a:r>
            <a:r>
              <a:rPr lang="zh-CN" altLang="en-US" sz="3200" b="1" dirty="0">
                <a:solidFill>
                  <a:srgbClr val="000000"/>
                </a:solidFill>
                <a:latin typeface="Times New Roman"/>
                <a:ea typeface="宋体"/>
              </a:rPr>
              <a:t>内存在</a:t>
            </a:r>
            <a:r>
              <a:rPr lang="zh-CN" altLang="en-US" sz="3200" b="1" dirty="0">
                <a:solidFill>
                  <a:srgbClr val="C00000"/>
                </a:solidFill>
                <a:latin typeface="Times New Roman"/>
                <a:ea typeface="宋体"/>
              </a:rPr>
              <a:t>自由移动</a:t>
            </a:r>
            <a:r>
              <a:rPr lang="zh-CN" altLang="en-US" sz="3200" b="1" dirty="0">
                <a:solidFill>
                  <a:srgbClr val="000000"/>
                </a:solidFill>
                <a:latin typeface="Times New Roman"/>
                <a:ea typeface="宋体"/>
              </a:rPr>
              <a:t>的带电粒子；</a:t>
            </a:r>
            <a:endParaRPr lang="en-US" altLang="zh-CN" sz="3200" b="1" dirty="0">
              <a:solidFill>
                <a:srgbClr val="000000"/>
              </a:solidFill>
              <a:latin typeface="Times New Roman"/>
              <a:ea typeface="宋体"/>
            </a:endParaRPr>
          </a:p>
        </p:txBody>
      </p:sp>
    </p:spTree>
    <p:extLst>
      <p:ext uri="{BB962C8B-B14F-4D97-AF65-F5344CB8AC3E}">
        <p14:creationId xmlns:p14="http://schemas.microsoft.com/office/powerpoint/2010/main" val="1847396963"/>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9"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smtClean="0">
                <a:solidFill>
                  <a:srgbClr val="0000CC"/>
                </a:solidFill>
                <a:effectLst/>
                <a:latin typeface="华文行楷" pitchFamily="2" charset="-122"/>
                <a:ea typeface="宋体" pitchFamily="2" charset="-122"/>
              </a:rPr>
              <a:t>静电场中的导体</a:t>
            </a:r>
            <a:endParaRPr lang="zh-CN" altLang="en-US" sz="3600" dirty="0">
              <a:solidFill>
                <a:srgbClr val="0000CC"/>
              </a:solidFill>
            </a:endParaRPr>
          </a:p>
        </p:txBody>
      </p:sp>
      <p:sp>
        <p:nvSpPr>
          <p:cNvPr id="3" name="内容占位符 2"/>
          <p:cNvSpPr>
            <a:spLocks noGrp="1"/>
          </p:cNvSpPr>
          <p:nvPr>
            <p:ph idx="1"/>
          </p:nvPr>
        </p:nvSpPr>
        <p:spPr>
          <a:xfrm>
            <a:off x="323528" y="1203598"/>
            <a:ext cx="7920880" cy="3086100"/>
          </a:xfrm>
        </p:spPr>
        <p:txBody>
          <a:bodyPr/>
          <a:lstStyle/>
          <a:p>
            <a:r>
              <a:rPr lang="zh-CN" altLang="en-US" dirty="0" smtClean="0"/>
              <a:t>导体内的</a:t>
            </a:r>
            <a:r>
              <a:rPr lang="zh-CN" altLang="en-US" dirty="0" smtClean="0">
                <a:solidFill>
                  <a:srgbClr val="FF0000"/>
                </a:solidFill>
              </a:rPr>
              <a:t>电场处处为</a:t>
            </a:r>
            <a:r>
              <a:rPr lang="en-US" altLang="zh-CN" dirty="0" smtClean="0">
                <a:solidFill>
                  <a:srgbClr val="FF0000"/>
                </a:solidFill>
              </a:rPr>
              <a:t>0</a:t>
            </a:r>
            <a:r>
              <a:rPr lang="zh-CN" altLang="en-US" dirty="0" smtClean="0"/>
              <a:t>；</a:t>
            </a:r>
            <a:endParaRPr lang="en-US" altLang="zh-CN" dirty="0" smtClean="0"/>
          </a:p>
          <a:p>
            <a:r>
              <a:rPr lang="zh-CN" altLang="en-US" dirty="0" smtClean="0"/>
              <a:t>静电场中的导体为</a:t>
            </a:r>
            <a:r>
              <a:rPr lang="zh-CN" altLang="en-US" dirty="0" smtClean="0">
                <a:solidFill>
                  <a:srgbClr val="C00000"/>
                </a:solidFill>
              </a:rPr>
              <a:t>等电位</a:t>
            </a:r>
            <a:r>
              <a:rPr lang="zh-CN" altLang="en-US" dirty="0" smtClean="0"/>
              <a:t>，导体表面为等位面；</a:t>
            </a:r>
            <a:endParaRPr lang="en-US" altLang="zh-CN" dirty="0" smtClean="0"/>
          </a:p>
          <a:p>
            <a:r>
              <a:rPr lang="zh-CN" altLang="en-US" dirty="0" smtClean="0"/>
              <a:t>导体表面其外侧的</a:t>
            </a:r>
            <a:r>
              <a:rPr lang="en-US" altLang="zh-CN" dirty="0" smtClean="0">
                <a:solidFill>
                  <a:srgbClr val="C00000"/>
                </a:solidFill>
              </a:rPr>
              <a:t>E</a:t>
            </a:r>
            <a:r>
              <a:rPr lang="zh-CN" altLang="en-US" dirty="0" smtClean="0">
                <a:solidFill>
                  <a:srgbClr val="C00000"/>
                </a:solidFill>
              </a:rPr>
              <a:t>线垂直</a:t>
            </a:r>
            <a:r>
              <a:rPr lang="zh-CN" altLang="en-US" dirty="0" smtClean="0"/>
              <a:t>；</a:t>
            </a:r>
            <a:endParaRPr lang="en-US" altLang="zh-CN" dirty="0" smtClean="0"/>
          </a:p>
          <a:p>
            <a:r>
              <a:rPr lang="zh-CN" altLang="en-US" dirty="0" smtClean="0"/>
              <a:t>导体如带电，电荷只能以</a:t>
            </a:r>
            <a:r>
              <a:rPr lang="zh-CN" altLang="en-US" dirty="0" smtClean="0">
                <a:solidFill>
                  <a:srgbClr val="C00000"/>
                </a:solidFill>
              </a:rPr>
              <a:t>面电荷</a:t>
            </a:r>
            <a:r>
              <a:rPr lang="zh-CN" altLang="en-US" dirty="0" smtClean="0"/>
              <a:t>形式分布于表面，且分布密度取决于表面曲率。</a:t>
            </a:r>
            <a:endParaRPr lang="zh-CN" altLang="en-US" dirty="0"/>
          </a:p>
        </p:txBody>
      </p:sp>
    </p:spTree>
    <p:extLst>
      <p:ext uri="{BB962C8B-B14F-4D97-AF65-F5344CB8AC3E}">
        <p14:creationId xmlns:p14="http://schemas.microsoft.com/office/powerpoint/2010/main" val="3981276280"/>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23478"/>
            <a:ext cx="7772400" cy="857250"/>
          </a:xfrm>
        </p:spPr>
        <p:txBody>
          <a:bodyPr/>
          <a:lstStyle/>
          <a:p>
            <a:pPr lvl="1"/>
            <a:r>
              <a:rPr lang="en-US" altLang="zh-CN" dirty="0">
                <a:solidFill>
                  <a:schemeClr val="tx1">
                    <a:lumMod val="50000"/>
                  </a:schemeClr>
                </a:solidFill>
                <a:latin typeface="华文行楷" pitchFamily="2" charset="-122"/>
              </a:rPr>
              <a:t>1.</a:t>
            </a:r>
            <a:r>
              <a:rPr lang="zh-CN" altLang="en-US" dirty="0">
                <a:solidFill>
                  <a:schemeClr val="tx1">
                    <a:lumMod val="50000"/>
                  </a:schemeClr>
                </a:solidFill>
                <a:latin typeface="华文行楷" pitchFamily="2" charset="-122"/>
              </a:rPr>
              <a:t>电介质中的</a:t>
            </a:r>
            <a:r>
              <a:rPr lang="zh-CN" altLang="en-US" dirty="0" smtClean="0">
                <a:solidFill>
                  <a:schemeClr val="tx1">
                    <a:lumMod val="50000"/>
                  </a:schemeClr>
                </a:solidFill>
                <a:latin typeface="华文行楷" pitchFamily="2" charset="-122"/>
              </a:rPr>
              <a:t>高斯定理</a:t>
            </a:r>
            <a:endParaRPr lang="zh-CN" altLang="en-US" dirty="0"/>
          </a:p>
        </p:txBody>
      </p:sp>
      <p:sp>
        <p:nvSpPr>
          <p:cNvPr id="3" name="内容占位符 2"/>
          <p:cNvSpPr>
            <a:spLocks noGrp="1"/>
          </p:cNvSpPr>
          <p:nvPr>
            <p:ph idx="1"/>
          </p:nvPr>
        </p:nvSpPr>
        <p:spPr>
          <a:xfrm>
            <a:off x="539552" y="1131590"/>
            <a:ext cx="5472608" cy="3086100"/>
          </a:xfrm>
        </p:spPr>
        <p:txBody>
          <a:bodyPr/>
          <a:lstStyle/>
          <a:p>
            <a:pPr marL="0" indent="0">
              <a:buNone/>
            </a:pPr>
            <a:r>
              <a:rPr lang="zh-CN" altLang="en-US" dirty="0" smtClean="0"/>
              <a:t>介质</a:t>
            </a:r>
            <a:r>
              <a:rPr lang="zh-CN" altLang="en-US" dirty="0"/>
              <a:t>在外部电场的</a:t>
            </a:r>
            <a:r>
              <a:rPr lang="zh-CN" altLang="en-US" dirty="0" smtClean="0"/>
              <a:t>作用下，介质中的分子发生</a:t>
            </a:r>
            <a:r>
              <a:rPr lang="zh-CN" altLang="en-US" dirty="0" smtClean="0">
                <a:solidFill>
                  <a:srgbClr val="FF0000"/>
                </a:solidFill>
              </a:rPr>
              <a:t>极化</a:t>
            </a:r>
            <a:r>
              <a:rPr lang="zh-CN" altLang="en-US" dirty="0" smtClean="0"/>
              <a:t>现象，分子内部的正负电荷的中心不重合，使分子称为许多顺着电场方向排列的电偶极子。</a:t>
            </a:r>
            <a:endParaRPr lang="zh-CN" altLang="en-US" dirty="0"/>
          </a:p>
        </p:txBody>
      </p:sp>
      <p:pic>
        <p:nvPicPr>
          <p:cNvPr id="6" name="图片 5"/>
          <p:cNvPicPr>
            <a:picLocks noChangeAspect="1"/>
          </p:cNvPicPr>
          <p:nvPr/>
        </p:nvPicPr>
        <p:blipFill>
          <a:blip r:embed="rId2"/>
          <a:stretch>
            <a:fillRect/>
          </a:stretch>
        </p:blipFill>
        <p:spPr>
          <a:xfrm>
            <a:off x="5940152" y="734337"/>
            <a:ext cx="2712567" cy="1532384"/>
          </a:xfrm>
          <a:prstGeom prst="rect">
            <a:avLst/>
          </a:prstGeom>
        </p:spPr>
      </p:pic>
      <p:pic>
        <p:nvPicPr>
          <p:cNvPr id="7" name="图片 6"/>
          <p:cNvPicPr>
            <a:picLocks noChangeAspect="1"/>
          </p:cNvPicPr>
          <p:nvPr/>
        </p:nvPicPr>
        <p:blipFill>
          <a:blip r:embed="rId3"/>
          <a:stretch>
            <a:fillRect/>
          </a:stretch>
        </p:blipFill>
        <p:spPr>
          <a:xfrm>
            <a:off x="5868144" y="2877580"/>
            <a:ext cx="3117347" cy="1343025"/>
          </a:xfrm>
          <a:prstGeom prst="rect">
            <a:avLst/>
          </a:prstGeom>
        </p:spPr>
      </p:pic>
      <p:sp>
        <p:nvSpPr>
          <p:cNvPr id="9" name="矩形 8"/>
          <p:cNvSpPr/>
          <p:nvPr/>
        </p:nvSpPr>
        <p:spPr>
          <a:xfrm>
            <a:off x="6689275" y="4189949"/>
            <a:ext cx="1475084" cy="400110"/>
          </a:xfrm>
          <a:prstGeom prst="rect">
            <a:avLst/>
          </a:prstGeom>
        </p:spPr>
        <p:txBody>
          <a:bodyPr wrap="none">
            <a:spAutoFit/>
          </a:bodyPr>
          <a:lstStyle/>
          <a:p>
            <a:r>
              <a:rPr lang="zh-CN" altLang="en-US" sz="2000" b="1" dirty="0" smtClean="0">
                <a:solidFill>
                  <a:srgbClr val="000000"/>
                </a:solidFill>
                <a:latin typeface="Times New Roman"/>
                <a:ea typeface="宋体"/>
              </a:rPr>
              <a:t>有外部</a:t>
            </a:r>
            <a:r>
              <a:rPr lang="zh-CN" altLang="en-US" sz="2000" b="1" dirty="0">
                <a:solidFill>
                  <a:srgbClr val="000000"/>
                </a:solidFill>
                <a:latin typeface="Times New Roman"/>
                <a:ea typeface="宋体"/>
              </a:rPr>
              <a:t>电场</a:t>
            </a:r>
            <a:endParaRPr lang="zh-CN" altLang="en-US" sz="2000" dirty="0"/>
          </a:p>
        </p:txBody>
      </p:sp>
      <p:sp>
        <p:nvSpPr>
          <p:cNvPr id="10" name="矩形 9"/>
          <p:cNvSpPr/>
          <p:nvPr/>
        </p:nvSpPr>
        <p:spPr>
          <a:xfrm>
            <a:off x="6558893" y="2251393"/>
            <a:ext cx="1475084" cy="400110"/>
          </a:xfrm>
          <a:prstGeom prst="rect">
            <a:avLst/>
          </a:prstGeom>
        </p:spPr>
        <p:txBody>
          <a:bodyPr wrap="none">
            <a:spAutoFit/>
          </a:bodyPr>
          <a:lstStyle/>
          <a:p>
            <a:r>
              <a:rPr lang="zh-CN" altLang="en-US" sz="2000" b="1" dirty="0" smtClean="0">
                <a:solidFill>
                  <a:srgbClr val="000000"/>
                </a:solidFill>
                <a:latin typeface="Times New Roman"/>
                <a:ea typeface="宋体"/>
              </a:rPr>
              <a:t>无外部</a:t>
            </a:r>
            <a:r>
              <a:rPr lang="zh-CN" altLang="en-US" sz="2000" b="1" dirty="0">
                <a:solidFill>
                  <a:srgbClr val="000000"/>
                </a:solidFill>
                <a:latin typeface="Times New Roman"/>
                <a:ea typeface="宋体"/>
              </a:rPr>
              <a:t>电场</a:t>
            </a:r>
            <a:endParaRPr lang="zh-CN" altLang="en-US" sz="2000" dirty="0"/>
          </a:p>
        </p:txBody>
      </p:sp>
    </p:spTree>
    <p:extLst>
      <p:ext uri="{BB962C8B-B14F-4D97-AF65-F5344CB8AC3E}">
        <p14:creationId xmlns:p14="http://schemas.microsoft.com/office/powerpoint/2010/main" val="316798122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12"/>
          <p:cNvGraphicFramePr>
            <a:graphicFrameLocks noChangeAspect="1"/>
          </p:cNvGraphicFramePr>
          <p:nvPr>
            <p:extLst/>
          </p:nvPr>
        </p:nvGraphicFramePr>
        <p:xfrm>
          <a:off x="2915816" y="478439"/>
          <a:ext cx="1282700" cy="406004"/>
        </p:xfrm>
        <a:graphic>
          <a:graphicData uri="http://schemas.openxmlformats.org/presentationml/2006/ole">
            <mc:AlternateContent xmlns:mc="http://schemas.openxmlformats.org/markup-compatibility/2006">
              <mc:Choice xmlns:v="urn:schemas-microsoft-com:vml" Requires="v">
                <p:oleObj spid="_x0000_s149518" name="公式" r:id="rId4" imgW="482391" imgH="203112" progId="Equation.3">
                  <p:embed/>
                </p:oleObj>
              </mc:Choice>
              <mc:Fallback>
                <p:oleObj name="公式" r:id="rId4" imgW="482391" imgH="203112" progId="Equation.3">
                  <p:embed/>
                  <p:pic>
                    <p:nvPicPr>
                      <p:cNvPr id="5"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5816" y="478439"/>
                        <a:ext cx="1282700" cy="406004"/>
                      </a:xfrm>
                      <a:prstGeom prst="rect">
                        <a:avLst/>
                      </a:prstGeom>
                      <a:solidFill>
                        <a:schemeClr val="tx1">
                          <a:lumMod val="20000"/>
                          <a:lumOff val="80000"/>
                        </a:schemeClr>
                      </a:solidFill>
                      <a:extLst/>
                    </p:spPr>
                  </p:pic>
                </p:oleObj>
              </mc:Fallback>
            </mc:AlternateContent>
          </a:graphicData>
        </a:graphic>
      </p:graphicFrame>
      <p:graphicFrame>
        <p:nvGraphicFramePr>
          <p:cNvPr id="6" name="Object 14"/>
          <p:cNvGraphicFramePr>
            <a:graphicFrameLocks noChangeAspect="1"/>
          </p:cNvGraphicFramePr>
          <p:nvPr>
            <p:extLst/>
          </p:nvPr>
        </p:nvGraphicFramePr>
        <p:xfrm>
          <a:off x="3275856" y="2080320"/>
          <a:ext cx="2463800" cy="863204"/>
        </p:xfrm>
        <a:graphic>
          <a:graphicData uri="http://schemas.openxmlformats.org/presentationml/2006/ole">
            <mc:AlternateContent xmlns:mc="http://schemas.openxmlformats.org/markup-compatibility/2006">
              <mc:Choice xmlns:v="urn:schemas-microsoft-com:vml" Requires="v">
                <p:oleObj spid="_x0000_s149519" name="公式" r:id="rId6" imgW="927100" imgH="431800" progId="Equation.3">
                  <p:embed/>
                </p:oleObj>
              </mc:Choice>
              <mc:Fallback>
                <p:oleObj name="公式" r:id="rId6" imgW="927100" imgH="431800" progId="Equation.3">
                  <p:embed/>
                  <p:pic>
                    <p:nvPicPr>
                      <p:cNvPr id="6"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5856" y="2080320"/>
                        <a:ext cx="2463800" cy="863204"/>
                      </a:xfrm>
                      <a:prstGeom prst="rect">
                        <a:avLst/>
                      </a:prstGeom>
                      <a:solidFill>
                        <a:srgbClr val="99FFCC"/>
                      </a:solidFill>
                      <a:extLst/>
                    </p:spPr>
                  </p:pic>
                </p:oleObj>
              </mc:Fallback>
            </mc:AlternateContent>
          </a:graphicData>
        </a:graphic>
      </p:graphicFrame>
      <p:graphicFrame>
        <p:nvGraphicFramePr>
          <p:cNvPr id="7" name="Object 15"/>
          <p:cNvGraphicFramePr>
            <a:graphicFrameLocks noChangeAspect="1"/>
          </p:cNvGraphicFramePr>
          <p:nvPr>
            <p:extLst/>
          </p:nvPr>
        </p:nvGraphicFramePr>
        <p:xfrm>
          <a:off x="4243101" y="3758465"/>
          <a:ext cx="2239963" cy="825500"/>
        </p:xfrm>
        <a:graphic>
          <a:graphicData uri="http://schemas.openxmlformats.org/presentationml/2006/ole">
            <mc:AlternateContent xmlns:mc="http://schemas.openxmlformats.org/markup-compatibility/2006">
              <mc:Choice xmlns:v="urn:schemas-microsoft-com:vml" Requires="v">
                <p:oleObj spid="_x0000_s149520" name="公式" r:id="rId8" imgW="876240" imgH="431640" progId="Equation.3">
                  <p:embed/>
                </p:oleObj>
              </mc:Choice>
              <mc:Fallback>
                <p:oleObj name="公式" r:id="rId8" imgW="876240" imgH="431640" progId="Equation.3">
                  <p:embed/>
                  <p:pic>
                    <p:nvPicPr>
                      <p:cNvPr id="7"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43101" y="3758465"/>
                        <a:ext cx="2239963"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内容占位符 2"/>
          <p:cNvSpPr>
            <a:spLocks noGrp="1"/>
          </p:cNvSpPr>
          <p:nvPr>
            <p:ph idx="1"/>
          </p:nvPr>
        </p:nvSpPr>
        <p:spPr>
          <a:xfrm>
            <a:off x="395536" y="3003798"/>
            <a:ext cx="6408712" cy="1544812"/>
          </a:xfrm>
        </p:spPr>
        <p:txBody>
          <a:bodyPr/>
          <a:lstStyle/>
          <a:p>
            <a:pPr marL="0" indent="0">
              <a:buNone/>
            </a:pPr>
            <a:r>
              <a:rPr lang="zh-CN" altLang="en-US" dirty="0" smtClean="0"/>
              <a:t>一个体积元内的电偶极矩在空间一点产生的电位为</a:t>
            </a:r>
            <a:endParaRPr lang="en-US" altLang="zh-CN" dirty="0" smtClean="0"/>
          </a:p>
          <a:p>
            <a:pPr marL="0" indent="0">
              <a:buNone/>
            </a:pPr>
            <a:endParaRPr lang="zh-CN" altLang="en-US" dirty="0"/>
          </a:p>
        </p:txBody>
      </p:sp>
      <p:sp>
        <p:nvSpPr>
          <p:cNvPr id="10" name="Rectangle 6"/>
          <p:cNvSpPr>
            <a:spLocks noChangeArrowheads="1"/>
          </p:cNvSpPr>
          <p:nvPr/>
        </p:nvSpPr>
        <p:spPr bwMode="auto">
          <a:xfrm>
            <a:off x="6705600" y="2879308"/>
            <a:ext cx="21336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altLang="zh-CN" sz="2000" b="1" dirty="0">
                <a:solidFill>
                  <a:srgbClr val="000000"/>
                </a:solidFill>
                <a:latin typeface="宋体" charset="-122"/>
              </a:rPr>
              <a:t> </a:t>
            </a:r>
            <a:r>
              <a:rPr lang="zh-CN" altLang="en-US" sz="2000" b="1" dirty="0">
                <a:solidFill>
                  <a:srgbClr val="000000"/>
                </a:solidFill>
                <a:latin typeface="宋体" charset="-122"/>
              </a:rPr>
              <a:t>图</a:t>
            </a:r>
            <a:r>
              <a:rPr lang="en-US" altLang="zh-CN" sz="2000" b="1" dirty="0">
                <a:solidFill>
                  <a:srgbClr val="000000"/>
                </a:solidFill>
                <a:latin typeface="宋体" charset="-122"/>
              </a:rPr>
              <a:t>2.13  </a:t>
            </a:r>
            <a:endParaRPr lang="en-US" altLang="zh-CN" sz="2000" b="1" dirty="0" smtClean="0">
              <a:solidFill>
                <a:srgbClr val="000000"/>
              </a:solidFill>
              <a:latin typeface="宋体" charset="-122"/>
            </a:endParaRPr>
          </a:p>
          <a:p>
            <a:pPr algn="ctr"/>
            <a:r>
              <a:rPr lang="zh-CN" altLang="en-US" sz="2000" b="1" dirty="0" smtClean="0">
                <a:solidFill>
                  <a:srgbClr val="000000"/>
                </a:solidFill>
                <a:latin typeface="宋体" charset="-122"/>
              </a:rPr>
              <a:t>电介质</a:t>
            </a:r>
            <a:r>
              <a:rPr lang="zh-CN" altLang="en-US" sz="2000" b="1" dirty="0">
                <a:solidFill>
                  <a:srgbClr val="000000"/>
                </a:solidFill>
                <a:latin typeface="宋体" charset="-122"/>
              </a:rPr>
              <a:t>的极化 </a:t>
            </a:r>
          </a:p>
        </p:txBody>
      </p:sp>
      <p:graphicFrame>
        <p:nvGraphicFramePr>
          <p:cNvPr id="2" name="对象 1"/>
          <p:cNvGraphicFramePr>
            <a:graphicFrameLocks noChangeAspect="1"/>
          </p:cNvGraphicFramePr>
          <p:nvPr>
            <p:extLst/>
          </p:nvPr>
        </p:nvGraphicFramePr>
        <p:xfrm>
          <a:off x="6061075" y="285750"/>
          <a:ext cx="2701925" cy="2362200"/>
        </p:xfrm>
        <a:graphic>
          <a:graphicData uri="http://schemas.openxmlformats.org/presentationml/2006/ole">
            <mc:AlternateContent xmlns:mc="http://schemas.openxmlformats.org/markup-compatibility/2006">
              <mc:Choice xmlns:v="urn:schemas-microsoft-com:vml" Requires="v">
                <p:oleObj spid="_x0000_s149521" r:id="rId10" imgW="9657143" imgH="11257143" progId="Equation.3">
                  <p:embed/>
                </p:oleObj>
              </mc:Choice>
              <mc:Fallback>
                <p:oleObj r:id="rId10" imgW="9657143" imgH="11257143" progId="Equation.3">
                  <p:embed/>
                  <p:pic>
                    <p:nvPicPr>
                      <p:cNvPr id="2" name="对象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61075" y="285750"/>
                        <a:ext cx="2701925" cy="2362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611560" y="389437"/>
            <a:ext cx="3240360" cy="1766637"/>
          </a:xfrm>
          <a:prstGeom prst="rect">
            <a:avLst/>
          </a:prstGeom>
        </p:spPr>
        <p:txBody>
          <a:bodyPr wrap="square">
            <a:spAutoFit/>
          </a:bodyPr>
          <a:lstStyle/>
          <a:p>
            <a:pPr lvl="0">
              <a:spcBef>
                <a:spcPct val="20000"/>
              </a:spcBef>
              <a:buClr>
                <a:srgbClr val="A50021"/>
              </a:buClr>
              <a:buSzPct val="75000"/>
            </a:pPr>
            <a:r>
              <a:rPr lang="zh-CN" altLang="en-US" sz="3200" b="1" dirty="0">
                <a:solidFill>
                  <a:srgbClr val="000000"/>
                </a:solidFill>
                <a:latin typeface="Times New Roman"/>
                <a:ea typeface="宋体"/>
              </a:rPr>
              <a:t>电偶极矩</a:t>
            </a:r>
            <a:endParaRPr lang="en-US" altLang="zh-CN" sz="3200" b="1" dirty="0">
              <a:solidFill>
                <a:srgbClr val="000000"/>
              </a:solidFill>
              <a:latin typeface="Times New Roman"/>
              <a:ea typeface="宋体"/>
            </a:endParaRPr>
          </a:p>
          <a:p>
            <a:pPr lvl="0">
              <a:spcBef>
                <a:spcPct val="20000"/>
              </a:spcBef>
              <a:buClr>
                <a:srgbClr val="A50021"/>
              </a:buClr>
              <a:buSzPct val="75000"/>
            </a:pPr>
            <a:endParaRPr lang="en-US" altLang="zh-CN" sz="3200" b="1" dirty="0">
              <a:solidFill>
                <a:srgbClr val="000000"/>
              </a:solidFill>
              <a:latin typeface="Times New Roman"/>
              <a:ea typeface="宋体"/>
            </a:endParaRPr>
          </a:p>
          <a:p>
            <a:pPr lvl="0">
              <a:spcBef>
                <a:spcPct val="20000"/>
              </a:spcBef>
              <a:buClr>
                <a:srgbClr val="A50021"/>
              </a:buClr>
              <a:buSzPct val="75000"/>
            </a:pPr>
            <a:r>
              <a:rPr lang="zh-CN" altLang="en-US" sz="3200" b="1" dirty="0">
                <a:solidFill>
                  <a:srgbClr val="000000"/>
                </a:solidFill>
                <a:latin typeface="Times New Roman"/>
                <a:ea typeface="宋体"/>
              </a:rPr>
              <a:t>某点的</a:t>
            </a:r>
            <a:r>
              <a:rPr lang="zh-CN" altLang="en-US" sz="3200" b="1" dirty="0">
                <a:solidFill>
                  <a:srgbClr val="FF0000"/>
                </a:solidFill>
                <a:latin typeface="Times New Roman"/>
                <a:ea typeface="宋体"/>
              </a:rPr>
              <a:t>极化强度</a:t>
            </a:r>
            <a:endParaRPr lang="en-US" altLang="zh-CN" sz="3200" b="1" dirty="0">
              <a:solidFill>
                <a:srgbClr val="FF0000"/>
              </a:solidFill>
              <a:latin typeface="Times New Roman"/>
              <a:ea typeface="宋体"/>
            </a:endParaRPr>
          </a:p>
        </p:txBody>
      </p:sp>
    </p:spTree>
    <p:extLst>
      <p:ext uri="{BB962C8B-B14F-4D97-AF65-F5344CB8AC3E}">
        <p14:creationId xmlns:p14="http://schemas.microsoft.com/office/powerpoint/2010/main" val="3535366688"/>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altLang="zh-CN" dirty="0" smtClean="0"/>
              <a:t> </a:t>
            </a:r>
          </a:p>
        </p:txBody>
      </p:sp>
      <p:sp>
        <p:nvSpPr>
          <p:cNvPr id="47110" name="Rectangle 3" descr="Rectangle: Click to edit Master text styles&#10;Second level&#10;Third level&#10;Fourth level&#10;Fifth level"/>
          <p:cNvSpPr>
            <a:spLocks noGrp="1" noChangeArrowheads="1"/>
          </p:cNvSpPr>
          <p:nvPr>
            <p:ph type="body" idx="1"/>
          </p:nvPr>
        </p:nvSpPr>
        <p:spPr>
          <a:xfrm>
            <a:off x="762000" y="1390650"/>
            <a:ext cx="7772400" cy="3086100"/>
          </a:xfrm>
        </p:spPr>
        <p:txBody>
          <a:bodyPr/>
          <a:lstStyle/>
          <a:p>
            <a:pPr marL="0" indent="0" eaLnBrk="1" hangingPunct="1">
              <a:buFont typeface="Wingdings" pitchFamily="2" charset="2"/>
              <a:buNone/>
            </a:pPr>
            <a:endParaRPr lang="en-US" altLang="zh-CN" dirty="0" smtClean="0">
              <a:latin typeface="宋体" pitchFamily="2" charset="-122"/>
            </a:endParaRPr>
          </a:p>
          <a:p>
            <a:pPr marL="0" indent="0" eaLnBrk="1" hangingPunct="1">
              <a:buFont typeface="Wingdings" pitchFamily="2" charset="2"/>
              <a:buNone/>
            </a:pPr>
            <a:r>
              <a:rPr lang="zh-CN" altLang="en-US" dirty="0" smtClean="0">
                <a:latin typeface="宋体" pitchFamily="2" charset="-122"/>
              </a:rPr>
              <a:t>                              </a:t>
            </a:r>
            <a:r>
              <a:rPr lang="en-US" altLang="zh-CN" dirty="0" smtClean="0">
                <a:latin typeface="宋体" pitchFamily="2" charset="-122"/>
              </a:rPr>
              <a:t>(2.57)</a:t>
            </a:r>
          </a:p>
          <a:p>
            <a:pPr marL="0" indent="0" eaLnBrk="1" hangingPunct="1">
              <a:buNone/>
            </a:pPr>
            <a:r>
              <a:rPr lang="zh-CN" altLang="en-US" dirty="0" smtClean="0">
                <a:latin typeface="宋体" pitchFamily="2" charset="-122"/>
              </a:rPr>
              <a:t>称</a:t>
            </a:r>
            <a:r>
              <a:rPr lang="en-US" altLang="zh-CN" i="1" dirty="0" smtClean="0">
                <a:latin typeface="宋体" pitchFamily="2" charset="-122"/>
              </a:rPr>
              <a:t>D</a:t>
            </a:r>
            <a:r>
              <a:rPr lang="zh-CN" altLang="en-US" dirty="0" smtClean="0">
                <a:latin typeface="宋体" pitchFamily="2" charset="-122"/>
              </a:rPr>
              <a:t>为</a:t>
            </a:r>
            <a:r>
              <a:rPr lang="zh-CN" altLang="en-US" dirty="0" smtClean="0">
                <a:solidFill>
                  <a:srgbClr val="FF0000"/>
                </a:solidFill>
                <a:latin typeface="宋体" pitchFamily="2" charset="-122"/>
              </a:rPr>
              <a:t>电位移矢量</a:t>
            </a:r>
            <a:r>
              <a:rPr lang="zh-CN" altLang="en-US" dirty="0">
                <a:latin typeface="宋体" pitchFamily="2" charset="-122"/>
              </a:rPr>
              <a:t>或</a:t>
            </a:r>
            <a:r>
              <a:rPr lang="zh-CN" altLang="en-US" dirty="0">
                <a:solidFill>
                  <a:srgbClr val="FF0000"/>
                </a:solidFill>
                <a:latin typeface="宋体" pitchFamily="2" charset="-122"/>
              </a:rPr>
              <a:t>电通密度</a:t>
            </a:r>
            <a:r>
              <a:rPr lang="zh-CN" altLang="en-US" dirty="0" smtClean="0">
                <a:latin typeface="宋体" pitchFamily="2" charset="-122"/>
              </a:rPr>
              <a:t>。</a:t>
            </a:r>
          </a:p>
        </p:txBody>
      </p:sp>
      <p:sp>
        <p:nvSpPr>
          <p:cNvPr id="47111" name="Rectangle 5"/>
          <p:cNvSpPr>
            <a:spLocks noChangeArrowheads="1"/>
          </p:cNvSpPr>
          <p:nvPr/>
        </p:nvSpPr>
        <p:spPr bwMode="auto">
          <a:xfrm>
            <a:off x="0" y="23013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7106" name="Object 4"/>
          <p:cNvGraphicFramePr>
            <a:graphicFrameLocks noChangeAspect="1"/>
          </p:cNvGraphicFramePr>
          <p:nvPr>
            <p:extLst/>
          </p:nvPr>
        </p:nvGraphicFramePr>
        <p:xfrm>
          <a:off x="1676400" y="2058988"/>
          <a:ext cx="4297362" cy="436562"/>
        </p:xfrm>
        <a:graphic>
          <a:graphicData uri="http://schemas.openxmlformats.org/presentationml/2006/ole">
            <mc:AlternateContent xmlns:mc="http://schemas.openxmlformats.org/markup-compatibility/2006">
              <mc:Choice xmlns:v="urn:schemas-microsoft-com:vml" Requires="v">
                <p:oleObj spid="_x0000_s152594" name="公式" r:id="rId3" imgW="1790640" imgH="241200" progId="Equation.3">
                  <p:embed/>
                </p:oleObj>
              </mc:Choice>
              <mc:Fallback>
                <p:oleObj name="公式" r:id="rId3" imgW="1790640" imgH="241200" progId="Equation.3">
                  <p:embed/>
                  <p:pic>
                    <p:nvPicPr>
                      <p:cNvPr id="4710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2058988"/>
                        <a:ext cx="4297362" cy="436562"/>
                      </a:xfrm>
                      <a:prstGeom prst="rect">
                        <a:avLst/>
                      </a:prstGeom>
                      <a:solidFill>
                        <a:srgbClr val="99FFCC"/>
                      </a:solidFill>
                    </p:spPr>
                  </p:pic>
                </p:oleObj>
              </mc:Fallback>
            </mc:AlternateContent>
          </a:graphicData>
        </a:graphic>
      </p:graphicFrame>
      <p:sp>
        <p:nvSpPr>
          <p:cNvPr id="47112" name="Rectangle 7"/>
          <p:cNvSpPr>
            <a:spLocks noChangeArrowheads="1"/>
          </p:cNvSpPr>
          <p:nvPr/>
        </p:nvSpPr>
        <p:spPr bwMode="auto">
          <a:xfrm>
            <a:off x="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7107" name="Object 6"/>
          <p:cNvGraphicFramePr>
            <a:graphicFrameLocks noChangeAspect="1"/>
          </p:cNvGraphicFramePr>
          <p:nvPr>
            <p:extLst/>
          </p:nvPr>
        </p:nvGraphicFramePr>
        <p:xfrm>
          <a:off x="2667000" y="3733800"/>
          <a:ext cx="2209800" cy="514350"/>
        </p:xfrm>
        <a:graphic>
          <a:graphicData uri="http://schemas.openxmlformats.org/presentationml/2006/ole">
            <mc:AlternateContent xmlns:mc="http://schemas.openxmlformats.org/markup-compatibility/2006">
              <mc:Choice xmlns:v="urn:schemas-microsoft-com:vml" Requires="v">
                <p:oleObj spid="_x0000_s152595" name="公式" r:id="rId5" imgW="952087" imgH="291973" progId="Equation.3">
                  <p:embed/>
                </p:oleObj>
              </mc:Choice>
              <mc:Fallback>
                <p:oleObj name="公式" r:id="rId5" imgW="952087" imgH="291973" progId="Equation.3">
                  <p:embed/>
                  <p:pic>
                    <p:nvPicPr>
                      <p:cNvPr id="4710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0" y="3733800"/>
                        <a:ext cx="220980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13" name="Rectangle 9"/>
          <p:cNvSpPr>
            <a:spLocks noChangeArrowheads="1"/>
          </p:cNvSpPr>
          <p:nvPr/>
        </p:nvSpPr>
        <p:spPr bwMode="auto">
          <a:xfrm>
            <a:off x="0" y="23120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7108" name="Object 8"/>
          <p:cNvGraphicFramePr>
            <a:graphicFrameLocks noChangeAspect="1"/>
          </p:cNvGraphicFramePr>
          <p:nvPr>
            <p:extLst/>
          </p:nvPr>
        </p:nvGraphicFramePr>
        <p:xfrm>
          <a:off x="3048000" y="4324350"/>
          <a:ext cx="1676400" cy="388144"/>
        </p:xfrm>
        <a:graphic>
          <a:graphicData uri="http://schemas.openxmlformats.org/presentationml/2006/ole">
            <mc:AlternateContent xmlns:mc="http://schemas.openxmlformats.org/markup-compatibility/2006">
              <mc:Choice xmlns:v="urn:schemas-microsoft-com:vml" Requires="v">
                <p:oleObj spid="_x0000_s152596" name="公式" r:id="rId7" imgW="647419" imgH="203112" progId="Equation.3">
                  <p:embed/>
                </p:oleObj>
              </mc:Choice>
              <mc:Fallback>
                <p:oleObj name="公式" r:id="rId7" imgW="647419" imgH="203112" progId="Equation.3">
                  <p:embed/>
                  <p:pic>
                    <p:nvPicPr>
                      <p:cNvPr id="47108"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0" y="4324350"/>
                        <a:ext cx="1676400" cy="388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extLst/>
          </p:nvPr>
        </p:nvGraphicFramePr>
        <p:xfrm>
          <a:off x="304800" y="1093787"/>
          <a:ext cx="8320088" cy="944563"/>
        </p:xfrm>
        <a:graphic>
          <a:graphicData uri="http://schemas.openxmlformats.org/presentationml/2006/ole">
            <mc:AlternateContent xmlns:mc="http://schemas.openxmlformats.org/markup-compatibility/2006">
              <mc:Choice xmlns:v="urn:schemas-microsoft-com:vml" Requires="v">
                <p:oleObj spid="_x0000_s152597" name="公式" r:id="rId9" imgW="3822700" imgH="431800" progId="Equation.3">
                  <p:embed/>
                </p:oleObj>
              </mc:Choice>
              <mc:Fallback>
                <p:oleObj name="公式" r:id="rId9" imgW="3822700" imgH="431800" progId="Equation.3">
                  <p:embed/>
                  <p:pic>
                    <p:nvPicPr>
                      <p:cNvPr id="2" name="对象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800" y="1093787"/>
                        <a:ext cx="8320088" cy="944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304800" y="45927"/>
            <a:ext cx="7731967" cy="1077218"/>
          </a:xfrm>
          <a:prstGeom prst="rect">
            <a:avLst/>
          </a:prstGeom>
          <a:solidFill>
            <a:srgbClr val="FFFF00"/>
          </a:solidFill>
        </p:spPr>
        <p:txBody>
          <a:bodyPr wrap="square">
            <a:spAutoFit/>
          </a:bodyPr>
          <a:lstStyle/>
          <a:p>
            <a:r>
              <a:rPr lang="zh-CN" altLang="en-US" sz="3200" b="1" dirty="0">
                <a:solidFill>
                  <a:srgbClr val="000000"/>
                </a:solidFill>
                <a:latin typeface="宋体" pitchFamily="2" charset="-122"/>
                <a:ea typeface="+mn-ea"/>
              </a:rPr>
              <a:t>在介质</a:t>
            </a:r>
            <a:r>
              <a:rPr lang="zh-CN" altLang="en-US" sz="3200" b="1" dirty="0" smtClean="0">
                <a:solidFill>
                  <a:srgbClr val="000000"/>
                </a:solidFill>
                <a:latin typeface="宋体" pitchFamily="2" charset="-122"/>
                <a:ea typeface="+mn-ea"/>
              </a:rPr>
              <a:t>中，电场由束缚电荷产生的电场和自由电荷产生的电场之和构成</a:t>
            </a:r>
            <a:endParaRPr lang="zh-CN" altLang="en-US" sz="3200" b="1" dirty="0">
              <a:solidFill>
                <a:srgbClr val="000000"/>
              </a:solidFill>
              <a:latin typeface="宋体" pitchFamily="2" charset="-122"/>
              <a:ea typeface="+mn-ea"/>
            </a:endParaRPr>
          </a:p>
        </p:txBody>
      </p:sp>
      <p:sp>
        <p:nvSpPr>
          <p:cNvPr id="5" name="矩形 4"/>
          <p:cNvSpPr/>
          <p:nvPr/>
        </p:nvSpPr>
        <p:spPr>
          <a:xfrm>
            <a:off x="827584" y="3066227"/>
            <a:ext cx="6863681" cy="584775"/>
          </a:xfrm>
          <a:prstGeom prst="rect">
            <a:avLst/>
          </a:prstGeom>
        </p:spPr>
        <p:txBody>
          <a:bodyPr wrap="square">
            <a:spAutoFit/>
          </a:bodyPr>
          <a:lstStyle/>
          <a:p>
            <a:pPr lvl="0" eaLnBrk="1" hangingPunct="1">
              <a:spcBef>
                <a:spcPct val="20000"/>
              </a:spcBef>
              <a:buClr>
                <a:srgbClr val="A50021"/>
              </a:buClr>
              <a:buSzPct val="75000"/>
            </a:pPr>
            <a:r>
              <a:rPr lang="zh-CN" altLang="en-US" sz="3200" b="1" dirty="0">
                <a:solidFill>
                  <a:srgbClr val="000000"/>
                </a:solidFill>
                <a:latin typeface="宋体" pitchFamily="2" charset="-122"/>
                <a:ea typeface="宋体"/>
              </a:rPr>
              <a:t>在介质中高斯定理</a:t>
            </a:r>
            <a:r>
              <a:rPr lang="zh-CN" altLang="en-US" sz="3200" b="1" dirty="0" smtClean="0">
                <a:solidFill>
                  <a:srgbClr val="000000"/>
                </a:solidFill>
                <a:latin typeface="宋体" pitchFamily="2" charset="-122"/>
                <a:ea typeface="宋体"/>
              </a:rPr>
              <a:t>成为 </a:t>
            </a:r>
            <a:endParaRPr lang="en-US" altLang="zh-CN" sz="3200" b="1" dirty="0">
              <a:solidFill>
                <a:srgbClr val="000000"/>
              </a:solidFill>
              <a:latin typeface="宋体" pitchFamily="2" charset="-122"/>
              <a:ea typeface="宋体"/>
            </a:endParaRPr>
          </a:p>
        </p:txBody>
      </p:sp>
    </p:spTree>
    <p:extLst>
      <p:ext uri="{BB962C8B-B14F-4D97-AF65-F5344CB8AC3E}">
        <p14:creationId xmlns:p14="http://schemas.microsoft.com/office/powerpoint/2010/main" val="1669583746"/>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5105400" y="1059607"/>
            <a:ext cx="2971800" cy="1754326"/>
          </a:xfrm>
          <a:prstGeom prst="rect">
            <a:avLst/>
          </a:prstGeom>
          <a:solidFill>
            <a:srgbClr val="99FFCC"/>
          </a:solidFill>
          <a:ln>
            <a:solidFill>
              <a:srgbClr val="FFFF00"/>
            </a:solidFill>
          </a:ln>
        </p:spPr>
        <p:txBody>
          <a:bodyPr wrap="square" rtlCol="0">
            <a:spAutoFit/>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zh-CN" altLang="en-US" dirty="0"/>
          </a:p>
        </p:txBody>
      </p:sp>
      <p:sp>
        <p:nvSpPr>
          <p:cNvPr id="3" name="TextBox 2"/>
          <p:cNvSpPr txBox="1"/>
          <p:nvPr/>
        </p:nvSpPr>
        <p:spPr>
          <a:xfrm>
            <a:off x="914400" y="983407"/>
            <a:ext cx="2743200" cy="1754326"/>
          </a:xfrm>
          <a:prstGeom prst="rect">
            <a:avLst/>
          </a:prstGeom>
          <a:solidFill>
            <a:srgbClr val="99FFCC"/>
          </a:solidFill>
          <a:ln>
            <a:solidFill>
              <a:srgbClr val="FFFF00"/>
            </a:solidFill>
          </a:ln>
        </p:spPr>
        <p:txBody>
          <a:bodyPr wrap="square" rtlCol="0">
            <a:spAutoFit/>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3602614578"/>
              </p:ext>
            </p:extLst>
          </p:nvPr>
        </p:nvGraphicFramePr>
        <p:xfrm>
          <a:off x="5237162" y="1262807"/>
          <a:ext cx="2611438" cy="1320800"/>
        </p:xfrm>
        <a:graphic>
          <a:graphicData uri="http://schemas.openxmlformats.org/presentationml/2006/ole">
            <mc:AlternateContent xmlns:mc="http://schemas.openxmlformats.org/markup-compatibility/2006">
              <mc:Choice xmlns:v="urn:schemas-microsoft-com:vml" Requires="v">
                <p:oleObj spid="_x0000_s160794" name="公式" r:id="rId3" imgW="1104900" imgH="558800" progId="Equation.3">
                  <p:embed/>
                </p:oleObj>
              </mc:Choice>
              <mc:Fallback>
                <p:oleObj name="公式" r:id="rId3" imgW="1104900" imgH="558800" progId="Equation.3">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7162" y="1262807"/>
                        <a:ext cx="2611438" cy="1320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38726035"/>
              </p:ext>
            </p:extLst>
          </p:nvPr>
        </p:nvGraphicFramePr>
        <p:xfrm>
          <a:off x="2057400" y="3040807"/>
          <a:ext cx="1447800" cy="693738"/>
        </p:xfrm>
        <a:graphic>
          <a:graphicData uri="http://schemas.openxmlformats.org/presentationml/2006/ole">
            <mc:AlternateContent xmlns:mc="http://schemas.openxmlformats.org/markup-compatibility/2006">
              <mc:Choice xmlns:v="urn:schemas-microsoft-com:vml" Requires="v">
                <p:oleObj spid="_x0000_s160795" name="公式" r:id="rId5" imgW="457002" imgH="215806" progId="Equation.3">
                  <p:embed/>
                </p:oleObj>
              </mc:Choice>
              <mc:Fallback>
                <p:oleObj name="公式" r:id="rId5" imgW="457002" imgH="215806" progId="Equation.3">
                  <p:embed/>
                  <p:pic>
                    <p:nvPicPr>
                      <p:cNvPr id="5"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3040807"/>
                        <a:ext cx="1447800" cy="693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228186258"/>
              </p:ext>
            </p:extLst>
          </p:nvPr>
        </p:nvGraphicFramePr>
        <p:xfrm>
          <a:off x="827584" y="3892327"/>
          <a:ext cx="3657600" cy="1055687"/>
        </p:xfrm>
        <a:graphic>
          <a:graphicData uri="http://schemas.openxmlformats.org/presentationml/2006/ole">
            <mc:AlternateContent xmlns:mc="http://schemas.openxmlformats.org/markup-compatibility/2006">
              <mc:Choice xmlns:v="urn:schemas-microsoft-com:vml" Requires="v">
                <p:oleObj spid="_x0000_s160796" name="公式" r:id="rId7" imgW="1422400" imgH="406400" progId="Equation.3">
                  <p:embed/>
                </p:oleObj>
              </mc:Choice>
              <mc:Fallback>
                <p:oleObj name="公式" r:id="rId7" imgW="1422400" imgH="406400" progId="Equation.3">
                  <p:embed/>
                  <p:pic>
                    <p:nvPicPr>
                      <p:cNvPr id="6" name="对象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584" y="3892327"/>
                        <a:ext cx="3657600" cy="1055687"/>
                      </a:xfrm>
                      <a:prstGeom prst="rect">
                        <a:avLst/>
                      </a:prstGeom>
                      <a:solidFill>
                        <a:schemeClr val="tx2">
                          <a:lumMod val="20000"/>
                          <a:lumOff val="80000"/>
                        </a:schemeClr>
                      </a:solidFill>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116989753"/>
              </p:ext>
            </p:extLst>
          </p:nvPr>
        </p:nvGraphicFramePr>
        <p:xfrm>
          <a:off x="1447800" y="1200894"/>
          <a:ext cx="1828800" cy="696913"/>
        </p:xfrm>
        <a:graphic>
          <a:graphicData uri="http://schemas.openxmlformats.org/presentationml/2006/ole">
            <mc:AlternateContent xmlns:mc="http://schemas.openxmlformats.org/markup-compatibility/2006">
              <mc:Choice xmlns:v="urn:schemas-microsoft-com:vml" Requires="v">
                <p:oleObj spid="_x0000_s160797" name="公式" r:id="rId9" imgW="596900" imgH="228600" progId="Equation.3">
                  <p:embed/>
                </p:oleObj>
              </mc:Choice>
              <mc:Fallback>
                <p:oleObj name="公式" r:id="rId9" imgW="596900" imgH="228600" progId="Equation.3">
                  <p:embed/>
                  <p:pic>
                    <p:nvPicPr>
                      <p:cNvPr id="7" name="对象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7800" y="1200894"/>
                        <a:ext cx="1828800" cy="696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266221722"/>
              </p:ext>
            </p:extLst>
          </p:nvPr>
        </p:nvGraphicFramePr>
        <p:xfrm>
          <a:off x="1066800" y="1926382"/>
          <a:ext cx="2514600" cy="581025"/>
        </p:xfrm>
        <a:graphic>
          <a:graphicData uri="http://schemas.openxmlformats.org/presentationml/2006/ole">
            <mc:AlternateContent xmlns:mc="http://schemas.openxmlformats.org/markup-compatibility/2006">
              <mc:Choice xmlns:v="urn:schemas-microsoft-com:vml" Requires="v">
                <p:oleObj spid="_x0000_s160798" name="公式" r:id="rId11" imgW="990600" imgH="228600" progId="Equation.3">
                  <p:embed/>
                </p:oleObj>
              </mc:Choice>
              <mc:Fallback>
                <p:oleObj name="公式" r:id="rId11" imgW="990600" imgH="228600" progId="Equation.3">
                  <p:embed/>
                  <p:pic>
                    <p:nvPicPr>
                      <p:cNvPr id="8" name="对象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66800" y="1926382"/>
                        <a:ext cx="2514600"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左右箭头 1"/>
          <p:cNvSpPr/>
          <p:nvPr/>
        </p:nvSpPr>
        <p:spPr>
          <a:xfrm>
            <a:off x="3810000" y="1593007"/>
            <a:ext cx="1143000" cy="5334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1251432476"/>
              </p:ext>
            </p:extLst>
          </p:nvPr>
        </p:nvGraphicFramePr>
        <p:xfrm>
          <a:off x="5086719" y="4180359"/>
          <a:ext cx="2912324" cy="576064"/>
        </p:xfrm>
        <a:graphic>
          <a:graphicData uri="http://schemas.openxmlformats.org/presentationml/2006/ole">
            <mc:AlternateContent xmlns:mc="http://schemas.openxmlformats.org/markup-compatibility/2006">
              <mc:Choice xmlns:v="urn:schemas-microsoft-com:vml" Requires="v">
                <p:oleObj spid="_x0000_s160799" name="公式" r:id="rId13" imgW="1155600" imgH="228600" progId="Equation.3">
                  <p:embed/>
                </p:oleObj>
              </mc:Choice>
              <mc:Fallback>
                <p:oleObj name="公式" r:id="rId13" imgW="1155600" imgH="228600" progId="Equation.3">
                  <p:embed/>
                  <p:pic>
                    <p:nvPicPr>
                      <p:cNvPr id="11" name="对象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86719" y="4180359"/>
                        <a:ext cx="2912324" cy="576064"/>
                      </a:xfrm>
                      <a:prstGeom prst="rect">
                        <a:avLst/>
                      </a:prstGeom>
                      <a:solidFill>
                        <a:schemeClr val="tx2">
                          <a:lumMod val="20000"/>
                          <a:lumOff val="80000"/>
                        </a:schemeClr>
                      </a:solidFill>
                      <a:extLst/>
                    </p:spPr>
                  </p:pic>
                </p:oleObj>
              </mc:Fallback>
            </mc:AlternateContent>
          </a:graphicData>
        </a:graphic>
      </p:graphicFrame>
      <p:sp>
        <p:nvSpPr>
          <p:cNvPr id="13" name="矩形 12"/>
          <p:cNvSpPr/>
          <p:nvPr/>
        </p:nvSpPr>
        <p:spPr>
          <a:xfrm>
            <a:off x="2324749" y="139132"/>
            <a:ext cx="2999539" cy="646331"/>
          </a:xfrm>
          <a:prstGeom prst="rect">
            <a:avLst/>
          </a:prstGeom>
        </p:spPr>
        <p:txBody>
          <a:bodyPr wrap="none">
            <a:spAutoFit/>
          </a:bodyPr>
          <a:lstStyle/>
          <a:p>
            <a:pPr marL="381000" lvl="2" eaLnBrk="1" hangingPunct="1">
              <a:spcBef>
                <a:spcPct val="20000"/>
              </a:spcBef>
              <a:buClr>
                <a:srgbClr val="666699"/>
              </a:buClr>
              <a:buSzPct val="70000"/>
            </a:pPr>
            <a:r>
              <a:rPr kumimoji="1" lang="en-US" altLang="zh-CN" sz="3600" b="1" kern="0" dirty="0">
                <a:solidFill>
                  <a:srgbClr val="FF0066"/>
                </a:solidFill>
                <a:latin typeface="华文行楷" pitchFamily="2" charset="-122"/>
                <a:ea typeface="华文行楷" pitchFamily="2" charset="-122"/>
              </a:rPr>
              <a:t>2.  </a:t>
            </a:r>
            <a:r>
              <a:rPr kumimoji="1" lang="zh-CN" altLang="en-US" sz="3600" b="1" kern="0" dirty="0">
                <a:solidFill>
                  <a:srgbClr val="FF0066"/>
                </a:solidFill>
                <a:latin typeface="华文行楷" pitchFamily="2" charset="-122"/>
                <a:ea typeface="华文行楷" pitchFamily="2" charset="-122"/>
              </a:rPr>
              <a:t>边界条件</a:t>
            </a:r>
          </a:p>
        </p:txBody>
      </p:sp>
    </p:spTree>
    <p:extLst>
      <p:ext uri="{BB962C8B-B14F-4D97-AF65-F5344CB8AC3E}">
        <p14:creationId xmlns:p14="http://schemas.microsoft.com/office/powerpoint/2010/main" val="2777200716"/>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en-US" altLang="zh-CN" smtClean="0"/>
              <a:t> </a:t>
            </a:r>
          </a:p>
        </p:txBody>
      </p:sp>
      <p:sp>
        <p:nvSpPr>
          <p:cNvPr id="53252" name="Rectangle 3" descr="Rectangle: Click to edit Master text styles&#10;Second level&#10;Third level&#10;Fourth level&#10;Fifth level"/>
          <p:cNvSpPr>
            <a:spLocks noGrp="1" noChangeArrowheads="1"/>
          </p:cNvSpPr>
          <p:nvPr>
            <p:ph type="body" idx="1"/>
          </p:nvPr>
        </p:nvSpPr>
        <p:spPr>
          <a:xfrm>
            <a:off x="533400" y="209550"/>
            <a:ext cx="7772400" cy="3086100"/>
          </a:xfrm>
        </p:spPr>
        <p:txBody>
          <a:bodyPr/>
          <a:lstStyle/>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例</a:t>
            </a:r>
            <a:r>
              <a:rPr lang="en-US" altLang="zh-CN" dirty="0" smtClean="0">
                <a:latin typeface="宋体" pitchFamily="2" charset="-122"/>
              </a:rPr>
              <a:t>2.9  </a:t>
            </a:r>
            <a:r>
              <a:rPr lang="zh-CN" altLang="en-US" dirty="0" smtClean="0">
                <a:latin typeface="宋体" pitchFamily="2" charset="-122"/>
              </a:rPr>
              <a:t>平行板电容器的长和宽为</a:t>
            </a:r>
            <a:r>
              <a:rPr lang="en-US" altLang="zh-CN" i="1" dirty="0" smtClean="0">
                <a:latin typeface="宋体" pitchFamily="2" charset="-122"/>
              </a:rPr>
              <a:t>a</a:t>
            </a:r>
            <a:r>
              <a:rPr lang="zh-CN" altLang="en-US" dirty="0" smtClean="0">
                <a:latin typeface="宋体" pitchFamily="2" charset="-122"/>
              </a:rPr>
              <a:t>和</a:t>
            </a:r>
            <a:r>
              <a:rPr lang="en-US" altLang="zh-CN" i="1" dirty="0" smtClean="0">
                <a:latin typeface="宋体" pitchFamily="2" charset="-122"/>
              </a:rPr>
              <a:t>b</a:t>
            </a:r>
            <a:r>
              <a:rPr lang="zh-CN" altLang="en-US" dirty="0" smtClean="0">
                <a:latin typeface="宋体" pitchFamily="2" charset="-122"/>
              </a:rPr>
              <a:t>，距离为</a:t>
            </a:r>
            <a:r>
              <a:rPr lang="en-US" altLang="zh-CN" i="1" dirty="0" smtClean="0">
                <a:latin typeface="宋体" pitchFamily="2" charset="-122"/>
              </a:rPr>
              <a:t>d</a:t>
            </a:r>
            <a:r>
              <a:rPr lang="zh-CN" altLang="en-US" dirty="0" smtClean="0">
                <a:latin typeface="宋体" pitchFamily="2" charset="-122"/>
              </a:rPr>
              <a:t>，极板间一半填充介电常数为  的介质，一半为空气，板间加电压为</a:t>
            </a:r>
            <a:r>
              <a:rPr lang="en-US" altLang="zh-CN" i="1" dirty="0" smtClean="0">
                <a:latin typeface="宋体" pitchFamily="2" charset="-122"/>
              </a:rPr>
              <a:t>U</a:t>
            </a:r>
            <a:r>
              <a:rPr lang="zh-CN" altLang="en-US" dirty="0" smtClean="0">
                <a:latin typeface="宋体" pitchFamily="2" charset="-122"/>
              </a:rPr>
              <a:t>，如图</a:t>
            </a:r>
            <a:r>
              <a:rPr lang="en-US" altLang="zh-CN" dirty="0" smtClean="0">
                <a:latin typeface="宋体" pitchFamily="2" charset="-122"/>
              </a:rPr>
              <a:t>2.16</a:t>
            </a:r>
            <a:r>
              <a:rPr lang="zh-CN" altLang="en-US" dirty="0" smtClean="0">
                <a:latin typeface="宋体" pitchFamily="2" charset="-122"/>
              </a:rPr>
              <a:t>所示。求极板间的电场分布和电容器的电容。</a:t>
            </a:r>
          </a:p>
        </p:txBody>
      </p:sp>
      <p:sp>
        <p:nvSpPr>
          <p:cNvPr id="53253" name="Rectangle 5"/>
          <p:cNvSpPr>
            <a:spLocks noChangeArrowheads="1"/>
          </p:cNvSpPr>
          <p:nvPr/>
        </p:nvSpPr>
        <p:spPr bwMode="auto">
          <a:xfrm>
            <a:off x="0" y="233350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53250" name="Object 4"/>
          <p:cNvGraphicFramePr>
            <a:graphicFrameLocks noChangeAspect="1"/>
          </p:cNvGraphicFramePr>
          <p:nvPr>
            <p:extLst/>
          </p:nvPr>
        </p:nvGraphicFramePr>
        <p:xfrm>
          <a:off x="7391400" y="742950"/>
          <a:ext cx="390525" cy="436563"/>
        </p:xfrm>
        <a:graphic>
          <a:graphicData uri="http://schemas.openxmlformats.org/presentationml/2006/ole">
            <mc:AlternateContent xmlns:mc="http://schemas.openxmlformats.org/markup-compatibility/2006">
              <mc:Choice xmlns:v="urn:schemas-microsoft-com:vml" Requires="v">
                <p:oleObj spid="_x0000_s161803" name="公式" r:id="rId3" imgW="152280" imgH="215640" progId="Equation.3">
                  <p:embed/>
                </p:oleObj>
              </mc:Choice>
              <mc:Fallback>
                <p:oleObj name="公式" r:id="rId3" imgW="152280" imgH="215640" progId="Equation.3">
                  <p:embed/>
                  <p:pic>
                    <p:nvPicPr>
                      <p:cNvPr id="5325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742950"/>
                        <a:ext cx="390525" cy="43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3"/>
          <p:cNvGraphicFramePr>
            <a:graphicFrameLocks noChangeAspect="1"/>
          </p:cNvGraphicFramePr>
          <p:nvPr>
            <p:extLst/>
          </p:nvPr>
        </p:nvGraphicFramePr>
        <p:xfrm>
          <a:off x="3922712" y="2355726"/>
          <a:ext cx="5257800" cy="1755017"/>
        </p:xfrm>
        <a:graphic>
          <a:graphicData uri="http://schemas.openxmlformats.org/presentationml/2006/ole">
            <mc:AlternateContent xmlns:mc="http://schemas.openxmlformats.org/markup-compatibility/2006">
              <mc:Choice xmlns:v="urn:schemas-microsoft-com:vml" Requires="v">
                <p:oleObj spid="_x0000_s161804" r:id="rId5" imgW="12733333" imgH="5666667" progId="">
                  <p:embed/>
                </p:oleObj>
              </mc:Choice>
              <mc:Fallback>
                <p:oleObj r:id="rId5" imgW="12733333" imgH="5666667" progId="">
                  <p:embed/>
                  <p:pic>
                    <p:nvPicPr>
                      <p:cNvPr id="6"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2712" y="2355726"/>
                        <a:ext cx="5257800" cy="17550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a:spLocks noChangeArrowheads="1"/>
          </p:cNvSpPr>
          <p:nvPr/>
        </p:nvSpPr>
        <p:spPr bwMode="auto">
          <a:xfrm>
            <a:off x="4320480" y="4248150"/>
            <a:ext cx="457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eaLnBrk="1" hangingPunct="1"/>
            <a:r>
              <a:rPr lang="en-US" altLang="zh-CN" sz="2400" b="1" dirty="0">
                <a:solidFill>
                  <a:srgbClr val="000000"/>
                </a:solidFill>
                <a:latin typeface="宋体" pitchFamily="2" charset="-122"/>
              </a:rPr>
              <a:t>  </a:t>
            </a:r>
            <a:r>
              <a:rPr lang="zh-CN" altLang="en-US" sz="2400" b="1" dirty="0">
                <a:solidFill>
                  <a:srgbClr val="000000"/>
                </a:solidFill>
                <a:latin typeface="宋体" pitchFamily="2" charset="-122"/>
              </a:rPr>
              <a:t>图</a:t>
            </a:r>
            <a:r>
              <a:rPr lang="en-US" altLang="zh-CN" sz="2400" b="1" dirty="0">
                <a:solidFill>
                  <a:srgbClr val="000000"/>
                </a:solidFill>
                <a:latin typeface="宋体" pitchFamily="2" charset="-122"/>
              </a:rPr>
              <a:t>2.16  </a:t>
            </a:r>
            <a:r>
              <a:rPr lang="zh-CN" altLang="en-US" sz="2400" b="1" dirty="0">
                <a:solidFill>
                  <a:srgbClr val="000000"/>
                </a:solidFill>
                <a:latin typeface="宋体" pitchFamily="2" charset="-122"/>
              </a:rPr>
              <a:t>例</a:t>
            </a:r>
            <a:r>
              <a:rPr lang="en-US" altLang="zh-CN" sz="2400" b="1" dirty="0">
                <a:solidFill>
                  <a:srgbClr val="000000"/>
                </a:solidFill>
                <a:latin typeface="宋体" pitchFamily="2" charset="-122"/>
              </a:rPr>
              <a:t>2.9</a:t>
            </a:r>
            <a:r>
              <a:rPr lang="zh-CN" altLang="en-US" sz="2400" b="1" dirty="0">
                <a:solidFill>
                  <a:srgbClr val="000000"/>
                </a:solidFill>
                <a:latin typeface="宋体" pitchFamily="2" charset="-122"/>
              </a:rPr>
              <a:t>用图 </a:t>
            </a:r>
          </a:p>
        </p:txBody>
      </p:sp>
      <p:graphicFrame>
        <p:nvGraphicFramePr>
          <p:cNvPr id="2" name="对象 1"/>
          <p:cNvGraphicFramePr>
            <a:graphicFrameLocks noChangeAspect="1"/>
          </p:cNvGraphicFramePr>
          <p:nvPr>
            <p:extLst/>
          </p:nvPr>
        </p:nvGraphicFramePr>
        <p:xfrm>
          <a:off x="3081536" y="4227934"/>
          <a:ext cx="914400" cy="809897"/>
        </p:xfrm>
        <a:graphic>
          <a:graphicData uri="http://schemas.openxmlformats.org/presentationml/2006/ole">
            <mc:AlternateContent xmlns:mc="http://schemas.openxmlformats.org/markup-compatibility/2006">
              <mc:Choice xmlns:v="urn:schemas-microsoft-com:vml" Requires="v">
                <p:oleObj spid="_x0000_s161805" name="公式" r:id="rId7" imgW="444240" imgH="393480" progId="Equation.3">
                  <p:embed/>
                </p:oleObj>
              </mc:Choice>
              <mc:Fallback>
                <p:oleObj name="公式" r:id="rId7" imgW="444240" imgH="393480" progId="Equation.3">
                  <p:embed/>
                  <p:pic>
                    <p:nvPicPr>
                      <p:cNvPr id="2" name="对象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81536" y="4227934"/>
                        <a:ext cx="914400" cy="8098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矩形 8"/>
          <p:cNvSpPr/>
          <p:nvPr/>
        </p:nvSpPr>
        <p:spPr>
          <a:xfrm>
            <a:off x="323528" y="2730282"/>
            <a:ext cx="3541712" cy="1569660"/>
          </a:xfrm>
          <a:prstGeom prst="rect">
            <a:avLst/>
          </a:prstGeom>
          <a:solidFill>
            <a:schemeClr val="accent1">
              <a:lumMod val="20000"/>
              <a:lumOff val="80000"/>
            </a:schemeClr>
          </a:solidFill>
        </p:spPr>
        <p:txBody>
          <a:bodyPr wrap="square">
            <a:spAutoFit/>
          </a:bodyPr>
          <a:lstStyle/>
          <a:p>
            <a:r>
              <a:rPr lang="zh-CN" altLang="en-US" sz="3200" b="1" dirty="0" smtClean="0">
                <a:solidFill>
                  <a:srgbClr val="000000"/>
                </a:solidFill>
                <a:latin typeface="宋体" pitchFamily="2" charset="-122"/>
                <a:ea typeface="宋体"/>
              </a:rPr>
              <a:t>忽略电容器的边缘效应，</a:t>
            </a:r>
            <a:r>
              <a:rPr lang="zh-CN" altLang="en-US" sz="3200" b="1" dirty="0">
                <a:solidFill>
                  <a:srgbClr val="000000"/>
                </a:solidFill>
                <a:latin typeface="宋体" pitchFamily="2" charset="-122"/>
                <a:ea typeface="宋体"/>
              </a:rPr>
              <a:t>空气</a:t>
            </a:r>
            <a:r>
              <a:rPr lang="zh-CN" altLang="en-US" sz="3200" b="1" dirty="0" smtClean="0">
                <a:solidFill>
                  <a:srgbClr val="000000"/>
                </a:solidFill>
                <a:latin typeface="宋体" pitchFamily="2" charset="-122"/>
                <a:ea typeface="宋体"/>
              </a:rPr>
              <a:t>和介质部分分开讨论</a:t>
            </a:r>
            <a:endParaRPr lang="zh-CN" altLang="en-US" dirty="0"/>
          </a:p>
        </p:txBody>
      </p:sp>
    </p:spTree>
    <p:extLst>
      <p:ext uri="{BB962C8B-B14F-4D97-AF65-F5344CB8AC3E}">
        <p14:creationId xmlns:p14="http://schemas.microsoft.com/office/powerpoint/2010/main" val="1911496145"/>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altLang="zh-CN" dirty="0" smtClean="0"/>
              <a:t> </a:t>
            </a:r>
          </a:p>
        </p:txBody>
      </p:sp>
      <p:sp>
        <p:nvSpPr>
          <p:cNvPr id="57349" name="Rectangle 3" descr="Rectangle: Click to edit Master text styles&#10;Second level&#10;Third level&#10;Fourth level&#10;Fifth level"/>
          <p:cNvSpPr>
            <a:spLocks noGrp="1" noChangeArrowheads="1"/>
          </p:cNvSpPr>
          <p:nvPr>
            <p:ph type="body" idx="1"/>
          </p:nvPr>
        </p:nvSpPr>
        <p:spPr>
          <a:xfrm>
            <a:off x="838200" y="1014958"/>
            <a:ext cx="7772400" cy="3086100"/>
          </a:xfrm>
        </p:spPr>
        <p:txBody>
          <a:bodyPr/>
          <a:lstStyle/>
          <a:p>
            <a:pPr marL="0" indent="0" eaLnBrk="1" hangingPunct="1">
              <a:buNone/>
            </a:pPr>
            <a:r>
              <a:rPr lang="zh-CN" altLang="en-US" dirty="0">
                <a:latin typeface="宋体" pitchFamily="2" charset="-122"/>
              </a:rPr>
              <a:t>静电场能量</a:t>
            </a:r>
            <a:endParaRPr lang="en-US" altLang="zh-CN" dirty="0" smtClean="0"/>
          </a:p>
          <a:p>
            <a:pPr marL="0" indent="0" algn="r" eaLnBrk="1" hangingPunct="1">
              <a:buFont typeface="Wingdings" pitchFamily="2" charset="2"/>
              <a:buNone/>
            </a:pPr>
            <a:r>
              <a:rPr lang="en-US" altLang="zh-CN" dirty="0" smtClean="0"/>
              <a:t> </a:t>
            </a:r>
            <a:r>
              <a:rPr lang="en-US" altLang="zh-CN" dirty="0" smtClean="0">
                <a:latin typeface="宋体" pitchFamily="2" charset="-122"/>
              </a:rPr>
              <a:t>(2.74)</a:t>
            </a:r>
          </a:p>
          <a:p>
            <a:pPr marL="0" indent="0" eaLnBrk="1" hangingPunct="1">
              <a:buFont typeface="Wingdings" pitchFamily="2" charset="2"/>
              <a:buNone/>
            </a:pPr>
            <a:endParaRPr lang="en-US" altLang="zh-CN" dirty="0" smtClean="0">
              <a:latin typeface="宋体" pitchFamily="2" charset="-122"/>
            </a:endParaRPr>
          </a:p>
          <a:p>
            <a:pPr marL="0" indent="0" eaLnBrk="1" hangingPunct="1">
              <a:buFont typeface="Wingdings" pitchFamily="2" charset="2"/>
              <a:buNone/>
            </a:pPr>
            <a:r>
              <a:rPr lang="zh-CN" altLang="en-US" dirty="0" smtClean="0">
                <a:latin typeface="宋体" pitchFamily="2" charset="-122"/>
              </a:rPr>
              <a:t>静电场能量的体密度为</a:t>
            </a:r>
          </a:p>
          <a:p>
            <a:pPr marL="0" indent="0" eaLnBrk="1" hangingPunct="1">
              <a:buFont typeface="Wingdings" pitchFamily="2" charset="2"/>
              <a:buNone/>
            </a:pPr>
            <a:r>
              <a:rPr lang="zh-CN" altLang="en-US" dirty="0" smtClean="0">
                <a:latin typeface="宋体" pitchFamily="2" charset="-122"/>
              </a:rPr>
              <a:t>                          </a:t>
            </a:r>
          </a:p>
          <a:p>
            <a:pPr marL="0" indent="0" algn="r" eaLnBrk="1" hangingPunct="1">
              <a:buFont typeface="Wingdings" pitchFamily="2" charset="2"/>
              <a:buNone/>
            </a:pPr>
            <a:r>
              <a:rPr lang="en-US" altLang="zh-CN" dirty="0" smtClean="0">
                <a:latin typeface="宋体" pitchFamily="2" charset="-122"/>
              </a:rPr>
              <a:t>(2.76)</a:t>
            </a:r>
          </a:p>
        </p:txBody>
      </p:sp>
      <p:sp>
        <p:nvSpPr>
          <p:cNvPr id="57350" name="Rectangle 5"/>
          <p:cNvSpPr>
            <a:spLocks noChangeArrowheads="1"/>
          </p:cNvSpPr>
          <p:nvPr/>
        </p:nvSpPr>
        <p:spPr bwMode="auto">
          <a:xfrm>
            <a:off x="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57346" name="Object 4"/>
          <p:cNvGraphicFramePr>
            <a:graphicFrameLocks noChangeAspect="1"/>
          </p:cNvGraphicFramePr>
          <p:nvPr>
            <p:extLst>
              <p:ext uri="{D42A27DB-BD31-4B8C-83A1-F6EECF244321}">
                <p14:modId xmlns:p14="http://schemas.microsoft.com/office/powerpoint/2010/main" val="107970874"/>
              </p:ext>
            </p:extLst>
          </p:nvPr>
        </p:nvGraphicFramePr>
        <p:xfrm>
          <a:off x="2362200" y="1702346"/>
          <a:ext cx="2830513" cy="760412"/>
        </p:xfrm>
        <a:graphic>
          <a:graphicData uri="http://schemas.openxmlformats.org/presentationml/2006/ole">
            <mc:AlternateContent xmlns:mc="http://schemas.openxmlformats.org/markup-compatibility/2006">
              <mc:Choice xmlns:v="urn:schemas-microsoft-com:vml" Requires="v">
                <p:oleObj spid="_x0000_s164874" name="公式" r:id="rId3" imgW="1091880" imgH="393480" progId="Equation.3">
                  <p:embed/>
                </p:oleObj>
              </mc:Choice>
              <mc:Fallback>
                <p:oleObj name="公式" r:id="rId3" imgW="1091880" imgH="393480" progId="Equation.3">
                  <p:embed/>
                  <p:pic>
                    <p:nvPicPr>
                      <p:cNvPr id="5734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702346"/>
                        <a:ext cx="2830513" cy="760412"/>
                      </a:xfrm>
                      <a:prstGeom prst="rect">
                        <a:avLst/>
                      </a:prstGeom>
                      <a:solidFill>
                        <a:srgbClr val="F7EFCD"/>
                      </a:solidFill>
                    </p:spPr>
                  </p:pic>
                </p:oleObj>
              </mc:Fallback>
            </mc:AlternateContent>
          </a:graphicData>
        </a:graphic>
      </p:graphicFrame>
      <p:sp>
        <p:nvSpPr>
          <p:cNvPr id="57351" name="Rectangle 7"/>
          <p:cNvSpPr>
            <a:spLocks noChangeArrowheads="1"/>
          </p:cNvSpPr>
          <p:nvPr/>
        </p:nvSpPr>
        <p:spPr bwMode="auto">
          <a:xfrm>
            <a:off x="0" y="224063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57347" name="Object 6"/>
          <p:cNvGraphicFramePr>
            <a:graphicFrameLocks noChangeAspect="1"/>
          </p:cNvGraphicFramePr>
          <p:nvPr>
            <p:extLst>
              <p:ext uri="{D42A27DB-BD31-4B8C-83A1-F6EECF244321}">
                <p14:modId xmlns:p14="http://schemas.microsoft.com/office/powerpoint/2010/main" val="3945111616"/>
              </p:ext>
            </p:extLst>
          </p:nvPr>
        </p:nvGraphicFramePr>
        <p:xfrm>
          <a:off x="2590800" y="3624808"/>
          <a:ext cx="2133600" cy="819150"/>
        </p:xfrm>
        <a:graphic>
          <a:graphicData uri="http://schemas.openxmlformats.org/presentationml/2006/ole">
            <mc:AlternateContent xmlns:mc="http://schemas.openxmlformats.org/markup-compatibility/2006">
              <mc:Choice xmlns:v="urn:schemas-microsoft-com:vml" Requires="v">
                <p:oleObj spid="_x0000_s164875" name="公式" r:id="rId5" imgW="761669" imgH="393529" progId="Equation.3">
                  <p:embed/>
                </p:oleObj>
              </mc:Choice>
              <mc:Fallback>
                <p:oleObj name="公式" r:id="rId5" imgW="761669" imgH="393529" progId="Equation.3">
                  <p:embed/>
                  <p:pic>
                    <p:nvPicPr>
                      <p:cNvPr id="5734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3624808"/>
                        <a:ext cx="2133600" cy="819150"/>
                      </a:xfrm>
                      <a:prstGeom prst="rect">
                        <a:avLst/>
                      </a:prstGeom>
                      <a:solidFill>
                        <a:srgbClr val="99FFCC"/>
                      </a:solidFill>
                    </p:spPr>
                  </p:pic>
                </p:oleObj>
              </mc:Fallback>
            </mc:AlternateContent>
          </a:graphicData>
        </a:graphic>
      </p:graphicFrame>
      <p:sp>
        <p:nvSpPr>
          <p:cNvPr id="8" name="Rectangle 2"/>
          <p:cNvSpPr txBox="1">
            <a:spLocks noChangeArrowheads="1"/>
          </p:cNvSpPr>
          <p:nvPr/>
        </p:nvSpPr>
        <p:spPr bwMode="auto">
          <a:xfrm>
            <a:off x="551478" y="108499"/>
            <a:ext cx="7772400" cy="857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2pPr>
            <a:lvl3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3pPr>
            <a:lvl4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4pPr>
            <a:lvl5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5pPr>
            <a:lvl6pPr marL="4572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6pPr>
            <a:lvl7pPr marL="9144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7pPr>
            <a:lvl8pPr marL="13716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8pPr>
            <a:lvl9pPr marL="18288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9pPr>
          </a:lstStyle>
          <a:p>
            <a:pPr eaLnBrk="1" hangingPunct="1"/>
            <a:r>
              <a:rPr lang="en-US" altLang="zh-CN" kern="0" smtClean="0">
                <a:solidFill>
                  <a:schemeClr val="bg2"/>
                </a:solidFill>
                <a:effectLst/>
                <a:latin typeface="隶书" pitchFamily="49" charset="-122"/>
                <a:ea typeface="隶书" pitchFamily="49" charset="-122"/>
              </a:rPr>
              <a:t>    2.2.4 </a:t>
            </a:r>
            <a:r>
              <a:rPr lang="zh-CN" altLang="en-US" kern="0" smtClean="0">
                <a:solidFill>
                  <a:schemeClr val="bg2"/>
                </a:solidFill>
                <a:effectLst/>
                <a:latin typeface="隶书" pitchFamily="49" charset="-122"/>
                <a:ea typeface="隶书" pitchFamily="49" charset="-122"/>
              </a:rPr>
              <a:t>静电场的能量</a:t>
            </a:r>
            <a:endParaRPr lang="zh-CN" altLang="en-US" kern="0" dirty="0" smtClean="0">
              <a:solidFill>
                <a:schemeClr val="bg2"/>
              </a:solidFill>
              <a:effectLst/>
              <a:latin typeface="隶书" pitchFamily="49" charset="-122"/>
              <a:ea typeface="隶书" pitchFamily="49" charset="-122"/>
            </a:endParaRPr>
          </a:p>
        </p:txBody>
      </p:sp>
    </p:spTree>
    <p:extLst>
      <p:ext uri="{BB962C8B-B14F-4D97-AF65-F5344CB8AC3E}">
        <p14:creationId xmlns:p14="http://schemas.microsoft.com/office/powerpoint/2010/main" val="2590167276"/>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en-US" altLang="zh-CN" smtClean="0"/>
              <a:t> </a:t>
            </a:r>
          </a:p>
        </p:txBody>
      </p:sp>
      <p:sp>
        <p:nvSpPr>
          <p:cNvPr id="58372" name="Rectangle 3" descr="Rectangle: Click to edit Master text styles&#10;Second level&#10;Third level&#10;Fourth level&#10;Fifth level"/>
          <p:cNvSpPr>
            <a:spLocks noGrp="1" noChangeArrowheads="1"/>
          </p:cNvSpPr>
          <p:nvPr>
            <p:ph type="body" idx="1"/>
          </p:nvPr>
        </p:nvSpPr>
        <p:spPr>
          <a:xfrm>
            <a:off x="323528" y="285750"/>
            <a:ext cx="7772400" cy="3086100"/>
          </a:xfrm>
        </p:spPr>
        <p:txBody>
          <a:bodyPr/>
          <a:lstStyle/>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例</a:t>
            </a:r>
            <a:r>
              <a:rPr lang="en-US" altLang="zh-CN" dirty="0" smtClean="0">
                <a:latin typeface="宋体" pitchFamily="2" charset="-122"/>
              </a:rPr>
              <a:t>2.10  </a:t>
            </a:r>
            <a:r>
              <a:rPr lang="zh-CN" altLang="en-US" dirty="0" smtClean="0">
                <a:latin typeface="宋体" pitchFamily="2" charset="-122"/>
              </a:rPr>
              <a:t>同轴线内导体半径为</a:t>
            </a:r>
            <a:r>
              <a:rPr lang="en-US" altLang="zh-CN" dirty="0" smtClean="0">
                <a:latin typeface="宋体" pitchFamily="2" charset="-122"/>
              </a:rPr>
              <a:t>a</a:t>
            </a:r>
            <a:r>
              <a:rPr lang="zh-CN" altLang="en-US" dirty="0" smtClean="0">
                <a:latin typeface="宋体" pitchFamily="2" charset="-122"/>
              </a:rPr>
              <a:t>，外导体内半径为 </a:t>
            </a:r>
            <a:r>
              <a:rPr lang="en-US" altLang="zh-CN" dirty="0" smtClean="0">
                <a:latin typeface="宋体" pitchFamily="2" charset="-122"/>
              </a:rPr>
              <a:t>b</a:t>
            </a:r>
            <a:r>
              <a:rPr lang="zh-CN" altLang="en-US" dirty="0" smtClean="0">
                <a:latin typeface="宋体" pitchFamily="2" charset="-122"/>
              </a:rPr>
              <a:t>，内外导体间填充介电常数为  的介质，外加电压为</a:t>
            </a:r>
            <a:r>
              <a:rPr lang="en-US" altLang="zh-CN" i="1" dirty="0" smtClean="0">
                <a:latin typeface="宋体" pitchFamily="2" charset="-122"/>
              </a:rPr>
              <a:t>U</a:t>
            </a:r>
            <a:r>
              <a:rPr lang="zh-CN" altLang="en-US" dirty="0" smtClean="0">
                <a:latin typeface="宋体" pitchFamily="2" charset="-122"/>
              </a:rPr>
              <a:t>，如图</a:t>
            </a:r>
            <a:r>
              <a:rPr lang="en-US" altLang="zh-CN" dirty="0" smtClean="0">
                <a:latin typeface="宋体" pitchFamily="2" charset="-122"/>
              </a:rPr>
              <a:t>2.17</a:t>
            </a:r>
            <a:r>
              <a:rPr lang="zh-CN" altLang="en-US" dirty="0" smtClean="0">
                <a:latin typeface="宋体" pitchFamily="2" charset="-122"/>
              </a:rPr>
              <a:t>所示。求同轴线单位长度内储存的电能。</a:t>
            </a:r>
          </a:p>
        </p:txBody>
      </p:sp>
      <p:sp>
        <p:nvSpPr>
          <p:cNvPr id="58373" name="Rectangle 5"/>
          <p:cNvSpPr>
            <a:spLocks noChangeArrowheads="1"/>
          </p:cNvSpPr>
          <p:nvPr/>
        </p:nvSpPr>
        <p:spPr bwMode="auto">
          <a:xfrm>
            <a:off x="0" y="233350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58370" name="Object 4"/>
          <p:cNvGraphicFramePr>
            <a:graphicFrameLocks noChangeAspect="1"/>
          </p:cNvGraphicFramePr>
          <p:nvPr>
            <p:extLst/>
          </p:nvPr>
        </p:nvGraphicFramePr>
        <p:xfrm>
          <a:off x="990600" y="2571750"/>
          <a:ext cx="325438" cy="282179"/>
        </p:xfrm>
        <a:graphic>
          <a:graphicData uri="http://schemas.openxmlformats.org/presentationml/2006/ole">
            <mc:AlternateContent xmlns:mc="http://schemas.openxmlformats.org/markup-compatibility/2006">
              <mc:Choice xmlns:v="urn:schemas-microsoft-com:vml" Requires="v">
                <p:oleObj spid="_x0000_s165899" name="公式" r:id="rId3" imgW="126835" imgH="139518" progId="Equation.3">
                  <p:embed/>
                </p:oleObj>
              </mc:Choice>
              <mc:Fallback>
                <p:oleObj name="公式" r:id="rId3" imgW="126835" imgH="139518" progId="Equation.3">
                  <p:embed/>
                  <p:pic>
                    <p:nvPicPr>
                      <p:cNvPr id="5837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571750"/>
                        <a:ext cx="325438" cy="2821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3"/>
          <p:cNvGraphicFramePr>
            <a:graphicFrameLocks noChangeAspect="1"/>
          </p:cNvGraphicFramePr>
          <p:nvPr>
            <p:extLst/>
          </p:nvPr>
        </p:nvGraphicFramePr>
        <p:xfrm>
          <a:off x="609600" y="2550042"/>
          <a:ext cx="7772400" cy="2238375"/>
        </p:xfrm>
        <a:graphic>
          <a:graphicData uri="http://schemas.openxmlformats.org/presentationml/2006/ole">
            <mc:AlternateContent xmlns:mc="http://schemas.openxmlformats.org/markup-compatibility/2006">
              <mc:Choice xmlns:v="urn:schemas-microsoft-com:vml" Requires="v">
                <p:oleObj spid="_x0000_s165900" r:id="rId5" imgW="16247619" imgH="6238095" progId="">
                  <p:embed/>
                </p:oleObj>
              </mc:Choice>
              <mc:Fallback>
                <p:oleObj r:id="rId5" imgW="16247619" imgH="6238095" progId="">
                  <p:embed/>
                  <p:pic>
                    <p:nvPicPr>
                      <p:cNvPr id="6" name="Object 3"/>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2550042"/>
                        <a:ext cx="7772400" cy="223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extLst/>
          </p:nvPr>
        </p:nvGraphicFramePr>
        <p:xfrm>
          <a:off x="967576" y="1491630"/>
          <a:ext cx="220048" cy="222898"/>
        </p:xfrm>
        <a:graphic>
          <a:graphicData uri="http://schemas.openxmlformats.org/presentationml/2006/ole">
            <mc:AlternateContent xmlns:mc="http://schemas.openxmlformats.org/markup-compatibility/2006">
              <mc:Choice xmlns:v="urn:schemas-microsoft-com:vml" Requires="v">
                <p:oleObj spid="_x0000_s165901" name="公式" r:id="rId7" imgW="126720" imgH="139680" progId="Equation.3">
                  <p:embed/>
                </p:oleObj>
              </mc:Choice>
              <mc:Fallback>
                <p:oleObj name="公式" r:id="rId7" imgW="126720" imgH="139680" progId="Equation.3">
                  <p:embed/>
                  <p:pic>
                    <p:nvPicPr>
                      <p:cNvPr id="2" name="对象 1"/>
                      <p:cNvPicPr/>
                      <p:nvPr/>
                    </p:nvPicPr>
                    <p:blipFill>
                      <a:blip r:embed="rId8"/>
                      <a:stretch>
                        <a:fillRect/>
                      </a:stretch>
                    </p:blipFill>
                    <p:spPr>
                      <a:xfrm>
                        <a:off x="967576" y="1491630"/>
                        <a:ext cx="220048" cy="222898"/>
                      </a:xfrm>
                      <a:prstGeom prst="rect">
                        <a:avLst/>
                      </a:prstGeom>
                    </p:spPr>
                  </p:pic>
                </p:oleObj>
              </mc:Fallback>
            </mc:AlternateContent>
          </a:graphicData>
        </a:graphic>
      </p:graphicFrame>
    </p:spTree>
    <p:extLst>
      <p:ext uri="{BB962C8B-B14F-4D97-AF65-F5344CB8AC3E}">
        <p14:creationId xmlns:p14="http://schemas.microsoft.com/office/powerpoint/2010/main" val="1243016523"/>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en-US" altLang="zh-CN" smtClean="0"/>
              <a:t> </a:t>
            </a:r>
          </a:p>
        </p:txBody>
      </p:sp>
      <p:sp>
        <p:nvSpPr>
          <p:cNvPr id="120835" name="Rectangle 3" descr="Rectangle: Click to edit Master text styles&#10;Second level&#10;Third level&#10;Fourth level&#10;Fifth level"/>
          <p:cNvSpPr>
            <a:spLocks noGrp="1" noChangeArrowheads="1"/>
          </p:cNvSpPr>
          <p:nvPr>
            <p:ph type="body" idx="1"/>
          </p:nvPr>
        </p:nvSpPr>
        <p:spPr>
          <a:xfrm>
            <a:off x="395536" y="270480"/>
            <a:ext cx="7772400" cy="3086100"/>
          </a:xfrm>
        </p:spPr>
        <p:txBody>
          <a:bodyPr/>
          <a:lstStyle/>
          <a:p>
            <a:pPr lvl="1" indent="0" eaLnBrk="1" hangingPunct="1">
              <a:buFont typeface="Wingdings" pitchFamily="2" charset="2"/>
              <a:buNone/>
            </a:pPr>
            <a:r>
              <a:rPr lang="en-US" altLang="zh-CN" dirty="0" smtClean="0">
                <a:latin typeface="隶书" pitchFamily="49" charset="-122"/>
              </a:rPr>
              <a:t>2.2.5 </a:t>
            </a:r>
            <a:r>
              <a:rPr lang="zh-CN" altLang="en-US" dirty="0" smtClean="0">
                <a:latin typeface="隶书" pitchFamily="49" charset="-122"/>
              </a:rPr>
              <a:t>直角坐标中的分离变量法</a:t>
            </a:r>
          </a:p>
          <a:p>
            <a:pPr marL="0" indent="0" eaLnBrk="1" hangingPunct="1">
              <a:buFont typeface="Wingdings" pitchFamily="2" charset="2"/>
              <a:buNone/>
            </a:pPr>
            <a:endParaRPr lang="zh-CN" altLang="en-US" dirty="0" smtClean="0"/>
          </a:p>
          <a:p>
            <a:pPr marL="0" indent="0" eaLnBrk="1" hangingPunct="1">
              <a:buFont typeface="Wingdings" pitchFamily="2" charset="2"/>
              <a:buNone/>
            </a:pPr>
            <a:r>
              <a:rPr lang="zh-CN" altLang="en-US" dirty="0" smtClean="0"/>
              <a:t>求解电磁场方程太难了！</a:t>
            </a:r>
          </a:p>
        </p:txBody>
      </p:sp>
      <p:sp>
        <p:nvSpPr>
          <p:cNvPr id="3" name="矩形 2"/>
          <p:cNvSpPr/>
          <p:nvPr/>
        </p:nvSpPr>
        <p:spPr>
          <a:xfrm>
            <a:off x="827584" y="3795886"/>
            <a:ext cx="5904656" cy="1077218"/>
          </a:xfrm>
          <a:prstGeom prst="rect">
            <a:avLst/>
          </a:prstGeom>
        </p:spPr>
        <p:txBody>
          <a:bodyPr wrap="square">
            <a:spAutoFit/>
          </a:bodyPr>
          <a:lstStyle/>
          <a:p>
            <a:r>
              <a:rPr lang="zh-CN" altLang="en-US" sz="3200" b="1" dirty="0">
                <a:solidFill>
                  <a:srgbClr val="000000"/>
                </a:solidFill>
                <a:latin typeface="Times New Roman"/>
                <a:ea typeface="宋体"/>
              </a:rPr>
              <a:t> 本节介绍在直角坐标系解拉普拉斯方程的分离变量法。 </a:t>
            </a:r>
            <a:endParaRPr lang="zh-CN" altLang="en-US" dirty="0"/>
          </a:p>
        </p:txBody>
      </p:sp>
      <p:sp>
        <p:nvSpPr>
          <p:cNvPr id="5" name="矩形 4"/>
          <p:cNvSpPr/>
          <p:nvPr/>
        </p:nvSpPr>
        <p:spPr>
          <a:xfrm>
            <a:off x="899592" y="2067694"/>
            <a:ext cx="5598368" cy="584775"/>
          </a:xfrm>
          <a:prstGeom prst="rect">
            <a:avLst/>
          </a:prstGeom>
        </p:spPr>
        <p:txBody>
          <a:bodyPr wrap="square">
            <a:spAutoFit/>
          </a:bodyPr>
          <a:lstStyle/>
          <a:p>
            <a:pPr lvl="0"/>
            <a:r>
              <a:rPr lang="zh-CN" altLang="en-US" sz="3200" b="1" dirty="0" smtClean="0">
                <a:solidFill>
                  <a:srgbClr val="000000"/>
                </a:solidFill>
                <a:latin typeface="Times New Roman"/>
                <a:ea typeface="宋体"/>
              </a:rPr>
              <a:t>好在有</a:t>
            </a:r>
            <a:r>
              <a:rPr lang="zh-CN" altLang="en-US" sz="3200" b="1" dirty="0" smtClean="0">
                <a:solidFill>
                  <a:srgbClr val="FF0000"/>
                </a:solidFill>
                <a:latin typeface="Times New Roman"/>
                <a:ea typeface="宋体"/>
              </a:rPr>
              <a:t>唯一性定理</a:t>
            </a:r>
            <a:r>
              <a:rPr lang="zh-CN" altLang="en-US" sz="3200" b="1" dirty="0" smtClean="0">
                <a:solidFill>
                  <a:srgbClr val="000000"/>
                </a:solidFill>
                <a:latin typeface="Times New Roman"/>
                <a:ea typeface="宋体"/>
              </a:rPr>
              <a:t>：</a:t>
            </a:r>
            <a:endParaRPr lang="zh-CN" altLang="en-US" dirty="0">
              <a:solidFill>
                <a:srgbClr val="40458C"/>
              </a:solidFill>
            </a:endParaRPr>
          </a:p>
        </p:txBody>
      </p:sp>
      <p:sp>
        <p:nvSpPr>
          <p:cNvPr id="7" name="矩形 6"/>
          <p:cNvSpPr/>
          <p:nvPr/>
        </p:nvSpPr>
        <p:spPr>
          <a:xfrm>
            <a:off x="933364" y="2715766"/>
            <a:ext cx="6696744" cy="1077218"/>
          </a:xfrm>
          <a:prstGeom prst="rect">
            <a:avLst/>
          </a:prstGeom>
          <a:solidFill>
            <a:srgbClr val="FFFF00"/>
          </a:solidFill>
        </p:spPr>
        <p:txBody>
          <a:bodyPr wrap="square">
            <a:spAutoFit/>
          </a:bodyPr>
          <a:lstStyle/>
          <a:p>
            <a:pPr lvl="0"/>
            <a:r>
              <a:rPr lang="zh-CN" altLang="en-US" sz="3200" b="1" dirty="0">
                <a:solidFill>
                  <a:srgbClr val="000000"/>
                </a:solidFill>
                <a:latin typeface="Times New Roman"/>
                <a:ea typeface="宋体"/>
              </a:rPr>
              <a:t>在满足边界条件下，泊松方程或拉普拉斯方程的解是唯一的。 </a:t>
            </a:r>
            <a:endParaRPr lang="zh-CN" altLang="en-US" dirty="0">
              <a:solidFill>
                <a:srgbClr val="000000"/>
              </a:solidFill>
            </a:endParaRPr>
          </a:p>
        </p:txBody>
      </p:sp>
    </p:spTree>
    <p:extLst>
      <p:ext uri="{BB962C8B-B14F-4D97-AF65-F5344CB8AC3E}">
        <p14:creationId xmlns:p14="http://schemas.microsoft.com/office/powerpoint/2010/main" val="2323067539"/>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r>
              <a:rPr lang="en-US" altLang="zh-CN" smtClean="0"/>
              <a:t> </a:t>
            </a:r>
          </a:p>
        </p:txBody>
      </p:sp>
      <p:sp>
        <p:nvSpPr>
          <p:cNvPr id="121859" name="Rectangle 3" descr="Rectangle: Click to edit Master text styles&#10;Second level&#10;Third level&#10;Fourth level&#10;Fifth level"/>
          <p:cNvSpPr>
            <a:spLocks noGrp="1" noChangeArrowheads="1"/>
          </p:cNvSpPr>
          <p:nvPr>
            <p:ph type="body" idx="1"/>
          </p:nvPr>
        </p:nvSpPr>
        <p:spPr/>
        <p:txBody>
          <a:bodyPr/>
          <a:lstStyle/>
          <a:p>
            <a:pPr marL="0" indent="0" eaLnBrk="1" hangingPunct="1">
              <a:buFont typeface="Wingdings" pitchFamily="2" charset="2"/>
              <a:buNone/>
            </a:pPr>
            <a:r>
              <a:rPr lang="en-US" altLang="zh-CN" dirty="0" smtClean="0"/>
              <a:t>        </a:t>
            </a:r>
            <a:r>
              <a:rPr lang="zh-CN" altLang="en-US" dirty="0" smtClean="0"/>
              <a:t>采用分离变量法的前提是：</a:t>
            </a:r>
            <a:r>
              <a:rPr lang="zh-CN" altLang="en-US" dirty="0" smtClean="0">
                <a:solidFill>
                  <a:srgbClr val="FF0000"/>
                </a:solidFill>
              </a:rPr>
              <a:t>问题所给出的边界面与一个坐标系的坐标面平行或相合，或分段地与坐标面平行或相合</a:t>
            </a:r>
            <a:r>
              <a:rPr lang="zh-CN" altLang="en-US" dirty="0" smtClean="0"/>
              <a:t>。</a:t>
            </a:r>
          </a:p>
        </p:txBody>
      </p:sp>
    </p:spTree>
    <p:extLst>
      <p:ext uri="{BB962C8B-B14F-4D97-AF65-F5344CB8AC3E}">
        <p14:creationId xmlns:p14="http://schemas.microsoft.com/office/powerpoint/2010/main" val="3657207650"/>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en-US" altLang="zh-CN" smtClean="0"/>
              <a:t> </a:t>
            </a:r>
          </a:p>
        </p:txBody>
      </p:sp>
      <p:sp>
        <p:nvSpPr>
          <p:cNvPr id="62470" name="Rectangle 3" descr="Rectangle: Click to edit Master text styles&#10;Second level&#10;Third level&#10;Fourth level&#10;Fifth level"/>
          <p:cNvSpPr>
            <a:spLocks noGrp="1" noChangeArrowheads="1"/>
          </p:cNvSpPr>
          <p:nvPr>
            <p:ph type="body" idx="1"/>
          </p:nvPr>
        </p:nvSpPr>
        <p:spPr>
          <a:xfrm>
            <a:off x="609600" y="742950"/>
            <a:ext cx="7772400" cy="3086100"/>
          </a:xfrm>
        </p:spPr>
        <p:txBody>
          <a:bodyPr/>
          <a:lstStyle/>
          <a:p>
            <a:pPr marL="0" indent="0" algn="r" eaLnBrk="1" hangingPunct="1">
              <a:buFont typeface="Wingdings" pitchFamily="2" charset="2"/>
              <a:buNone/>
            </a:pPr>
            <a:r>
              <a:rPr lang="en-US" altLang="zh-CN" dirty="0" smtClean="0"/>
              <a:t> </a:t>
            </a:r>
            <a:r>
              <a:rPr lang="en-US" altLang="zh-CN" dirty="0" smtClean="0">
                <a:latin typeface="宋体" pitchFamily="2" charset="-122"/>
              </a:rPr>
              <a:t>(2.79)</a:t>
            </a:r>
          </a:p>
          <a:p>
            <a:pPr marL="0" indent="0" eaLnBrk="1" hangingPunct="1">
              <a:buFont typeface="Wingdings" pitchFamily="2" charset="2"/>
              <a:buNone/>
            </a:pPr>
            <a:endParaRPr lang="en-US" altLang="zh-CN" dirty="0" smtClean="0">
              <a:latin typeface="宋体" pitchFamily="2" charset="-122"/>
            </a:endParaRPr>
          </a:p>
          <a:p>
            <a:pPr marL="0" indent="0" eaLnBrk="1" hangingPunct="1">
              <a:buFont typeface="Wingdings" pitchFamily="2" charset="2"/>
              <a:buNone/>
            </a:pPr>
            <a:r>
              <a:rPr lang="zh-CN" altLang="en-US" dirty="0" smtClean="0">
                <a:latin typeface="宋体" pitchFamily="2" charset="-122"/>
              </a:rPr>
              <a:t>将  用三个未知函数的乘积表示为</a:t>
            </a:r>
            <a:r>
              <a:rPr lang="en-US" altLang="zh-CN" dirty="0" smtClean="0">
                <a:latin typeface="宋体" pitchFamily="2" charset="-122"/>
              </a:rPr>
              <a:t>(2.80)</a:t>
            </a:r>
          </a:p>
        </p:txBody>
      </p:sp>
      <p:sp>
        <p:nvSpPr>
          <p:cNvPr id="62471" name="Rectangle 5"/>
          <p:cNvSpPr>
            <a:spLocks noChangeArrowheads="1"/>
          </p:cNvSpPr>
          <p:nvPr/>
        </p:nvSpPr>
        <p:spPr bwMode="auto">
          <a:xfrm>
            <a:off x="0" y="22156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2466" name="Object 4"/>
          <p:cNvGraphicFramePr>
            <a:graphicFrameLocks noChangeAspect="1"/>
          </p:cNvGraphicFramePr>
          <p:nvPr/>
        </p:nvGraphicFramePr>
        <p:xfrm>
          <a:off x="1828800" y="971550"/>
          <a:ext cx="4572000" cy="857250"/>
        </p:xfrm>
        <a:graphic>
          <a:graphicData uri="http://schemas.openxmlformats.org/presentationml/2006/ole">
            <mc:AlternateContent xmlns:mc="http://schemas.openxmlformats.org/markup-compatibility/2006">
              <mc:Choice xmlns:v="urn:schemas-microsoft-com:vml" Requires="v">
                <p:oleObj spid="_x0000_s169995" name="公式" r:id="rId3" imgW="1828800" imgH="457200" progId="Equation.3">
                  <p:embed/>
                </p:oleObj>
              </mc:Choice>
              <mc:Fallback>
                <p:oleObj name="公式" r:id="rId3" imgW="1828800" imgH="457200" progId="Equation.3">
                  <p:embed/>
                  <p:pic>
                    <p:nvPicPr>
                      <p:cNvPr id="6246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971550"/>
                        <a:ext cx="4572000" cy="85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2" name="Rectangle 7"/>
          <p:cNvSpPr>
            <a:spLocks noChangeArrowheads="1"/>
          </p:cNvSpPr>
          <p:nvPr/>
        </p:nvSpPr>
        <p:spPr bwMode="auto">
          <a:xfrm>
            <a:off x="0" y="23120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2467" name="Object 6"/>
          <p:cNvGraphicFramePr>
            <a:graphicFrameLocks noChangeAspect="1"/>
          </p:cNvGraphicFramePr>
          <p:nvPr/>
        </p:nvGraphicFramePr>
        <p:xfrm>
          <a:off x="2133600" y="2514600"/>
          <a:ext cx="3962400" cy="520304"/>
        </p:xfrm>
        <a:graphic>
          <a:graphicData uri="http://schemas.openxmlformats.org/presentationml/2006/ole">
            <mc:AlternateContent xmlns:mc="http://schemas.openxmlformats.org/markup-compatibility/2006">
              <mc:Choice xmlns:v="urn:schemas-microsoft-com:vml" Requires="v">
                <p:oleObj spid="_x0000_s169996" name="公式" r:id="rId5" imgW="1143000" imgH="203200" progId="Equation.3">
                  <p:embed/>
                </p:oleObj>
              </mc:Choice>
              <mc:Fallback>
                <p:oleObj name="公式" r:id="rId5" imgW="1143000" imgH="203200" progId="Equation.3">
                  <p:embed/>
                  <p:pic>
                    <p:nvPicPr>
                      <p:cNvPr id="6246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2514600"/>
                        <a:ext cx="3962400" cy="520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3" name="Rectangle 9"/>
          <p:cNvSpPr>
            <a:spLocks noChangeArrowheads="1"/>
          </p:cNvSpPr>
          <p:nvPr/>
        </p:nvSpPr>
        <p:spPr bwMode="auto">
          <a:xfrm>
            <a:off x="0" y="23120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2468" name="Object 8"/>
          <p:cNvGraphicFramePr>
            <a:graphicFrameLocks noChangeAspect="1"/>
          </p:cNvGraphicFramePr>
          <p:nvPr/>
        </p:nvGraphicFramePr>
        <p:xfrm>
          <a:off x="1143000" y="2057400"/>
          <a:ext cx="298450" cy="360760"/>
        </p:xfrm>
        <a:graphic>
          <a:graphicData uri="http://schemas.openxmlformats.org/presentationml/2006/ole">
            <mc:AlternateContent xmlns:mc="http://schemas.openxmlformats.org/markup-compatibility/2006">
              <mc:Choice xmlns:v="urn:schemas-microsoft-com:vml" Requires="v">
                <p:oleObj spid="_x0000_s169997" name="公式" r:id="rId7" imgW="126835" imgH="202936" progId="Equation.3">
                  <p:embed/>
                </p:oleObj>
              </mc:Choice>
              <mc:Fallback>
                <p:oleObj name="公式" r:id="rId7" imgW="126835" imgH="202936" progId="Equation.3">
                  <p:embed/>
                  <p:pic>
                    <p:nvPicPr>
                      <p:cNvPr id="62468"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000" y="2057400"/>
                        <a:ext cx="298450" cy="3607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683568" y="3284809"/>
            <a:ext cx="6408712" cy="584775"/>
          </a:xfrm>
          <a:prstGeom prst="rect">
            <a:avLst/>
          </a:prstGeom>
          <a:solidFill>
            <a:srgbClr val="CCCCFF"/>
          </a:solidFill>
        </p:spPr>
        <p:txBody>
          <a:bodyPr wrap="square">
            <a:spAutoFit/>
          </a:bodyPr>
          <a:lstStyle/>
          <a:p>
            <a:r>
              <a:rPr lang="zh-CN" altLang="en-US" sz="3200" b="1" dirty="0" smtClean="0">
                <a:solidFill>
                  <a:srgbClr val="000000"/>
                </a:solidFill>
                <a:latin typeface="宋体" pitchFamily="2" charset="-122"/>
                <a:ea typeface="宋体"/>
              </a:rPr>
              <a:t>即</a:t>
            </a:r>
            <a:r>
              <a:rPr lang="zh-CN" altLang="en-US" sz="3200" b="1" dirty="0" smtClean="0">
                <a:solidFill>
                  <a:srgbClr val="FF0000"/>
                </a:solidFill>
                <a:latin typeface="宋体" pitchFamily="2" charset="-122"/>
                <a:ea typeface="宋体"/>
              </a:rPr>
              <a:t>解为三个独立变量函数的乘积</a:t>
            </a:r>
            <a:endParaRPr lang="zh-CN" altLang="en-US" dirty="0">
              <a:solidFill>
                <a:srgbClr val="FF0000"/>
              </a:solidFill>
            </a:endParaRPr>
          </a:p>
        </p:txBody>
      </p:sp>
    </p:spTree>
    <p:extLst>
      <p:ext uri="{BB962C8B-B14F-4D97-AF65-F5344CB8AC3E}">
        <p14:creationId xmlns:p14="http://schemas.microsoft.com/office/powerpoint/2010/main" val="2416044998"/>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1000" y="209550"/>
            <a:ext cx="7772400" cy="685800"/>
          </a:xfrm>
        </p:spPr>
        <p:txBody>
          <a:bodyPr/>
          <a:lstStyle/>
          <a:p>
            <a:pPr marL="0" indent="0">
              <a:buNone/>
            </a:pPr>
            <a:r>
              <a:rPr lang="zh-CN" altLang="en-US" dirty="0" smtClean="0"/>
              <a:t>代入上式</a:t>
            </a:r>
            <a:endParaRPr lang="zh-CN" altLang="en-US" dirty="0"/>
          </a:p>
        </p:txBody>
      </p:sp>
      <p:graphicFrame>
        <p:nvGraphicFramePr>
          <p:cNvPr id="4" name="对象 3"/>
          <p:cNvGraphicFramePr>
            <a:graphicFrameLocks noChangeAspect="1"/>
          </p:cNvGraphicFramePr>
          <p:nvPr>
            <p:extLst/>
          </p:nvPr>
        </p:nvGraphicFramePr>
        <p:xfrm>
          <a:off x="80962" y="895350"/>
          <a:ext cx="8682038" cy="533400"/>
        </p:xfrm>
        <a:graphic>
          <a:graphicData uri="http://schemas.openxmlformats.org/presentationml/2006/ole">
            <mc:AlternateContent xmlns:mc="http://schemas.openxmlformats.org/markup-compatibility/2006">
              <mc:Choice xmlns:v="urn:schemas-microsoft-com:vml" Requires="v">
                <p:oleObj spid="_x0000_s171028" name="公式" r:id="rId3" imgW="3251200" imgH="203200" progId="Equation.3">
                  <p:embed/>
                </p:oleObj>
              </mc:Choice>
              <mc:Fallback>
                <p:oleObj name="公式" r:id="rId3" imgW="3251200" imgH="203200" progId="Equation.3">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62" y="895350"/>
                        <a:ext cx="8682038"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nvPr>
        </p:nvGraphicFramePr>
        <p:xfrm>
          <a:off x="1981200" y="1504950"/>
          <a:ext cx="4341813" cy="1100137"/>
        </p:xfrm>
        <a:graphic>
          <a:graphicData uri="http://schemas.openxmlformats.org/presentationml/2006/ole">
            <mc:AlternateContent xmlns:mc="http://schemas.openxmlformats.org/markup-compatibility/2006">
              <mc:Choice xmlns:v="urn:schemas-microsoft-com:vml" Requires="v">
                <p:oleObj spid="_x0000_s171029" name="公式" r:id="rId5" imgW="1625600" imgH="419100" progId="Equation.3">
                  <p:embed/>
                </p:oleObj>
              </mc:Choice>
              <mc:Fallback>
                <p:oleObj name="公式" r:id="rId5" imgW="1625600" imgH="419100" progId="Equation.3">
                  <p:embed/>
                  <p:pic>
                    <p:nvPicPr>
                      <p:cNvPr id="5"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1504950"/>
                        <a:ext cx="4341813" cy="1100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nvPr>
        </p:nvGraphicFramePr>
        <p:xfrm>
          <a:off x="627063" y="2800350"/>
          <a:ext cx="2374900" cy="1100138"/>
        </p:xfrm>
        <a:graphic>
          <a:graphicData uri="http://schemas.openxmlformats.org/presentationml/2006/ole">
            <mc:AlternateContent xmlns:mc="http://schemas.openxmlformats.org/markup-compatibility/2006">
              <mc:Choice xmlns:v="urn:schemas-microsoft-com:vml" Requires="v">
                <p:oleObj spid="_x0000_s171030" name="公式" r:id="rId7" imgW="888840" imgH="419040" progId="Equation.3">
                  <p:embed/>
                </p:oleObj>
              </mc:Choice>
              <mc:Fallback>
                <p:oleObj name="公式" r:id="rId7" imgW="888840" imgH="419040" progId="Equation.3">
                  <p:embed/>
                  <p:pic>
                    <p:nvPicPr>
                      <p:cNvPr id="6" name="对象 5"/>
                      <p:cNvPicPr>
                        <a:picLocks noChangeAspect="1" noChangeArrowheads="1"/>
                      </p:cNvPicPr>
                      <p:nvPr/>
                    </p:nvPicPr>
                    <p:blipFill>
                      <a:blip r:embed="rId8"/>
                      <a:srcRect/>
                      <a:stretch>
                        <a:fillRect/>
                      </a:stretch>
                    </p:blipFill>
                    <p:spPr bwMode="auto">
                      <a:xfrm>
                        <a:off x="627063" y="2800350"/>
                        <a:ext cx="2374900" cy="1100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nvPr>
        </p:nvGraphicFramePr>
        <p:xfrm>
          <a:off x="3352800" y="2800350"/>
          <a:ext cx="2103438" cy="1100137"/>
        </p:xfrm>
        <a:graphic>
          <a:graphicData uri="http://schemas.openxmlformats.org/presentationml/2006/ole">
            <mc:AlternateContent xmlns:mc="http://schemas.openxmlformats.org/markup-compatibility/2006">
              <mc:Choice xmlns:v="urn:schemas-microsoft-com:vml" Requires="v">
                <p:oleObj spid="_x0000_s171031" name="公式" r:id="rId9" imgW="787400" imgH="419100" progId="Equation.3">
                  <p:embed/>
                </p:oleObj>
              </mc:Choice>
              <mc:Fallback>
                <p:oleObj name="公式" r:id="rId9" imgW="787400" imgH="419100" progId="Equation.3">
                  <p:embed/>
                  <p:pic>
                    <p:nvPicPr>
                      <p:cNvPr id="7" name="对象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52800" y="2800350"/>
                        <a:ext cx="2103438" cy="1100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nvPr>
        </p:nvGraphicFramePr>
        <p:xfrm>
          <a:off x="5943600" y="2876550"/>
          <a:ext cx="2035175" cy="1100137"/>
        </p:xfrm>
        <a:graphic>
          <a:graphicData uri="http://schemas.openxmlformats.org/presentationml/2006/ole">
            <mc:AlternateContent xmlns:mc="http://schemas.openxmlformats.org/markup-compatibility/2006">
              <mc:Choice xmlns:v="urn:schemas-microsoft-com:vml" Requires="v">
                <p:oleObj spid="_x0000_s171032" name="公式" r:id="rId11" imgW="761669" imgH="418918" progId="Equation.3">
                  <p:embed/>
                </p:oleObj>
              </mc:Choice>
              <mc:Fallback>
                <p:oleObj name="公式" r:id="rId11" imgW="761669" imgH="418918" progId="Equation.3">
                  <p:embed/>
                  <p:pic>
                    <p:nvPicPr>
                      <p:cNvPr id="8" name="对象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43600" y="2876550"/>
                        <a:ext cx="2035175" cy="1100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nvPr>
        </p:nvGraphicFramePr>
        <p:xfrm>
          <a:off x="1066800" y="4095750"/>
          <a:ext cx="2644775" cy="666750"/>
        </p:xfrm>
        <a:graphic>
          <a:graphicData uri="http://schemas.openxmlformats.org/presentationml/2006/ole">
            <mc:AlternateContent xmlns:mc="http://schemas.openxmlformats.org/markup-compatibility/2006">
              <mc:Choice xmlns:v="urn:schemas-microsoft-com:vml" Requires="v">
                <p:oleObj spid="_x0000_s171033" name="公式" r:id="rId13" imgW="990170" imgH="253890" progId="Equation.3">
                  <p:embed/>
                </p:oleObj>
              </mc:Choice>
              <mc:Fallback>
                <p:oleObj name="公式" r:id="rId13" imgW="990170" imgH="253890" progId="Equation.3">
                  <p:embed/>
                  <p:pic>
                    <p:nvPicPr>
                      <p:cNvPr id="9" name="对象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66800" y="4095750"/>
                        <a:ext cx="2644775"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4270029" y="4229204"/>
            <a:ext cx="2898550" cy="523220"/>
          </a:xfrm>
          <a:prstGeom prst="rect">
            <a:avLst/>
          </a:prstGeom>
          <a:solidFill>
            <a:schemeClr val="bg2">
              <a:lumMod val="20000"/>
              <a:lumOff val="80000"/>
            </a:schemeClr>
          </a:solidFill>
        </p:spPr>
        <p:txBody>
          <a:bodyPr wrap="none">
            <a:spAutoFit/>
          </a:bodyPr>
          <a:lstStyle/>
          <a:p>
            <a:r>
              <a:rPr lang="zh-CN" altLang="en-US" sz="2800" b="1" dirty="0" smtClean="0">
                <a:solidFill>
                  <a:srgbClr val="FF0000"/>
                </a:solidFill>
              </a:rPr>
              <a:t>三个常数之和为</a:t>
            </a:r>
            <a:r>
              <a:rPr lang="en-US" altLang="zh-CN" sz="2800" b="1" dirty="0" smtClean="0">
                <a:solidFill>
                  <a:srgbClr val="FF0000"/>
                </a:solidFill>
              </a:rPr>
              <a:t>0</a:t>
            </a:r>
            <a:endParaRPr lang="zh-CN" altLang="en-US" sz="2800" b="1" dirty="0">
              <a:solidFill>
                <a:srgbClr val="FF0000"/>
              </a:solidFill>
            </a:endParaRPr>
          </a:p>
        </p:txBody>
      </p:sp>
    </p:spTree>
    <p:extLst>
      <p:ext uri="{BB962C8B-B14F-4D97-AF65-F5344CB8AC3E}">
        <p14:creationId xmlns:p14="http://schemas.microsoft.com/office/powerpoint/2010/main" val="184569928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609600" y="1023937"/>
            <a:ext cx="7772400" cy="857250"/>
          </a:xfrm>
        </p:spPr>
        <p:txBody>
          <a:bodyPr/>
          <a:lstStyle/>
          <a:p>
            <a:pPr eaLnBrk="1" hangingPunct="1"/>
            <a:r>
              <a:rPr lang="en-US" altLang="zh-CN" dirty="0" smtClean="0"/>
              <a:t> </a:t>
            </a:r>
          </a:p>
        </p:txBody>
      </p:sp>
      <p:sp>
        <p:nvSpPr>
          <p:cNvPr id="63499" name="Rectangle 9"/>
          <p:cNvSpPr>
            <a:spLocks noChangeArrowheads="1"/>
          </p:cNvSpPr>
          <p:nvPr/>
        </p:nvSpPr>
        <p:spPr bwMode="auto">
          <a:xfrm>
            <a:off x="0" y="61067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63500" name="Rectangle 11"/>
          <p:cNvSpPr>
            <a:spLocks noChangeArrowheads="1"/>
          </p:cNvSpPr>
          <p:nvPr/>
        </p:nvSpPr>
        <p:spPr bwMode="auto">
          <a:xfrm>
            <a:off x="0" y="61067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 name="对象 1"/>
          <p:cNvGraphicFramePr>
            <a:graphicFrameLocks noChangeAspect="1"/>
          </p:cNvGraphicFramePr>
          <p:nvPr>
            <p:extLst/>
          </p:nvPr>
        </p:nvGraphicFramePr>
        <p:xfrm>
          <a:off x="1219200" y="133350"/>
          <a:ext cx="3155950" cy="633413"/>
        </p:xfrm>
        <a:graphic>
          <a:graphicData uri="http://schemas.openxmlformats.org/presentationml/2006/ole">
            <mc:AlternateContent xmlns:mc="http://schemas.openxmlformats.org/markup-compatibility/2006">
              <mc:Choice xmlns:v="urn:schemas-microsoft-com:vml" Requires="v">
                <p:oleObj spid="_x0000_s172055" name="公式" r:id="rId3" imgW="1180588" imgH="241195" progId="Equation.3">
                  <p:embed/>
                </p:oleObj>
              </mc:Choice>
              <mc:Fallback>
                <p:oleObj name="公式" r:id="rId3" imgW="1180588" imgH="241195" progId="Equation.3">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33350"/>
                        <a:ext cx="3155950" cy="633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3"/>
          <p:cNvSpPr txBox="1">
            <a:spLocks noChangeArrowheads="1"/>
          </p:cNvSpPr>
          <p:nvPr/>
        </p:nvSpPr>
        <p:spPr bwMode="auto">
          <a:xfrm>
            <a:off x="1136850" y="774008"/>
            <a:ext cx="3723182" cy="573606"/>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A50021"/>
              </a:buClr>
              <a:buSzPct val="75000"/>
              <a:buFont typeface="Wingdings" pitchFamily="2" charset="2"/>
              <a:buChar char="•"/>
              <a:defRPr sz="3200" b="1" kern="1200">
                <a:solidFill>
                  <a:srgbClr val="000000"/>
                </a:solidFill>
                <a:latin typeface="+mn-lt"/>
                <a:ea typeface="+mn-ea"/>
                <a:cs typeface="+mn-cs"/>
              </a:defRPr>
            </a:lvl1pPr>
            <a:lvl2pPr marL="190500" indent="266700" algn="l" rtl="0" eaLnBrk="0" fontAlgn="base" hangingPunct="0">
              <a:spcBef>
                <a:spcPct val="20000"/>
              </a:spcBef>
              <a:spcAft>
                <a:spcPct val="0"/>
              </a:spcAft>
              <a:buClr>
                <a:schemeClr val="accent2"/>
              </a:buClr>
              <a:buSzPct val="75000"/>
              <a:buFont typeface="Wingdings" pitchFamily="2" charset="2"/>
              <a:buChar char="–"/>
              <a:defRPr kumimoji="1" sz="4000" b="1" kern="1200">
                <a:solidFill>
                  <a:schemeClr val="bg2"/>
                </a:solidFill>
                <a:latin typeface="+mn-lt"/>
                <a:ea typeface="隶书" panose="02010509060101010101" pitchFamily="49" charset="-122"/>
                <a:cs typeface="+mn-cs"/>
              </a:defRPr>
            </a:lvl2pPr>
            <a:lvl3pPr marL="381000" indent="533400" algn="l" rtl="0" eaLnBrk="0" fontAlgn="base" hangingPunct="0">
              <a:spcBef>
                <a:spcPct val="20000"/>
              </a:spcBef>
              <a:spcAft>
                <a:spcPct val="0"/>
              </a:spcAft>
              <a:buClr>
                <a:srgbClr val="666699"/>
              </a:buClr>
              <a:buSzPct val="70000"/>
              <a:buFont typeface="Wingdings" pitchFamily="2" charset="2"/>
              <a:buChar char="•"/>
              <a:defRPr kumimoji="1" sz="3600" b="1" kern="1200">
                <a:solidFill>
                  <a:srgbClr val="FF0066"/>
                </a:solidFill>
                <a:latin typeface="+mn-lt"/>
                <a:ea typeface="华文行楷" panose="02010800040101010101" pitchFamily="2" charset="-122"/>
                <a:cs typeface="+mn-cs"/>
              </a:defRPr>
            </a:lvl3pPr>
            <a:lvl4pPr marL="571500" indent="800100" algn="l" rtl="0" eaLnBrk="0" fontAlgn="base" hangingPunct="0">
              <a:spcBef>
                <a:spcPct val="20000"/>
              </a:spcBef>
              <a:spcAft>
                <a:spcPct val="0"/>
              </a:spcAft>
              <a:buSzPct val="60000"/>
              <a:buFont typeface="Wingdings" pitchFamily="2" charset="2"/>
              <a:buChar char="–"/>
              <a:defRPr sz="3400" b="1" kern="1200">
                <a:solidFill>
                  <a:srgbClr val="9900CC"/>
                </a:solidFill>
                <a:latin typeface="+mn-lt"/>
                <a:ea typeface="黑体" panose="02010609060101010101" pitchFamily="49" charset="-122"/>
                <a:cs typeface="+mn-cs"/>
              </a:defRPr>
            </a:lvl4pPr>
            <a:lvl5pPr marL="762000" indent="1066800" algn="l" rtl="0" eaLnBrk="0" fontAlgn="base" hangingPunct="0">
              <a:spcBef>
                <a:spcPct val="20000"/>
              </a:spcBef>
              <a:spcAft>
                <a:spcPct val="0"/>
              </a:spcAft>
              <a:buClr>
                <a:schemeClr val="hlink"/>
              </a:buClr>
              <a:buSzPct val="55000"/>
              <a:buFont typeface="Wingdings" pitchFamily="2" charset="2"/>
              <a:buChar char="»"/>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None/>
              <a:defRPr/>
            </a:pPr>
            <a:r>
              <a:rPr lang="zh-CN" altLang="en-US" sz="2800" dirty="0" smtClean="0">
                <a:latin typeface="宋体" charset="-122"/>
              </a:rPr>
              <a:t>    的</a:t>
            </a:r>
            <a:r>
              <a:rPr lang="zh-CN" altLang="en-US" sz="2800" dirty="0">
                <a:latin typeface="宋体" charset="-122"/>
              </a:rPr>
              <a:t>解为三种情况</a:t>
            </a:r>
            <a:r>
              <a:rPr lang="zh-CN" altLang="en-US" sz="2800" dirty="0" smtClean="0">
                <a:latin typeface="宋体" charset="-122"/>
              </a:rPr>
              <a:t>：</a:t>
            </a:r>
            <a:r>
              <a:rPr lang="en-US" altLang="zh-CN" sz="2800" dirty="0" smtClean="0">
                <a:latin typeface="宋体" charset="-122"/>
              </a:rPr>
              <a:t>                                       </a:t>
            </a:r>
          </a:p>
          <a:p>
            <a:pPr eaLnBrk="1" hangingPunct="1">
              <a:defRPr/>
            </a:pPr>
            <a:endParaRPr lang="en-US" altLang="zh-CN" sz="2800" dirty="0" smtClean="0">
              <a:latin typeface="宋体" charset="-122"/>
            </a:endParaRPr>
          </a:p>
          <a:p>
            <a:pPr marL="0" indent="0" eaLnBrk="1" hangingPunct="1">
              <a:buFontTx/>
              <a:buNone/>
              <a:defRPr/>
            </a:pPr>
            <a:r>
              <a:rPr lang="en-US" altLang="zh-CN" sz="2800" dirty="0" smtClean="0">
                <a:latin typeface="宋体" charset="-122"/>
              </a:rPr>
              <a:t>                          </a:t>
            </a:r>
          </a:p>
        </p:txBody>
      </p:sp>
      <p:graphicFrame>
        <p:nvGraphicFramePr>
          <p:cNvPr id="15" name="Object 4"/>
          <p:cNvGraphicFramePr>
            <a:graphicFrameLocks noChangeAspect="1"/>
          </p:cNvGraphicFramePr>
          <p:nvPr>
            <p:extLst/>
          </p:nvPr>
        </p:nvGraphicFramePr>
        <p:xfrm>
          <a:off x="990600" y="819150"/>
          <a:ext cx="838200" cy="488950"/>
        </p:xfrm>
        <a:graphic>
          <a:graphicData uri="http://schemas.openxmlformats.org/presentationml/2006/ole">
            <mc:AlternateContent xmlns:mc="http://schemas.openxmlformats.org/markup-compatibility/2006">
              <mc:Choice xmlns:v="urn:schemas-microsoft-com:vml" Requires="v">
                <p:oleObj spid="_x0000_s172056" name="公式" r:id="rId5" imgW="342751" imgH="203112" progId="Equation.3">
                  <p:embed/>
                </p:oleObj>
              </mc:Choice>
              <mc:Fallback>
                <p:oleObj name="公式" r:id="rId5" imgW="342751" imgH="203112" progId="Equation.3">
                  <p:embed/>
                  <p:pic>
                    <p:nvPicPr>
                      <p:cNvPr id="15"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819150"/>
                        <a:ext cx="838200"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6"/>
          <p:cNvGraphicFramePr>
            <a:graphicFrameLocks noChangeAspect="1"/>
          </p:cNvGraphicFramePr>
          <p:nvPr>
            <p:extLst/>
          </p:nvPr>
        </p:nvGraphicFramePr>
        <p:xfrm>
          <a:off x="3067000" y="1325761"/>
          <a:ext cx="5105400" cy="669925"/>
        </p:xfrm>
        <a:graphic>
          <a:graphicData uri="http://schemas.openxmlformats.org/presentationml/2006/ole">
            <mc:AlternateContent xmlns:mc="http://schemas.openxmlformats.org/markup-compatibility/2006">
              <mc:Choice xmlns:v="urn:schemas-microsoft-com:vml" Requires="v">
                <p:oleObj spid="_x0000_s172057" name="公式" r:id="rId7" imgW="1739900" imgH="228600" progId="Equation.3">
                  <p:embed/>
                </p:oleObj>
              </mc:Choice>
              <mc:Fallback>
                <p:oleObj name="公式" r:id="rId7" imgW="1739900" imgH="228600" progId="Equation.3">
                  <p:embed/>
                  <p:pic>
                    <p:nvPicPr>
                      <p:cNvPr id="16"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67000" y="1325761"/>
                        <a:ext cx="5105400" cy="669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8"/>
          <p:cNvGraphicFramePr>
            <a:graphicFrameLocks noChangeAspect="1"/>
          </p:cNvGraphicFramePr>
          <p:nvPr>
            <p:extLst/>
          </p:nvPr>
        </p:nvGraphicFramePr>
        <p:xfrm>
          <a:off x="2998441" y="2207684"/>
          <a:ext cx="5715000" cy="638175"/>
        </p:xfrm>
        <a:graphic>
          <a:graphicData uri="http://schemas.openxmlformats.org/presentationml/2006/ole">
            <mc:AlternateContent xmlns:mc="http://schemas.openxmlformats.org/markup-compatibility/2006">
              <mc:Choice xmlns:v="urn:schemas-microsoft-com:vml" Requires="v">
                <p:oleObj spid="_x0000_s172058" name="公式" r:id="rId9" imgW="2044700" imgH="228600" progId="Equation.3">
                  <p:embed/>
                </p:oleObj>
              </mc:Choice>
              <mc:Fallback>
                <p:oleObj name="公式" r:id="rId9" imgW="2044700" imgH="228600" progId="Equation.3">
                  <p:embed/>
                  <p:pic>
                    <p:nvPicPr>
                      <p:cNvPr id="17"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98441" y="2207684"/>
                        <a:ext cx="5715000" cy="63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0"/>
          <p:cNvGraphicFramePr>
            <a:graphicFrameLocks noChangeAspect="1"/>
          </p:cNvGraphicFramePr>
          <p:nvPr>
            <p:extLst/>
          </p:nvPr>
        </p:nvGraphicFramePr>
        <p:xfrm>
          <a:off x="3067000" y="2880337"/>
          <a:ext cx="5048250" cy="712787"/>
        </p:xfrm>
        <a:graphic>
          <a:graphicData uri="http://schemas.openxmlformats.org/presentationml/2006/ole">
            <mc:AlternateContent xmlns:mc="http://schemas.openxmlformats.org/markup-compatibility/2006">
              <mc:Choice xmlns:v="urn:schemas-microsoft-com:vml" Requires="v">
                <p:oleObj spid="_x0000_s172059" name="公式" r:id="rId11" imgW="1803240" imgH="253800" progId="Equation.3">
                  <p:embed/>
                </p:oleObj>
              </mc:Choice>
              <mc:Fallback>
                <p:oleObj name="公式" r:id="rId11" imgW="1803240" imgH="253800" progId="Equation.3">
                  <p:embed/>
                  <p:pic>
                    <p:nvPicPr>
                      <p:cNvPr id="18" name="Object 10"/>
                      <p:cNvPicPr>
                        <a:picLocks noChangeAspect="1" noChangeArrowheads="1"/>
                      </p:cNvPicPr>
                      <p:nvPr/>
                    </p:nvPicPr>
                    <p:blipFill>
                      <a:blip r:embed="rId12"/>
                      <a:srcRect/>
                      <a:stretch>
                        <a:fillRect/>
                      </a:stretch>
                    </p:blipFill>
                    <p:spPr bwMode="auto">
                      <a:xfrm>
                        <a:off x="3067000" y="2880337"/>
                        <a:ext cx="5048250" cy="712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2"/>
          <p:cNvGraphicFramePr>
            <a:graphicFrameLocks noChangeAspect="1"/>
          </p:cNvGraphicFramePr>
          <p:nvPr>
            <p:extLst/>
          </p:nvPr>
        </p:nvGraphicFramePr>
        <p:xfrm>
          <a:off x="3419872" y="3778252"/>
          <a:ext cx="2971800" cy="666750"/>
        </p:xfrm>
        <a:graphic>
          <a:graphicData uri="http://schemas.openxmlformats.org/presentationml/2006/ole">
            <mc:AlternateContent xmlns:mc="http://schemas.openxmlformats.org/markup-compatibility/2006">
              <mc:Choice xmlns:v="urn:schemas-microsoft-com:vml" Requires="v">
                <p:oleObj spid="_x0000_s172060" name="公式" r:id="rId13" imgW="1016000" imgH="228600" progId="Equation.3">
                  <p:embed/>
                </p:oleObj>
              </mc:Choice>
              <mc:Fallback>
                <p:oleObj name="公式" r:id="rId13" imgW="1016000" imgH="228600" progId="Equation.3">
                  <p:embed/>
                  <p:pic>
                    <p:nvPicPr>
                      <p:cNvPr id="19"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19872" y="3778252"/>
                        <a:ext cx="2971800"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nvPr>
        </p:nvGraphicFramePr>
        <p:xfrm>
          <a:off x="1527595" y="3003798"/>
          <a:ext cx="1104183" cy="451711"/>
        </p:xfrm>
        <a:graphic>
          <a:graphicData uri="http://schemas.openxmlformats.org/presentationml/2006/ole">
            <mc:AlternateContent xmlns:mc="http://schemas.openxmlformats.org/markup-compatibility/2006">
              <mc:Choice xmlns:v="urn:schemas-microsoft-com:vml" Requires="v">
                <p:oleObj spid="_x0000_s172061" name="公式" r:id="rId15" imgW="558720" imgH="228600" progId="Equation.3">
                  <p:embed/>
                </p:oleObj>
              </mc:Choice>
              <mc:Fallback>
                <p:oleObj name="公式" r:id="rId15" imgW="558720" imgH="228600" progId="Equation.3">
                  <p:embed/>
                  <p:pic>
                    <p:nvPicPr>
                      <p:cNvPr id="4" name="对象 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27595" y="3003798"/>
                        <a:ext cx="1104183" cy="451711"/>
                      </a:xfrm>
                      <a:prstGeom prst="rect">
                        <a:avLst/>
                      </a:prstGeom>
                      <a:solidFill>
                        <a:srgbClr val="99FFCC"/>
                      </a:solidFill>
                      <a:ln w="9525">
                        <a:solidFill>
                          <a:srgbClr val="99FFCC"/>
                        </a:solidFill>
                        <a:miter lim="800000"/>
                        <a:headEnd/>
                        <a:tailEnd/>
                      </a:ln>
                    </p:spPr>
                  </p:pic>
                </p:oleObj>
              </mc:Fallback>
            </mc:AlternateContent>
          </a:graphicData>
        </a:graphic>
      </p:graphicFrame>
      <p:sp>
        <p:nvSpPr>
          <p:cNvPr id="5" name="矩形 4"/>
          <p:cNvSpPr/>
          <p:nvPr/>
        </p:nvSpPr>
        <p:spPr>
          <a:xfrm>
            <a:off x="1298865" y="1381929"/>
            <a:ext cx="1561645" cy="523220"/>
          </a:xfrm>
          <a:prstGeom prst="rect">
            <a:avLst/>
          </a:prstGeom>
        </p:spPr>
        <p:txBody>
          <a:bodyPr wrap="none">
            <a:spAutoFit/>
          </a:bodyPr>
          <a:lstStyle/>
          <a:p>
            <a:pPr lvl="0" algn="r" eaLnBrk="1" hangingPunct="1">
              <a:defRPr/>
            </a:pPr>
            <a:r>
              <a:rPr lang="en-US" altLang="zh-CN" sz="2800" i="1" dirty="0" err="1" smtClean="0">
                <a:solidFill>
                  <a:srgbClr val="40458C"/>
                </a:solidFill>
                <a:latin typeface="宋体" charset="-122"/>
              </a:rPr>
              <a:t>k</a:t>
            </a:r>
            <a:r>
              <a:rPr lang="en-US" altLang="zh-CN" sz="2800" i="1" baseline="-25000" dirty="0" err="1" smtClean="0">
                <a:solidFill>
                  <a:srgbClr val="40458C"/>
                </a:solidFill>
                <a:latin typeface="宋体" charset="-122"/>
              </a:rPr>
              <a:t>x</a:t>
            </a:r>
            <a:r>
              <a:rPr lang="zh-CN" altLang="en-US" sz="2800" dirty="0">
                <a:solidFill>
                  <a:srgbClr val="40458C"/>
                </a:solidFill>
                <a:latin typeface="宋体" charset="-122"/>
              </a:rPr>
              <a:t>为</a:t>
            </a:r>
            <a:r>
              <a:rPr lang="zh-CN" altLang="en-US" sz="2800" dirty="0" smtClean="0">
                <a:solidFill>
                  <a:srgbClr val="FF0000"/>
                </a:solidFill>
                <a:latin typeface="宋体" charset="-122"/>
              </a:rPr>
              <a:t>实数</a:t>
            </a:r>
            <a:endParaRPr lang="en-US" altLang="zh-CN" sz="2800" dirty="0">
              <a:solidFill>
                <a:srgbClr val="40458C"/>
              </a:solidFill>
              <a:latin typeface="宋体" charset="-122"/>
            </a:endParaRPr>
          </a:p>
        </p:txBody>
      </p:sp>
      <p:sp>
        <p:nvSpPr>
          <p:cNvPr id="6" name="矩形 5"/>
          <p:cNvSpPr/>
          <p:nvPr/>
        </p:nvSpPr>
        <p:spPr>
          <a:xfrm>
            <a:off x="179512" y="2395536"/>
            <a:ext cx="1426950" cy="461665"/>
          </a:xfrm>
          <a:prstGeom prst="rect">
            <a:avLst/>
          </a:prstGeom>
        </p:spPr>
        <p:txBody>
          <a:bodyPr wrap="square">
            <a:spAutoFit/>
          </a:bodyPr>
          <a:lstStyle/>
          <a:p>
            <a:r>
              <a:rPr lang="zh-CN" altLang="en-US" sz="2400" b="1" dirty="0" smtClean="0">
                <a:latin typeface="宋体" charset="-122"/>
              </a:rPr>
              <a:t>或（</a:t>
            </a:r>
            <a:r>
              <a:rPr lang="en-US" altLang="zh-CN" sz="2400" b="1" dirty="0" smtClean="0">
                <a:latin typeface="宋体" charset="-122"/>
              </a:rPr>
              <a:t>2</a:t>
            </a:r>
            <a:r>
              <a:rPr lang="zh-CN" altLang="en-US" sz="2400" b="1" dirty="0" smtClean="0">
                <a:latin typeface="宋体" charset="-122"/>
              </a:rPr>
              <a:t>）</a:t>
            </a:r>
            <a:endParaRPr lang="zh-CN" altLang="en-US" sz="2400" b="1" dirty="0"/>
          </a:p>
        </p:txBody>
      </p:sp>
      <p:sp>
        <p:nvSpPr>
          <p:cNvPr id="8" name="矩形 7"/>
          <p:cNvSpPr/>
          <p:nvPr/>
        </p:nvSpPr>
        <p:spPr>
          <a:xfrm>
            <a:off x="1282162" y="2336562"/>
            <a:ext cx="1561646" cy="523220"/>
          </a:xfrm>
          <a:prstGeom prst="rect">
            <a:avLst/>
          </a:prstGeom>
        </p:spPr>
        <p:txBody>
          <a:bodyPr wrap="none">
            <a:spAutoFit/>
          </a:bodyPr>
          <a:lstStyle/>
          <a:p>
            <a:r>
              <a:rPr lang="en-US" altLang="zh-CN" sz="2800" i="1" dirty="0" err="1" smtClean="0">
                <a:solidFill>
                  <a:srgbClr val="40458C"/>
                </a:solidFill>
                <a:latin typeface="宋体" charset="-122"/>
              </a:rPr>
              <a:t>k</a:t>
            </a:r>
            <a:r>
              <a:rPr lang="en-US" altLang="zh-CN" sz="2800" i="1" baseline="-25000" dirty="0" err="1" smtClean="0">
                <a:solidFill>
                  <a:srgbClr val="40458C"/>
                </a:solidFill>
                <a:latin typeface="宋体" charset="-122"/>
              </a:rPr>
              <a:t>x</a:t>
            </a:r>
            <a:r>
              <a:rPr lang="zh-CN" altLang="en-US" sz="2800" dirty="0">
                <a:solidFill>
                  <a:srgbClr val="40458C"/>
                </a:solidFill>
                <a:latin typeface="宋体" charset="-122"/>
              </a:rPr>
              <a:t>为</a:t>
            </a:r>
            <a:r>
              <a:rPr lang="zh-CN" altLang="en-US" sz="2800" dirty="0" smtClean="0">
                <a:solidFill>
                  <a:srgbClr val="FF0000"/>
                </a:solidFill>
                <a:latin typeface="宋体" charset="-122"/>
              </a:rPr>
              <a:t>虚数</a:t>
            </a:r>
            <a:endParaRPr lang="zh-CN" altLang="en-US" dirty="0"/>
          </a:p>
        </p:txBody>
      </p:sp>
      <p:sp>
        <p:nvSpPr>
          <p:cNvPr id="10" name="矩形 9"/>
          <p:cNvSpPr/>
          <p:nvPr/>
        </p:nvSpPr>
        <p:spPr>
          <a:xfrm>
            <a:off x="219082" y="3627230"/>
            <a:ext cx="1441420" cy="523220"/>
          </a:xfrm>
          <a:prstGeom prst="rect">
            <a:avLst/>
          </a:prstGeom>
        </p:spPr>
        <p:txBody>
          <a:bodyPr wrap="none">
            <a:spAutoFit/>
          </a:bodyPr>
          <a:lstStyle/>
          <a:p>
            <a:r>
              <a:rPr lang="zh-CN" altLang="en-US" sz="2800" dirty="0" smtClean="0">
                <a:solidFill>
                  <a:srgbClr val="40458C"/>
                </a:solidFill>
                <a:latin typeface="宋体" charset="-122"/>
              </a:rPr>
              <a:t>或（</a:t>
            </a:r>
            <a:r>
              <a:rPr lang="en-US" altLang="zh-CN" sz="2800" dirty="0" smtClean="0">
                <a:solidFill>
                  <a:srgbClr val="40458C"/>
                </a:solidFill>
                <a:latin typeface="宋体" charset="-122"/>
              </a:rPr>
              <a:t>3</a:t>
            </a:r>
            <a:r>
              <a:rPr lang="zh-CN" altLang="en-US" sz="2800" dirty="0" smtClean="0">
                <a:solidFill>
                  <a:srgbClr val="40458C"/>
                </a:solidFill>
                <a:latin typeface="宋体" charset="-122"/>
              </a:rPr>
              <a:t>）</a:t>
            </a:r>
            <a:endParaRPr lang="zh-CN" altLang="en-US" dirty="0"/>
          </a:p>
        </p:txBody>
      </p:sp>
      <p:sp>
        <p:nvSpPr>
          <p:cNvPr id="12" name="矩形 11"/>
          <p:cNvSpPr/>
          <p:nvPr/>
        </p:nvSpPr>
        <p:spPr>
          <a:xfrm>
            <a:off x="1538954" y="3888840"/>
            <a:ext cx="1382110" cy="523220"/>
          </a:xfrm>
          <a:prstGeom prst="rect">
            <a:avLst/>
          </a:prstGeom>
        </p:spPr>
        <p:txBody>
          <a:bodyPr wrap="none">
            <a:spAutoFit/>
          </a:bodyPr>
          <a:lstStyle/>
          <a:p>
            <a:r>
              <a:rPr lang="en-US" altLang="zh-CN" sz="2800" i="1" dirty="0" err="1">
                <a:solidFill>
                  <a:srgbClr val="40458C"/>
                </a:solidFill>
                <a:latin typeface="宋体" charset="-122"/>
              </a:rPr>
              <a:t>k</a:t>
            </a:r>
            <a:r>
              <a:rPr lang="en-US" altLang="zh-CN" sz="2800" i="1" baseline="-25000" dirty="0" err="1">
                <a:solidFill>
                  <a:srgbClr val="40458C"/>
                </a:solidFill>
                <a:latin typeface="宋体" charset="-122"/>
              </a:rPr>
              <a:t>x</a:t>
            </a:r>
            <a:r>
              <a:rPr lang="zh-CN" altLang="en-US" sz="2800" dirty="0">
                <a:solidFill>
                  <a:srgbClr val="40458C"/>
                </a:solidFill>
                <a:latin typeface="宋体" charset="-122"/>
              </a:rPr>
              <a:t>等于</a:t>
            </a:r>
            <a:r>
              <a:rPr lang="en-US" altLang="zh-CN" sz="2800" dirty="0">
                <a:solidFill>
                  <a:srgbClr val="FF0000"/>
                </a:solidFill>
                <a:latin typeface="宋体" charset="-122"/>
              </a:rPr>
              <a:t>0</a:t>
            </a:r>
            <a:endParaRPr lang="zh-CN" altLang="en-US" dirty="0"/>
          </a:p>
        </p:txBody>
      </p:sp>
      <p:sp>
        <p:nvSpPr>
          <p:cNvPr id="20" name="矩形 19"/>
          <p:cNvSpPr/>
          <p:nvPr/>
        </p:nvSpPr>
        <p:spPr>
          <a:xfrm>
            <a:off x="251520" y="1443484"/>
            <a:ext cx="958917" cy="461665"/>
          </a:xfrm>
          <a:prstGeom prst="rect">
            <a:avLst/>
          </a:prstGeom>
        </p:spPr>
        <p:txBody>
          <a:bodyPr wrap="none">
            <a:spAutoFit/>
          </a:bodyPr>
          <a:lstStyle/>
          <a:p>
            <a:pPr lvl="0"/>
            <a:r>
              <a:rPr lang="zh-CN" altLang="en-US" sz="2400" b="1" dirty="0" smtClean="0">
                <a:solidFill>
                  <a:srgbClr val="40458C"/>
                </a:solidFill>
                <a:latin typeface="宋体" charset="-122"/>
              </a:rPr>
              <a:t>（</a:t>
            </a:r>
            <a:r>
              <a:rPr lang="en-US" altLang="zh-CN" sz="2400" b="1" dirty="0" smtClean="0">
                <a:solidFill>
                  <a:srgbClr val="40458C"/>
                </a:solidFill>
                <a:latin typeface="宋体" charset="-122"/>
              </a:rPr>
              <a:t>1</a:t>
            </a:r>
            <a:r>
              <a:rPr lang="zh-CN" altLang="en-US" sz="2400" b="1" dirty="0" smtClean="0">
                <a:solidFill>
                  <a:srgbClr val="40458C"/>
                </a:solidFill>
                <a:latin typeface="宋体" charset="-122"/>
              </a:rPr>
              <a:t>）</a:t>
            </a:r>
            <a:endParaRPr lang="zh-CN" altLang="en-US" sz="2400" b="1" dirty="0">
              <a:solidFill>
                <a:srgbClr val="40458C"/>
              </a:solidFill>
            </a:endParaRPr>
          </a:p>
        </p:txBody>
      </p:sp>
    </p:spTree>
    <p:extLst>
      <p:ext uri="{BB962C8B-B14F-4D97-AF65-F5344CB8AC3E}">
        <p14:creationId xmlns:p14="http://schemas.microsoft.com/office/powerpoint/2010/main" val="3392778497"/>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10" grpId="0"/>
      <p:bldP spid="12" grpId="0"/>
      <p:bldP spid="20"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altLang="zh-CN" smtClean="0"/>
              <a:t> </a:t>
            </a:r>
          </a:p>
        </p:txBody>
      </p:sp>
      <p:sp>
        <p:nvSpPr>
          <p:cNvPr id="64517" name="Rectangle 3" descr="Rectangle: Click to edit Master text styles&#10;Second level&#10;Third level&#10;Fourth level&#10;Fifth level"/>
          <p:cNvSpPr>
            <a:spLocks noGrp="1" noChangeArrowheads="1"/>
          </p:cNvSpPr>
          <p:nvPr>
            <p:ph type="body" idx="1"/>
          </p:nvPr>
        </p:nvSpPr>
        <p:spPr>
          <a:xfrm>
            <a:off x="457200" y="514350"/>
            <a:ext cx="3505200" cy="3505200"/>
          </a:xfrm>
        </p:spPr>
        <p:txBody>
          <a:bodyPr/>
          <a:lstStyle/>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例</a:t>
            </a:r>
            <a:r>
              <a:rPr lang="en-US" altLang="zh-CN" dirty="0" smtClean="0">
                <a:latin typeface="宋体" pitchFamily="2" charset="-122"/>
              </a:rPr>
              <a:t>2.11  </a:t>
            </a:r>
            <a:r>
              <a:rPr lang="zh-CN" altLang="en-US" dirty="0" smtClean="0">
                <a:latin typeface="宋体" pitchFamily="2" charset="-122"/>
              </a:rPr>
              <a:t>求如图</a:t>
            </a:r>
            <a:r>
              <a:rPr lang="en-US" altLang="zh-CN" dirty="0" smtClean="0">
                <a:latin typeface="宋体" pitchFamily="2" charset="-122"/>
              </a:rPr>
              <a:t>2.18</a:t>
            </a:r>
            <a:r>
              <a:rPr lang="zh-CN" altLang="en-US" dirty="0" smtClean="0">
                <a:latin typeface="宋体" pitchFamily="2" charset="-122"/>
              </a:rPr>
              <a:t>所示一个长方体内的电位分布。已知         面的电位为       ，其它各面的电位为</a:t>
            </a:r>
            <a:r>
              <a:rPr lang="en-US" altLang="zh-CN" dirty="0" smtClean="0">
                <a:latin typeface="宋体" pitchFamily="2" charset="-122"/>
              </a:rPr>
              <a:t>0</a:t>
            </a:r>
            <a:r>
              <a:rPr lang="zh-CN" altLang="en-US" dirty="0" smtClean="0">
                <a:latin typeface="宋体" pitchFamily="2" charset="-122"/>
              </a:rPr>
              <a:t>。</a:t>
            </a:r>
          </a:p>
        </p:txBody>
      </p:sp>
      <p:sp>
        <p:nvSpPr>
          <p:cNvPr id="64518" name="Rectangle 5"/>
          <p:cNvSpPr>
            <a:spLocks noChangeArrowheads="1"/>
          </p:cNvSpPr>
          <p:nvPr/>
        </p:nvSpPr>
        <p:spPr bwMode="auto">
          <a:xfrm>
            <a:off x="0" y="233350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4514" name="Object 4"/>
          <p:cNvGraphicFramePr>
            <a:graphicFrameLocks noChangeAspect="1"/>
          </p:cNvGraphicFramePr>
          <p:nvPr>
            <p:extLst/>
          </p:nvPr>
        </p:nvGraphicFramePr>
        <p:xfrm>
          <a:off x="1676400" y="2102644"/>
          <a:ext cx="1295400" cy="392906"/>
        </p:xfrm>
        <a:graphic>
          <a:graphicData uri="http://schemas.openxmlformats.org/presentationml/2006/ole">
            <mc:AlternateContent xmlns:mc="http://schemas.openxmlformats.org/markup-compatibility/2006">
              <mc:Choice xmlns:v="urn:schemas-microsoft-com:vml" Requires="v">
                <p:oleObj spid="_x0000_s173070" name="公式" r:id="rId3" imgW="355446" imgH="139639" progId="Equation.3">
                  <p:embed/>
                </p:oleObj>
              </mc:Choice>
              <mc:Fallback>
                <p:oleObj name="公式" r:id="rId3" imgW="355446" imgH="139639" progId="Equation.3">
                  <p:embed/>
                  <p:pic>
                    <p:nvPicPr>
                      <p:cNvPr id="6451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2102644"/>
                        <a:ext cx="1295400" cy="3929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4519" name="Rectangle 7"/>
          <p:cNvSpPr>
            <a:spLocks noChangeArrowheads="1"/>
          </p:cNvSpPr>
          <p:nvPr/>
        </p:nvSpPr>
        <p:spPr bwMode="auto">
          <a:xfrm>
            <a:off x="0" y="23120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4515" name="Object 6"/>
          <p:cNvGraphicFramePr>
            <a:graphicFrameLocks noChangeAspect="1"/>
          </p:cNvGraphicFramePr>
          <p:nvPr>
            <p:extLst/>
          </p:nvPr>
        </p:nvGraphicFramePr>
        <p:xfrm>
          <a:off x="2286000" y="2611040"/>
          <a:ext cx="1143000" cy="417910"/>
        </p:xfrm>
        <a:graphic>
          <a:graphicData uri="http://schemas.openxmlformats.org/presentationml/2006/ole">
            <mc:AlternateContent xmlns:mc="http://schemas.openxmlformats.org/markup-compatibility/2006">
              <mc:Choice xmlns:v="urn:schemas-microsoft-com:vml" Requires="v">
                <p:oleObj spid="_x0000_s173071" name="公式" r:id="rId5" imgW="406048" imgH="203024" progId="Equation.3">
                  <p:embed/>
                </p:oleObj>
              </mc:Choice>
              <mc:Fallback>
                <p:oleObj name="公式" r:id="rId5" imgW="406048" imgH="203024" progId="Equation.3">
                  <p:embed/>
                  <p:pic>
                    <p:nvPicPr>
                      <p:cNvPr id="6451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2611040"/>
                        <a:ext cx="1143000" cy="4179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6"/>
          <p:cNvSpPr>
            <a:spLocks noChangeArrowheads="1"/>
          </p:cNvSpPr>
          <p:nvPr/>
        </p:nvSpPr>
        <p:spPr bwMode="auto">
          <a:xfrm>
            <a:off x="4571999" y="3924240"/>
            <a:ext cx="34179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r>
              <a:rPr lang="en-US" altLang="zh-CN" sz="2000" b="1" dirty="0">
                <a:solidFill>
                  <a:srgbClr val="000000"/>
                </a:solidFill>
                <a:latin typeface="宋体" pitchFamily="2" charset="-122"/>
              </a:rPr>
              <a:t> </a:t>
            </a:r>
            <a:r>
              <a:rPr lang="zh-CN" altLang="en-US" sz="2000" b="1" dirty="0">
                <a:solidFill>
                  <a:srgbClr val="000000"/>
                </a:solidFill>
                <a:latin typeface="宋体" pitchFamily="2" charset="-122"/>
              </a:rPr>
              <a:t>图</a:t>
            </a:r>
            <a:r>
              <a:rPr lang="en-US" altLang="zh-CN" sz="2000" b="1" dirty="0">
                <a:solidFill>
                  <a:srgbClr val="000000"/>
                </a:solidFill>
                <a:latin typeface="宋体" pitchFamily="2" charset="-122"/>
              </a:rPr>
              <a:t>2.18   </a:t>
            </a:r>
            <a:r>
              <a:rPr lang="zh-CN" altLang="en-US" sz="2000" b="1" dirty="0">
                <a:solidFill>
                  <a:srgbClr val="000000"/>
                </a:solidFill>
                <a:latin typeface="宋体" pitchFamily="2" charset="-122"/>
              </a:rPr>
              <a:t>长方体内的电位 </a:t>
            </a:r>
          </a:p>
        </p:txBody>
      </p:sp>
      <p:grpSp>
        <p:nvGrpSpPr>
          <p:cNvPr id="2" name="组合 1"/>
          <p:cNvGrpSpPr/>
          <p:nvPr/>
        </p:nvGrpSpPr>
        <p:grpSpPr>
          <a:xfrm>
            <a:off x="4190999" y="514350"/>
            <a:ext cx="4819633" cy="2844374"/>
            <a:chOff x="4190999" y="514350"/>
            <a:chExt cx="4819633" cy="2844374"/>
          </a:xfrm>
        </p:grpSpPr>
        <p:graphicFrame>
          <p:nvGraphicFramePr>
            <p:cNvPr id="8" name="Object 3"/>
            <p:cNvGraphicFramePr>
              <a:graphicFrameLocks noChangeAspect="1"/>
            </p:cNvGraphicFramePr>
            <p:nvPr>
              <p:extLst/>
            </p:nvPr>
          </p:nvGraphicFramePr>
          <p:xfrm>
            <a:off x="4190999" y="514350"/>
            <a:ext cx="4819633" cy="2844374"/>
          </p:xfrm>
          <a:graphic>
            <a:graphicData uri="http://schemas.openxmlformats.org/presentationml/2006/ole">
              <mc:AlternateContent xmlns:mc="http://schemas.openxmlformats.org/markup-compatibility/2006">
                <mc:Choice xmlns:v="urn:schemas-microsoft-com:vml" Requires="v">
                  <p:oleObj spid="_x0000_s173072" r:id="rId7" imgW="10990476" imgH="8647619" progId="">
                    <p:embed/>
                  </p:oleObj>
                </mc:Choice>
                <mc:Fallback>
                  <p:oleObj r:id="rId7" imgW="10990476" imgH="8647619" progId="">
                    <p:embed/>
                    <p:pic>
                      <p:nvPicPr>
                        <p:cNvPr id="8"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0999" y="514350"/>
                          <a:ext cx="4819633" cy="28443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平行四边形 2"/>
            <p:cNvSpPr/>
            <p:nvPr/>
          </p:nvSpPr>
          <p:spPr>
            <a:xfrm>
              <a:off x="5330542" y="1347614"/>
              <a:ext cx="2697842" cy="547626"/>
            </a:xfrm>
            <a:prstGeom prst="parallelogram">
              <a:avLst>
                <a:gd name="adj" fmla="val 1588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2" name="Object 6"/>
            <p:cNvGraphicFramePr>
              <a:graphicFrameLocks noChangeAspect="1"/>
            </p:cNvGraphicFramePr>
            <p:nvPr>
              <p:extLst/>
            </p:nvPr>
          </p:nvGraphicFramePr>
          <p:xfrm>
            <a:off x="5949280" y="1419622"/>
            <a:ext cx="1143000" cy="417910"/>
          </p:xfrm>
          <a:graphic>
            <a:graphicData uri="http://schemas.openxmlformats.org/presentationml/2006/ole">
              <mc:AlternateContent xmlns:mc="http://schemas.openxmlformats.org/markup-compatibility/2006">
                <mc:Choice xmlns:v="urn:schemas-microsoft-com:vml" Requires="v">
                  <p:oleObj spid="_x0000_s173073" name="公式" r:id="rId9" imgW="406048" imgH="203024" progId="Equation.3">
                    <p:embed/>
                  </p:oleObj>
                </mc:Choice>
                <mc:Fallback>
                  <p:oleObj name="公式" r:id="rId9" imgW="406048" imgH="203024" progId="Equation.3">
                    <p:embed/>
                    <p:pic>
                      <p:nvPicPr>
                        <p:cNvPr id="1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9280" y="1419622"/>
                          <a:ext cx="1143000" cy="4179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3321915528"/>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r>
              <a:rPr lang="en-US" altLang="zh-CN" smtClean="0"/>
              <a:t> </a:t>
            </a:r>
          </a:p>
        </p:txBody>
      </p:sp>
      <p:sp>
        <p:nvSpPr>
          <p:cNvPr id="66565" name="Rectangle 3" descr="Rectangle: Click to edit Master text styles&#10;Second level&#10;Third level&#10;Fourth level&#10;Fifth level"/>
          <p:cNvSpPr>
            <a:spLocks noGrp="1" noChangeArrowheads="1"/>
          </p:cNvSpPr>
          <p:nvPr>
            <p:ph type="body" idx="1"/>
          </p:nvPr>
        </p:nvSpPr>
        <p:spPr/>
        <p:txBody>
          <a:bodyPr/>
          <a:lstStyle/>
          <a:p>
            <a:pPr marL="0" indent="0" eaLnBrk="1" hangingPunct="1">
              <a:buFont typeface="Wingdings" pitchFamily="2" charset="2"/>
              <a:buNone/>
            </a:pPr>
            <a:r>
              <a:rPr lang="en-US" altLang="zh-CN" dirty="0" smtClean="0"/>
              <a:t> </a:t>
            </a:r>
          </a:p>
        </p:txBody>
      </p:sp>
      <p:sp>
        <p:nvSpPr>
          <p:cNvPr id="66566" name="Rectangle 5"/>
          <p:cNvSpPr>
            <a:spLocks noChangeArrowheads="1"/>
          </p:cNvSpPr>
          <p:nvPr/>
        </p:nvSpPr>
        <p:spPr bwMode="auto">
          <a:xfrm>
            <a:off x="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6562" name="Object 4"/>
          <p:cNvGraphicFramePr>
            <a:graphicFrameLocks noChangeAspect="1"/>
          </p:cNvGraphicFramePr>
          <p:nvPr>
            <p:extLst/>
          </p:nvPr>
        </p:nvGraphicFramePr>
        <p:xfrm>
          <a:off x="1475656" y="939076"/>
          <a:ext cx="5410200" cy="1014413"/>
        </p:xfrm>
        <a:graphic>
          <a:graphicData uri="http://schemas.openxmlformats.org/presentationml/2006/ole">
            <mc:AlternateContent xmlns:mc="http://schemas.openxmlformats.org/markup-compatibility/2006">
              <mc:Choice xmlns:v="urn:schemas-microsoft-com:vml" Requires="v">
                <p:oleObj spid="_x0000_s174088" name="公式" r:id="rId3" imgW="1828800" imgH="457200" progId="Equation.3">
                  <p:embed/>
                </p:oleObj>
              </mc:Choice>
              <mc:Fallback>
                <p:oleObj name="公式" r:id="rId3" imgW="1828800" imgH="457200" progId="Equation.3">
                  <p:embed/>
                  <p:pic>
                    <p:nvPicPr>
                      <p:cNvPr id="6656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939076"/>
                        <a:ext cx="5410200" cy="1014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67" name="Rectangle 7"/>
          <p:cNvSpPr>
            <a:spLocks noChangeArrowheads="1"/>
          </p:cNvSpPr>
          <p:nvPr/>
        </p:nvSpPr>
        <p:spPr bwMode="auto">
          <a:xfrm>
            <a:off x="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66563" name="Object 6"/>
          <p:cNvGraphicFramePr>
            <a:graphicFrameLocks noChangeAspect="1"/>
          </p:cNvGraphicFramePr>
          <p:nvPr/>
        </p:nvGraphicFramePr>
        <p:xfrm>
          <a:off x="1828800" y="2686050"/>
          <a:ext cx="4343400" cy="570310"/>
        </p:xfrm>
        <a:graphic>
          <a:graphicData uri="http://schemas.openxmlformats.org/presentationml/2006/ole">
            <mc:AlternateContent xmlns:mc="http://schemas.openxmlformats.org/markup-compatibility/2006">
              <mc:Choice xmlns:v="urn:schemas-microsoft-com:vml" Requires="v">
                <p:oleObj spid="_x0000_s174089" name="公式" r:id="rId5" imgW="1143000" imgH="203200" progId="Equation.3">
                  <p:embed/>
                </p:oleObj>
              </mc:Choice>
              <mc:Fallback>
                <p:oleObj name="公式" r:id="rId5" imgW="1143000" imgH="203200" progId="Equation.3">
                  <p:embed/>
                  <p:pic>
                    <p:nvPicPr>
                      <p:cNvPr id="66563"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2686050"/>
                        <a:ext cx="4343400" cy="5703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539552" y="1991380"/>
            <a:ext cx="6664004" cy="523220"/>
          </a:xfrm>
          <a:prstGeom prst="rect">
            <a:avLst/>
          </a:prstGeom>
        </p:spPr>
        <p:txBody>
          <a:bodyPr wrap="none">
            <a:spAutoFit/>
          </a:bodyPr>
          <a:lstStyle/>
          <a:p>
            <a:r>
              <a:rPr lang="zh-CN" altLang="en-US" sz="2800" b="1" dirty="0" smtClean="0">
                <a:solidFill>
                  <a:schemeClr val="tx2">
                    <a:lumMod val="50000"/>
                  </a:schemeClr>
                </a:solidFill>
              </a:rPr>
              <a:t>满足</a:t>
            </a:r>
            <a:r>
              <a:rPr lang="zh-CN" altLang="en-US" sz="2800" b="1" dirty="0" smtClean="0">
                <a:solidFill>
                  <a:srgbClr val="FF0000"/>
                </a:solidFill>
              </a:rPr>
              <a:t>边界条件</a:t>
            </a:r>
            <a:r>
              <a:rPr lang="zh-CN" altLang="en-US" sz="2800" b="1" dirty="0" smtClean="0">
                <a:solidFill>
                  <a:schemeClr val="tx2">
                    <a:lumMod val="50000"/>
                  </a:schemeClr>
                </a:solidFill>
              </a:rPr>
              <a:t>（</a:t>
            </a:r>
            <a:r>
              <a:rPr lang="zh-CN" altLang="en-US" sz="2800" b="1" dirty="0">
                <a:solidFill>
                  <a:srgbClr val="FF0000"/>
                </a:solidFill>
              </a:rPr>
              <a:t>分离变量法的前提</a:t>
            </a:r>
            <a:r>
              <a:rPr lang="zh-CN" altLang="en-US" sz="2800" b="1" dirty="0" smtClean="0">
                <a:solidFill>
                  <a:schemeClr val="tx2">
                    <a:lumMod val="50000"/>
                  </a:schemeClr>
                </a:solidFill>
              </a:rPr>
              <a:t>）</a:t>
            </a:r>
            <a:r>
              <a:rPr lang="zh-CN" altLang="en-US" sz="2800" b="1" dirty="0" smtClean="0">
                <a:solidFill>
                  <a:srgbClr val="000000"/>
                </a:solidFill>
              </a:rPr>
              <a:t>，故</a:t>
            </a:r>
            <a:endParaRPr lang="zh-CN" altLang="en-US" sz="2800" b="1" dirty="0">
              <a:solidFill>
                <a:srgbClr val="000000"/>
              </a:solidFill>
            </a:endParaRPr>
          </a:p>
        </p:txBody>
      </p:sp>
    </p:spTree>
    <p:extLst>
      <p:ext uri="{BB962C8B-B14F-4D97-AF65-F5344CB8AC3E}">
        <p14:creationId xmlns:p14="http://schemas.microsoft.com/office/powerpoint/2010/main" val="512223851"/>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en-US" altLang="zh-CN" smtClean="0"/>
              <a:t> </a:t>
            </a:r>
          </a:p>
        </p:txBody>
      </p:sp>
      <p:sp>
        <p:nvSpPr>
          <p:cNvPr id="122883" name="Rectangle 3" descr="Rectangle: Click to edit Master text styles&#10;Second level&#10;Third level&#10;Fourth level&#10;Fifth level"/>
          <p:cNvSpPr>
            <a:spLocks noGrp="1" noChangeArrowheads="1"/>
          </p:cNvSpPr>
          <p:nvPr>
            <p:ph type="body" idx="1"/>
          </p:nvPr>
        </p:nvSpPr>
        <p:spPr>
          <a:xfrm>
            <a:off x="457200" y="361950"/>
            <a:ext cx="4191000" cy="3086100"/>
          </a:xfrm>
        </p:spPr>
        <p:txBody>
          <a:bodyPr/>
          <a:lstStyle/>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例</a:t>
            </a:r>
            <a:r>
              <a:rPr lang="en-US" altLang="zh-CN" dirty="0" smtClean="0">
                <a:latin typeface="宋体" pitchFamily="2" charset="-122"/>
              </a:rPr>
              <a:t>2.12  </a:t>
            </a:r>
            <a:r>
              <a:rPr lang="zh-CN" altLang="en-US" dirty="0" smtClean="0">
                <a:latin typeface="宋体" pitchFamily="2" charset="-122"/>
              </a:rPr>
              <a:t>如图</a:t>
            </a:r>
            <a:r>
              <a:rPr lang="en-US" altLang="zh-CN" dirty="0" smtClean="0">
                <a:latin typeface="宋体" pitchFamily="2" charset="-122"/>
              </a:rPr>
              <a:t>2.19</a:t>
            </a:r>
            <a:r>
              <a:rPr lang="zh-CN" altLang="en-US" dirty="0" smtClean="0">
                <a:latin typeface="宋体" pitchFamily="2" charset="-122"/>
              </a:rPr>
              <a:t>所示，无限长金属槽，两平行侧壁相距为</a:t>
            </a:r>
            <a:r>
              <a:rPr lang="en-US" altLang="zh-CN" i="1" dirty="0" smtClean="0">
                <a:latin typeface="宋体" pitchFamily="2" charset="-122"/>
              </a:rPr>
              <a:t>a</a:t>
            </a:r>
            <a:r>
              <a:rPr lang="zh-CN" altLang="en-US" dirty="0" smtClean="0">
                <a:latin typeface="宋体" pitchFamily="2" charset="-122"/>
              </a:rPr>
              <a:t>，高度向上方无限延伸，两侧壁的电位为零</a:t>
            </a:r>
            <a:r>
              <a:rPr lang="en-US" altLang="zh-CN" dirty="0" smtClean="0">
                <a:latin typeface="宋体" pitchFamily="2" charset="-122"/>
              </a:rPr>
              <a:t>0</a:t>
            </a:r>
            <a:r>
              <a:rPr lang="zh-CN" altLang="en-US" dirty="0" smtClean="0">
                <a:latin typeface="宋体" pitchFamily="2" charset="-122"/>
              </a:rPr>
              <a:t>，槽底的电位为</a:t>
            </a:r>
            <a:r>
              <a:rPr lang="en-US" altLang="zh-CN" i="1" dirty="0" smtClean="0">
                <a:latin typeface="宋体" pitchFamily="2" charset="-122"/>
              </a:rPr>
              <a:t>U</a:t>
            </a:r>
            <a:r>
              <a:rPr lang="zh-CN" altLang="en-US" dirty="0" smtClean="0">
                <a:latin typeface="宋体" pitchFamily="2" charset="-122"/>
              </a:rPr>
              <a:t>。求槽内电位分布。</a:t>
            </a:r>
          </a:p>
        </p:txBody>
      </p:sp>
      <p:graphicFrame>
        <p:nvGraphicFramePr>
          <p:cNvPr id="4" name="Object 3"/>
          <p:cNvGraphicFramePr>
            <a:graphicFrameLocks noChangeAspect="1"/>
          </p:cNvGraphicFramePr>
          <p:nvPr>
            <p:extLst/>
          </p:nvPr>
        </p:nvGraphicFramePr>
        <p:xfrm>
          <a:off x="4855633" y="438150"/>
          <a:ext cx="3907367" cy="3962400"/>
        </p:xfrm>
        <a:graphic>
          <a:graphicData uri="http://schemas.openxmlformats.org/presentationml/2006/ole">
            <mc:AlternateContent xmlns:mc="http://schemas.openxmlformats.org/markup-compatibility/2006">
              <mc:Choice xmlns:v="urn:schemas-microsoft-com:vml" Requires="v">
                <p:oleObj spid="_x0000_s179205" r:id="rId3" imgW="7200000" imgH="9733333" progId="">
                  <p:embed/>
                </p:oleObj>
              </mc:Choice>
              <mc:Fallback>
                <p:oleObj r:id="rId3" imgW="7200000" imgH="9733333" progId="">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5633" y="438150"/>
                        <a:ext cx="3907367" cy="3962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6"/>
          <p:cNvSpPr>
            <a:spLocks noChangeArrowheads="1"/>
          </p:cNvSpPr>
          <p:nvPr/>
        </p:nvSpPr>
        <p:spPr bwMode="auto">
          <a:xfrm>
            <a:off x="5327099" y="4472285"/>
            <a:ext cx="29787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r>
              <a:rPr lang="en-US" altLang="zh-CN" sz="2400" b="1">
                <a:solidFill>
                  <a:srgbClr val="000000"/>
                </a:solidFill>
                <a:latin typeface="宋体" pitchFamily="2" charset="-122"/>
              </a:rPr>
              <a:t>  </a:t>
            </a:r>
            <a:r>
              <a:rPr lang="zh-CN" altLang="en-US" sz="2400" b="1">
                <a:solidFill>
                  <a:srgbClr val="000000"/>
                </a:solidFill>
                <a:latin typeface="宋体" pitchFamily="2" charset="-122"/>
              </a:rPr>
              <a:t>图</a:t>
            </a:r>
            <a:r>
              <a:rPr lang="en-US" altLang="zh-CN" sz="2400" b="1">
                <a:solidFill>
                  <a:srgbClr val="000000"/>
                </a:solidFill>
                <a:latin typeface="宋体" pitchFamily="2" charset="-122"/>
              </a:rPr>
              <a:t>2.19  </a:t>
            </a:r>
            <a:r>
              <a:rPr lang="zh-CN" altLang="en-US" sz="2400" b="1">
                <a:solidFill>
                  <a:srgbClr val="000000"/>
                </a:solidFill>
                <a:latin typeface="宋体" pitchFamily="2" charset="-122"/>
              </a:rPr>
              <a:t>例</a:t>
            </a:r>
            <a:r>
              <a:rPr lang="en-US" altLang="zh-CN" sz="2400" b="1">
                <a:solidFill>
                  <a:srgbClr val="000000"/>
                </a:solidFill>
                <a:latin typeface="宋体" pitchFamily="2" charset="-122"/>
              </a:rPr>
              <a:t>2.12</a:t>
            </a:r>
            <a:r>
              <a:rPr lang="zh-CN" altLang="en-US" sz="2400" b="1">
                <a:solidFill>
                  <a:srgbClr val="000000"/>
                </a:solidFill>
                <a:latin typeface="宋体" pitchFamily="2" charset="-122"/>
              </a:rPr>
              <a:t>图</a:t>
            </a:r>
          </a:p>
        </p:txBody>
      </p:sp>
    </p:spTree>
    <p:extLst>
      <p:ext uri="{BB962C8B-B14F-4D97-AF65-F5344CB8AC3E}">
        <p14:creationId xmlns:p14="http://schemas.microsoft.com/office/powerpoint/2010/main" val="1513820199"/>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r>
              <a:rPr lang="en-US" altLang="zh-CN" smtClean="0"/>
              <a:t> </a:t>
            </a:r>
          </a:p>
        </p:txBody>
      </p:sp>
      <p:sp>
        <p:nvSpPr>
          <p:cNvPr id="72708" name="Rectangle 3" descr="Rectangle: Click to edit Master text styles&#10;Second level&#10;Third level&#10;Fourth level&#10;Fifth level"/>
          <p:cNvSpPr>
            <a:spLocks noGrp="1" noChangeArrowheads="1"/>
          </p:cNvSpPr>
          <p:nvPr>
            <p:ph type="body" idx="1"/>
          </p:nvPr>
        </p:nvSpPr>
        <p:spPr>
          <a:xfrm>
            <a:off x="323528" y="555526"/>
            <a:ext cx="7704856" cy="4104456"/>
          </a:xfrm>
        </p:spPr>
        <p:txBody>
          <a:bodyPr/>
          <a:lstStyle/>
          <a:p>
            <a:pPr marL="952500" lvl="1" indent="-762000" eaLnBrk="1" hangingPunct="1">
              <a:lnSpc>
                <a:spcPct val="90000"/>
              </a:lnSpc>
              <a:buFont typeface="Wingdings" pitchFamily="2" charset="2"/>
              <a:buNone/>
            </a:pPr>
            <a:r>
              <a:rPr lang="en-US" altLang="zh-CN" sz="3600" dirty="0" smtClean="0">
                <a:latin typeface="隶书" pitchFamily="49" charset="-122"/>
              </a:rPr>
              <a:t>   2.2.6  </a:t>
            </a:r>
            <a:r>
              <a:rPr lang="zh-CN" altLang="en-US" sz="3600" dirty="0" smtClean="0">
                <a:latin typeface="隶书" pitchFamily="49" charset="-122"/>
              </a:rPr>
              <a:t>镜像法</a:t>
            </a:r>
          </a:p>
          <a:p>
            <a:pPr marL="609600" indent="-609600" eaLnBrk="1" hangingPunct="1">
              <a:lnSpc>
                <a:spcPct val="90000"/>
              </a:lnSpc>
              <a:buFont typeface="Wingdings" pitchFamily="2" charset="2"/>
              <a:buNone/>
            </a:pPr>
            <a:r>
              <a:rPr lang="zh-CN" altLang="en-US" sz="2800" dirty="0" smtClean="0">
                <a:latin typeface="宋体" pitchFamily="2" charset="-122"/>
              </a:rPr>
              <a:t>    </a:t>
            </a:r>
            <a:endParaRPr lang="en-US" altLang="zh-CN" sz="2800" dirty="0" smtClean="0">
              <a:latin typeface="宋体" pitchFamily="2" charset="-122"/>
            </a:endParaRPr>
          </a:p>
          <a:p>
            <a:pPr marL="609600" indent="-609600" eaLnBrk="1" hangingPunct="1">
              <a:lnSpc>
                <a:spcPct val="90000"/>
              </a:lnSpc>
              <a:buFont typeface="Wingdings" pitchFamily="2" charset="2"/>
              <a:buNone/>
            </a:pPr>
            <a:endParaRPr lang="zh-CN" altLang="en-US" sz="2800" dirty="0" smtClean="0">
              <a:latin typeface="宋体" pitchFamily="2" charset="-122"/>
            </a:endParaRPr>
          </a:p>
          <a:p>
            <a:pPr marL="36000" indent="-609600" eaLnBrk="1" hangingPunct="1">
              <a:lnSpc>
                <a:spcPct val="90000"/>
              </a:lnSpc>
              <a:buNone/>
            </a:pPr>
            <a:r>
              <a:rPr lang="zh-CN" altLang="en-US" sz="2800" dirty="0" smtClean="0">
                <a:latin typeface="宋体" pitchFamily="2" charset="-122"/>
              </a:rPr>
              <a:t>     </a:t>
            </a:r>
            <a:r>
              <a:rPr lang="zh-CN" altLang="en-US" dirty="0" smtClean="0">
                <a:latin typeface="宋体" pitchFamily="2" charset="-122"/>
              </a:rPr>
              <a:t>如图</a:t>
            </a:r>
            <a:r>
              <a:rPr lang="en-US" altLang="zh-CN" dirty="0" smtClean="0">
                <a:latin typeface="宋体" pitchFamily="2" charset="-122"/>
              </a:rPr>
              <a:t>2.20</a:t>
            </a:r>
            <a:r>
              <a:rPr lang="zh-CN" altLang="en-US" dirty="0" smtClean="0">
                <a:latin typeface="宋体" pitchFamily="2" charset="-122"/>
              </a:rPr>
              <a:t>所示，在无限大导体平面（    ）的上半空间，放一点电荷</a:t>
            </a:r>
            <a:r>
              <a:rPr lang="en-US" altLang="zh-CN" i="1" dirty="0" smtClean="0">
                <a:latin typeface="宋体" pitchFamily="2" charset="-122"/>
              </a:rPr>
              <a:t>q</a:t>
            </a:r>
            <a:r>
              <a:rPr lang="zh-CN" altLang="en-US" dirty="0" smtClean="0">
                <a:latin typeface="宋体" pitchFamily="2" charset="-122"/>
              </a:rPr>
              <a:t>。计算上半空间观察点的电位和导体表面的感应电荷。</a:t>
            </a:r>
            <a:endParaRPr lang="en-US" altLang="zh-CN" dirty="0" smtClean="0">
              <a:latin typeface="宋体" pitchFamily="2" charset="-122"/>
            </a:endParaRPr>
          </a:p>
        </p:txBody>
      </p:sp>
      <p:sp>
        <p:nvSpPr>
          <p:cNvPr id="72709" name="Rectangle 5"/>
          <p:cNvSpPr>
            <a:spLocks noChangeArrowheads="1"/>
          </p:cNvSpPr>
          <p:nvPr/>
        </p:nvSpPr>
        <p:spPr bwMode="auto">
          <a:xfrm>
            <a:off x="0" y="23192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2706" name="Object 4"/>
          <p:cNvGraphicFramePr>
            <a:graphicFrameLocks noChangeAspect="1"/>
          </p:cNvGraphicFramePr>
          <p:nvPr>
            <p:extLst/>
          </p:nvPr>
        </p:nvGraphicFramePr>
        <p:xfrm>
          <a:off x="827584" y="2571750"/>
          <a:ext cx="838200" cy="322660"/>
        </p:xfrm>
        <a:graphic>
          <a:graphicData uri="http://schemas.openxmlformats.org/presentationml/2006/ole">
            <mc:AlternateContent xmlns:mc="http://schemas.openxmlformats.org/markup-compatibility/2006">
              <mc:Choice xmlns:v="urn:schemas-microsoft-com:vml" Requires="v">
                <p:oleObj spid="_x0000_s182277" name="公式" r:id="rId3" imgW="355138" imgH="177569" progId="Equation.3">
                  <p:embed/>
                </p:oleObj>
              </mc:Choice>
              <mc:Fallback>
                <p:oleObj name="公式" r:id="rId3" imgW="355138" imgH="177569" progId="Equation.3">
                  <p:embed/>
                  <p:pic>
                    <p:nvPicPr>
                      <p:cNvPr id="7270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2571750"/>
                        <a:ext cx="838200" cy="3226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图片 1"/>
          <p:cNvPicPr>
            <a:picLocks noChangeAspect="1"/>
          </p:cNvPicPr>
          <p:nvPr/>
        </p:nvPicPr>
        <p:blipFill>
          <a:blip r:embed="rId5"/>
          <a:stretch>
            <a:fillRect/>
          </a:stretch>
        </p:blipFill>
        <p:spPr>
          <a:xfrm>
            <a:off x="4716016" y="438249"/>
            <a:ext cx="4229100" cy="1676400"/>
          </a:xfrm>
          <a:prstGeom prst="rect">
            <a:avLst/>
          </a:prstGeom>
        </p:spPr>
      </p:pic>
      <p:sp>
        <p:nvSpPr>
          <p:cNvPr id="4" name="矩形 3"/>
          <p:cNvSpPr/>
          <p:nvPr/>
        </p:nvSpPr>
        <p:spPr>
          <a:xfrm>
            <a:off x="361797" y="3939902"/>
            <a:ext cx="8020203" cy="978729"/>
          </a:xfrm>
          <a:prstGeom prst="rect">
            <a:avLst/>
          </a:prstGeom>
        </p:spPr>
        <p:txBody>
          <a:bodyPr wrap="square">
            <a:spAutoFit/>
          </a:bodyPr>
          <a:lstStyle/>
          <a:p>
            <a:pPr marL="36000" lvl="0" indent="-609600" eaLnBrk="1" hangingPunct="1">
              <a:lnSpc>
                <a:spcPct val="90000"/>
              </a:lnSpc>
              <a:spcBef>
                <a:spcPct val="20000"/>
              </a:spcBef>
              <a:buClr>
                <a:srgbClr val="A50021"/>
              </a:buClr>
              <a:buSzPct val="75000"/>
            </a:pPr>
            <a:r>
              <a:rPr lang="zh-CN" altLang="en-US" sz="3200" b="1" dirty="0" smtClean="0">
                <a:solidFill>
                  <a:srgbClr val="000000"/>
                </a:solidFill>
                <a:latin typeface="宋体" pitchFamily="2" charset="-122"/>
                <a:ea typeface="宋体"/>
              </a:rPr>
              <a:t>由于</a:t>
            </a:r>
            <a:r>
              <a:rPr lang="zh-CN" altLang="en-US" sz="3200" b="1" dirty="0">
                <a:solidFill>
                  <a:srgbClr val="000000"/>
                </a:solidFill>
                <a:latin typeface="宋体" pitchFamily="2" charset="-122"/>
                <a:ea typeface="宋体"/>
              </a:rPr>
              <a:t>导体表面上分布有感应电荷，故不能直接用无界空间点电荷的电位公式来计算</a:t>
            </a:r>
          </a:p>
        </p:txBody>
      </p:sp>
    </p:spTree>
    <p:extLst>
      <p:ext uri="{BB962C8B-B14F-4D97-AF65-F5344CB8AC3E}">
        <p14:creationId xmlns:p14="http://schemas.microsoft.com/office/powerpoint/2010/main" val="1418086975"/>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eaLnBrk="1" hangingPunct="1"/>
            <a:r>
              <a:rPr lang="en-US" altLang="zh-CN" smtClean="0"/>
              <a:t> </a:t>
            </a:r>
          </a:p>
        </p:txBody>
      </p:sp>
      <p:sp>
        <p:nvSpPr>
          <p:cNvPr id="123907" name="Rectangle 3" descr="Rectangle: Click to edit Master text styles&#10;Second level&#10;Third level&#10;Fourth level&#10;Fifth level"/>
          <p:cNvSpPr>
            <a:spLocks noGrp="1" noChangeArrowheads="1"/>
          </p:cNvSpPr>
          <p:nvPr>
            <p:ph type="body" idx="1"/>
          </p:nvPr>
        </p:nvSpPr>
        <p:spPr>
          <a:xfrm>
            <a:off x="179512" y="339502"/>
            <a:ext cx="4606280" cy="3086100"/>
          </a:xfrm>
        </p:spPr>
        <p:txBody>
          <a:bodyPr/>
          <a:lstStyle/>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如果用点电荷</a:t>
            </a:r>
            <a:r>
              <a:rPr lang="en-US" altLang="zh-CN" dirty="0" smtClean="0">
                <a:latin typeface="宋体" pitchFamily="2" charset="-122"/>
              </a:rPr>
              <a:t>-</a:t>
            </a:r>
            <a:r>
              <a:rPr lang="en-US" altLang="zh-CN" i="1" dirty="0" smtClean="0">
                <a:latin typeface="宋体" pitchFamily="2" charset="-122"/>
              </a:rPr>
              <a:t>q</a:t>
            </a:r>
            <a:r>
              <a:rPr lang="zh-CN" altLang="en-US" dirty="0" smtClean="0">
                <a:latin typeface="宋体" pitchFamily="2" charset="-122"/>
              </a:rPr>
              <a:t>来代替导体表面上的感应电荷，并把它放在原电荷的镜像位置上，同时移去导体，则上半空间的电力线没有改变，此时两点电荷在观察点产生的电位就是原问题的解。 </a:t>
            </a:r>
          </a:p>
          <a:p>
            <a:pPr marL="0" indent="0" eaLnBrk="1" hangingPunct="1">
              <a:buFont typeface="Wingdings" pitchFamily="2" charset="2"/>
              <a:buNone/>
            </a:pPr>
            <a:endParaRPr lang="en-US" altLang="zh-CN" dirty="0" smtClean="0">
              <a:latin typeface="宋体" pitchFamily="2" charset="-122"/>
            </a:endParaRPr>
          </a:p>
        </p:txBody>
      </p:sp>
      <p:sp>
        <p:nvSpPr>
          <p:cNvPr id="3" name="矩形标注 2"/>
          <p:cNvSpPr/>
          <p:nvPr/>
        </p:nvSpPr>
        <p:spPr>
          <a:xfrm>
            <a:off x="4495800" y="339502"/>
            <a:ext cx="3244552" cy="1181286"/>
          </a:xfrm>
          <a:prstGeom prst="wedgeRectCallout">
            <a:avLst>
              <a:gd name="adj1" fmla="val -53972"/>
              <a:gd name="adj2" fmla="val 3352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rgbClr val="FF0066"/>
                </a:solidFill>
              </a:rPr>
              <a:t>等效</a:t>
            </a:r>
            <a:r>
              <a:rPr lang="zh-CN" altLang="en-US" sz="3200" b="1" dirty="0" smtClean="0">
                <a:solidFill>
                  <a:srgbClr val="FF0066"/>
                </a:solidFill>
              </a:rPr>
              <a:t>替换</a:t>
            </a:r>
            <a:endParaRPr lang="en-US" altLang="zh-CN" sz="3200" b="1" dirty="0" smtClean="0">
              <a:solidFill>
                <a:srgbClr val="FF0066"/>
              </a:solidFill>
            </a:endParaRPr>
          </a:p>
          <a:p>
            <a:pPr algn="ctr"/>
            <a:r>
              <a:rPr lang="zh-CN" altLang="en-US" sz="3200" b="1" dirty="0" smtClean="0">
                <a:solidFill>
                  <a:srgbClr val="FF0066"/>
                </a:solidFill>
              </a:rPr>
              <a:t>（场的唯一性）</a:t>
            </a:r>
            <a:endParaRPr lang="zh-CN" altLang="en-US" sz="3200" b="1" dirty="0">
              <a:solidFill>
                <a:srgbClr val="FF0066"/>
              </a:solidFill>
            </a:endParaRPr>
          </a:p>
        </p:txBody>
      </p:sp>
      <p:graphicFrame>
        <p:nvGraphicFramePr>
          <p:cNvPr id="5" name="Object 3"/>
          <p:cNvGraphicFramePr>
            <a:graphicFrameLocks noChangeAspect="1"/>
          </p:cNvGraphicFramePr>
          <p:nvPr>
            <p:extLst/>
          </p:nvPr>
        </p:nvGraphicFramePr>
        <p:xfrm>
          <a:off x="4644008" y="1707654"/>
          <a:ext cx="3390791" cy="2435956"/>
        </p:xfrm>
        <a:graphic>
          <a:graphicData uri="http://schemas.openxmlformats.org/presentationml/2006/ole">
            <mc:AlternateContent xmlns:mc="http://schemas.openxmlformats.org/markup-compatibility/2006">
              <mc:Choice xmlns:v="urn:schemas-microsoft-com:vml" Requires="v">
                <p:oleObj spid="_x0000_s183301" r:id="rId3" imgW="15542857" imgH="14885714" progId="">
                  <p:embed/>
                </p:oleObj>
              </mc:Choice>
              <mc:Fallback>
                <p:oleObj r:id="rId3" imgW="15542857" imgH="14885714" progId="">
                  <p:embed/>
                  <p:pic>
                    <p:nvPicPr>
                      <p:cNvPr id="5"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4008" y="1707654"/>
                        <a:ext cx="3390791" cy="2435956"/>
                      </a:xfrm>
                      <a:prstGeom prst="rect">
                        <a:avLst/>
                      </a:prstGeom>
                      <a:noFill/>
                      <a:extLst/>
                    </p:spPr>
                  </p:pic>
                </p:oleObj>
              </mc:Fallback>
            </mc:AlternateContent>
          </a:graphicData>
        </a:graphic>
      </p:graphicFrame>
      <p:sp>
        <p:nvSpPr>
          <p:cNvPr id="6" name="Rectangle 6"/>
          <p:cNvSpPr>
            <a:spLocks noChangeArrowheads="1"/>
          </p:cNvSpPr>
          <p:nvPr/>
        </p:nvSpPr>
        <p:spPr bwMode="auto">
          <a:xfrm>
            <a:off x="4644008" y="4155926"/>
            <a:ext cx="424847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gn="ctr" eaLnBrk="1" hangingPunct="1"/>
            <a:r>
              <a:rPr lang="zh-CN" altLang="en-US" sz="2400" b="1" dirty="0">
                <a:solidFill>
                  <a:srgbClr val="000000"/>
                </a:solidFill>
                <a:latin typeface="宋体" pitchFamily="2" charset="-122"/>
              </a:rPr>
              <a:t>图</a:t>
            </a:r>
            <a:r>
              <a:rPr lang="en-US" altLang="zh-CN" sz="2400" b="1" dirty="0">
                <a:solidFill>
                  <a:srgbClr val="000000"/>
                </a:solidFill>
                <a:latin typeface="宋体" pitchFamily="2" charset="-122"/>
              </a:rPr>
              <a:t>2.20  </a:t>
            </a:r>
            <a:r>
              <a:rPr lang="zh-CN" altLang="en-US" sz="2400" b="1" dirty="0">
                <a:solidFill>
                  <a:srgbClr val="000000"/>
                </a:solidFill>
                <a:latin typeface="宋体" pitchFamily="2" charset="-122"/>
              </a:rPr>
              <a:t>点电荷对无限大导体平面的镜像法</a:t>
            </a:r>
          </a:p>
        </p:txBody>
      </p:sp>
    </p:spTree>
    <p:extLst>
      <p:ext uri="{BB962C8B-B14F-4D97-AF65-F5344CB8AC3E}">
        <p14:creationId xmlns:p14="http://schemas.microsoft.com/office/powerpoint/2010/main" val="495498683"/>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eaLnBrk="1" hangingPunct="1"/>
            <a:r>
              <a:rPr lang="en-US" altLang="zh-CN" smtClean="0"/>
              <a:t> </a:t>
            </a:r>
          </a:p>
        </p:txBody>
      </p:sp>
      <p:sp>
        <p:nvSpPr>
          <p:cNvPr id="74757" name="Rectangle 3" descr="Rectangle: Click to edit Master text styles&#10;Second level&#10;Third level&#10;Fourth level&#10;Fifth level"/>
          <p:cNvSpPr>
            <a:spLocks noGrp="1" noChangeArrowheads="1"/>
          </p:cNvSpPr>
          <p:nvPr>
            <p:ph type="body" idx="1"/>
          </p:nvPr>
        </p:nvSpPr>
        <p:spPr>
          <a:xfrm>
            <a:off x="824132" y="842963"/>
            <a:ext cx="7772400" cy="3086100"/>
          </a:xfrm>
        </p:spPr>
        <p:txBody>
          <a:bodyPr/>
          <a:lstStyle/>
          <a:p>
            <a:pPr marL="0" indent="0" algn="r" eaLnBrk="1" hangingPunct="1">
              <a:buFont typeface="Wingdings" pitchFamily="2" charset="2"/>
              <a:buNone/>
            </a:pPr>
            <a:r>
              <a:rPr lang="en-US" altLang="zh-CN" dirty="0" smtClean="0"/>
              <a:t> </a:t>
            </a:r>
            <a:r>
              <a:rPr lang="en-US" altLang="zh-CN" dirty="0" smtClean="0">
                <a:latin typeface="宋体" pitchFamily="2" charset="-122"/>
              </a:rPr>
              <a:t>(2.94)</a:t>
            </a:r>
          </a:p>
          <a:p>
            <a:pPr marL="0" indent="0" eaLnBrk="1" hangingPunct="1">
              <a:buFont typeface="Wingdings" pitchFamily="2" charset="2"/>
              <a:buNone/>
            </a:pPr>
            <a:endParaRPr lang="en-US" altLang="zh-CN" dirty="0" smtClean="0">
              <a:latin typeface="宋体" pitchFamily="2" charset="-122"/>
            </a:endParaRPr>
          </a:p>
          <a:p>
            <a:pPr marL="0" indent="0" eaLnBrk="1" hangingPunct="1">
              <a:buFont typeface="Wingdings" pitchFamily="2" charset="2"/>
              <a:buNone/>
            </a:pPr>
            <a:endParaRPr lang="en-US" altLang="zh-CN" dirty="0" smtClean="0">
              <a:latin typeface="宋体" pitchFamily="2" charset="-122"/>
            </a:endParaRPr>
          </a:p>
          <a:p>
            <a:pPr marL="0" indent="0" eaLnBrk="1" hangingPunct="1">
              <a:buFont typeface="Wingdings" pitchFamily="2" charset="2"/>
              <a:buNone/>
            </a:pPr>
            <a:endParaRPr lang="en-US" altLang="zh-CN" dirty="0" smtClean="0">
              <a:latin typeface="宋体" pitchFamily="2" charset="-122"/>
            </a:endParaRPr>
          </a:p>
          <a:p>
            <a:pPr marL="0" indent="0" algn="r" eaLnBrk="1" hangingPunct="1">
              <a:buFont typeface="Wingdings" pitchFamily="2" charset="2"/>
              <a:buNone/>
            </a:pPr>
            <a:r>
              <a:rPr lang="en-US" altLang="zh-CN" dirty="0" smtClean="0">
                <a:latin typeface="宋体" pitchFamily="2" charset="-122"/>
              </a:rPr>
              <a:t>(2.95)</a:t>
            </a:r>
          </a:p>
        </p:txBody>
      </p:sp>
      <p:sp>
        <p:nvSpPr>
          <p:cNvPr id="74758" name="Rectangle 5"/>
          <p:cNvSpPr>
            <a:spLocks noChangeArrowheads="1"/>
          </p:cNvSpPr>
          <p:nvPr/>
        </p:nvSpPr>
        <p:spPr bwMode="auto">
          <a:xfrm>
            <a:off x="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4754" name="Object 4"/>
          <p:cNvGraphicFramePr>
            <a:graphicFrameLocks noChangeAspect="1"/>
          </p:cNvGraphicFramePr>
          <p:nvPr>
            <p:extLst/>
          </p:nvPr>
        </p:nvGraphicFramePr>
        <p:xfrm>
          <a:off x="403808" y="61912"/>
          <a:ext cx="7725686" cy="2047875"/>
        </p:xfrm>
        <a:graphic>
          <a:graphicData uri="http://schemas.openxmlformats.org/presentationml/2006/ole">
            <mc:AlternateContent xmlns:mc="http://schemas.openxmlformats.org/markup-compatibility/2006">
              <mc:Choice xmlns:v="urn:schemas-microsoft-com:vml" Requires="v">
                <p:oleObj spid="_x0000_s184334" name="公式" r:id="rId3" imgW="4038480" imgH="990360" progId="Equation.3">
                  <p:embed/>
                </p:oleObj>
              </mc:Choice>
              <mc:Fallback>
                <p:oleObj name="公式" r:id="rId3" imgW="4038480" imgH="990360" progId="Equation.3">
                  <p:embed/>
                  <p:pic>
                    <p:nvPicPr>
                      <p:cNvPr id="74754" name="Object 4"/>
                      <p:cNvPicPr>
                        <a:picLocks noChangeAspect="1" noChangeArrowheads="1"/>
                      </p:cNvPicPr>
                      <p:nvPr/>
                    </p:nvPicPr>
                    <p:blipFill>
                      <a:blip r:embed="rId4"/>
                      <a:srcRect/>
                      <a:stretch>
                        <a:fillRect/>
                      </a:stretch>
                    </p:blipFill>
                    <p:spPr bwMode="auto">
                      <a:xfrm>
                        <a:off x="403808" y="61912"/>
                        <a:ext cx="7725686" cy="2047875"/>
                      </a:xfrm>
                      <a:prstGeom prst="rect">
                        <a:avLst/>
                      </a:prstGeom>
                      <a:noFill/>
                      <a:extLst/>
                    </p:spPr>
                  </p:pic>
                </p:oleObj>
              </mc:Fallback>
            </mc:AlternateContent>
          </a:graphicData>
        </a:graphic>
      </p:graphicFrame>
      <p:sp>
        <p:nvSpPr>
          <p:cNvPr id="74759" name="Rectangle 7"/>
          <p:cNvSpPr>
            <a:spLocks noChangeArrowheads="1"/>
          </p:cNvSpPr>
          <p:nvPr/>
        </p:nvSpPr>
        <p:spPr bwMode="auto">
          <a:xfrm>
            <a:off x="0" y="22013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4755" name="Object 6"/>
          <p:cNvGraphicFramePr>
            <a:graphicFrameLocks noChangeAspect="1"/>
          </p:cNvGraphicFramePr>
          <p:nvPr>
            <p:extLst/>
          </p:nvPr>
        </p:nvGraphicFramePr>
        <p:xfrm>
          <a:off x="824132" y="2485307"/>
          <a:ext cx="1525587" cy="481012"/>
        </p:xfrm>
        <a:graphic>
          <a:graphicData uri="http://schemas.openxmlformats.org/presentationml/2006/ole">
            <mc:AlternateContent xmlns:mc="http://schemas.openxmlformats.org/markup-compatibility/2006">
              <mc:Choice xmlns:v="urn:schemas-microsoft-com:vml" Requires="v">
                <p:oleObj spid="_x0000_s184335" name="公式" r:id="rId5" imgW="927000" imgH="228600" progId="Equation.3">
                  <p:embed/>
                </p:oleObj>
              </mc:Choice>
              <mc:Fallback>
                <p:oleObj name="公式" r:id="rId5" imgW="927000" imgH="228600" progId="Equation.3">
                  <p:embed/>
                  <p:pic>
                    <p:nvPicPr>
                      <p:cNvPr id="74755" name="Object 6"/>
                      <p:cNvPicPr>
                        <a:picLocks noChangeAspect="1" noChangeArrowheads="1"/>
                      </p:cNvPicPr>
                      <p:nvPr/>
                    </p:nvPicPr>
                    <p:blipFill>
                      <a:blip r:embed="rId6"/>
                      <a:srcRect/>
                      <a:stretch>
                        <a:fillRect/>
                      </a:stretch>
                    </p:blipFill>
                    <p:spPr bwMode="auto">
                      <a:xfrm>
                        <a:off x="824132" y="2485307"/>
                        <a:ext cx="1525587" cy="481012"/>
                      </a:xfrm>
                      <a:prstGeom prst="rect">
                        <a:avLst/>
                      </a:prstGeom>
                      <a:noFill/>
                      <a:extLst/>
                    </p:spPr>
                  </p:pic>
                </p:oleObj>
              </mc:Fallback>
            </mc:AlternateContent>
          </a:graphicData>
        </a:graphic>
      </p:graphicFrame>
      <p:graphicFrame>
        <p:nvGraphicFramePr>
          <p:cNvPr id="2" name="对象 1"/>
          <p:cNvGraphicFramePr>
            <a:graphicFrameLocks noChangeAspect="1"/>
          </p:cNvGraphicFramePr>
          <p:nvPr>
            <p:extLst/>
          </p:nvPr>
        </p:nvGraphicFramePr>
        <p:xfrm>
          <a:off x="3203848" y="2567799"/>
          <a:ext cx="849047" cy="382071"/>
        </p:xfrm>
        <a:graphic>
          <a:graphicData uri="http://schemas.openxmlformats.org/presentationml/2006/ole">
            <mc:AlternateContent xmlns:mc="http://schemas.openxmlformats.org/markup-compatibility/2006">
              <mc:Choice xmlns:v="urn:schemas-microsoft-com:vml" Requires="v">
                <p:oleObj spid="_x0000_s184336" name="公式" r:id="rId7" imgW="507960" imgH="228600" progId="Equation.3">
                  <p:embed/>
                </p:oleObj>
              </mc:Choice>
              <mc:Fallback>
                <p:oleObj name="公式" r:id="rId7" imgW="507960" imgH="228600" progId="Equation.3">
                  <p:embed/>
                  <p:pic>
                    <p:nvPicPr>
                      <p:cNvPr id="2" name="对象 1"/>
                      <p:cNvPicPr/>
                      <p:nvPr/>
                    </p:nvPicPr>
                    <p:blipFill>
                      <a:blip r:embed="rId8"/>
                      <a:stretch>
                        <a:fillRect/>
                      </a:stretch>
                    </p:blipFill>
                    <p:spPr>
                      <a:xfrm>
                        <a:off x="3203848" y="2567799"/>
                        <a:ext cx="849047" cy="382071"/>
                      </a:xfrm>
                      <a:prstGeom prst="rect">
                        <a:avLst/>
                      </a:prstGeom>
                      <a:solidFill>
                        <a:schemeClr val="tx2">
                          <a:lumMod val="20000"/>
                          <a:lumOff val="80000"/>
                        </a:schemeClr>
                      </a:solidFill>
                    </p:spPr>
                  </p:pic>
                </p:oleObj>
              </mc:Fallback>
            </mc:AlternateContent>
          </a:graphicData>
        </a:graphic>
      </p:graphicFrame>
      <p:graphicFrame>
        <p:nvGraphicFramePr>
          <p:cNvPr id="3" name="对象 2"/>
          <p:cNvGraphicFramePr>
            <a:graphicFrameLocks noChangeAspect="1"/>
          </p:cNvGraphicFramePr>
          <p:nvPr>
            <p:extLst/>
          </p:nvPr>
        </p:nvGraphicFramePr>
        <p:xfrm>
          <a:off x="838026" y="3075806"/>
          <a:ext cx="2751464" cy="1584176"/>
        </p:xfrm>
        <a:graphic>
          <a:graphicData uri="http://schemas.openxmlformats.org/presentationml/2006/ole">
            <mc:AlternateContent xmlns:mc="http://schemas.openxmlformats.org/markup-compatibility/2006">
              <mc:Choice xmlns:v="urn:schemas-microsoft-com:vml" Requires="v">
                <p:oleObj spid="_x0000_s184337" name="公式" r:id="rId9" imgW="1676160" imgH="965160" progId="Equation.3">
                  <p:embed/>
                </p:oleObj>
              </mc:Choice>
              <mc:Fallback>
                <p:oleObj name="公式" r:id="rId9" imgW="1676160" imgH="965160" progId="Equation.3">
                  <p:embed/>
                  <p:pic>
                    <p:nvPicPr>
                      <p:cNvPr id="3" name="对象 2"/>
                      <p:cNvPicPr/>
                      <p:nvPr/>
                    </p:nvPicPr>
                    <p:blipFill>
                      <a:blip r:embed="rId10"/>
                      <a:stretch>
                        <a:fillRect/>
                      </a:stretch>
                    </p:blipFill>
                    <p:spPr>
                      <a:xfrm>
                        <a:off x="838026" y="3075806"/>
                        <a:ext cx="2751464" cy="1584176"/>
                      </a:xfrm>
                      <a:prstGeom prst="rect">
                        <a:avLst/>
                      </a:prstGeom>
                    </p:spPr>
                  </p:pic>
                </p:oleObj>
              </mc:Fallback>
            </mc:AlternateContent>
          </a:graphicData>
        </a:graphic>
      </p:graphicFrame>
    </p:spTree>
    <p:extLst>
      <p:ext uri="{BB962C8B-B14F-4D97-AF65-F5344CB8AC3E}">
        <p14:creationId xmlns:p14="http://schemas.microsoft.com/office/powerpoint/2010/main" val="2434508047"/>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pPr eaLnBrk="1" hangingPunct="1">
              <a:defRPr/>
            </a:pPr>
            <a:r>
              <a:rPr lang="en-US" altLang="zh-CN" dirty="0" smtClean="0"/>
              <a:t>  </a:t>
            </a:r>
            <a:endParaRPr lang="zh-CN" altLang="en-US" dirty="0" smtClean="0"/>
          </a:p>
        </p:txBody>
      </p:sp>
      <p:sp>
        <p:nvSpPr>
          <p:cNvPr id="75780" name="Rectangle 3" descr="Rectangle: Click to edit Master text styles&#10;Second level&#10;Third level&#10;Fourth level&#10;Fifth level"/>
          <p:cNvSpPr>
            <a:spLocks noGrp="1" noChangeArrowheads="1"/>
          </p:cNvSpPr>
          <p:nvPr>
            <p:ph type="body" idx="1"/>
          </p:nvPr>
        </p:nvSpPr>
        <p:spPr>
          <a:xfrm>
            <a:off x="457200" y="361950"/>
            <a:ext cx="8153400" cy="3086100"/>
          </a:xfrm>
        </p:spPr>
        <p:txBody>
          <a:bodyPr/>
          <a:lstStyle/>
          <a:p>
            <a:pPr lvl="1" indent="0" eaLnBrk="1" hangingPunct="1">
              <a:buFont typeface="Wingdings" pitchFamily="2" charset="2"/>
              <a:buNone/>
            </a:pPr>
            <a:r>
              <a:rPr lang="en-US" altLang="zh-CN" dirty="0" smtClean="0">
                <a:latin typeface="隶书" pitchFamily="49" charset="-122"/>
              </a:rPr>
              <a:t>   2.3.1  </a:t>
            </a:r>
            <a:r>
              <a:rPr lang="zh-CN" altLang="en-US" dirty="0" smtClean="0">
                <a:solidFill>
                  <a:schemeClr val="tx2">
                    <a:lumMod val="40000"/>
                    <a:lumOff val="60000"/>
                  </a:schemeClr>
                </a:solidFill>
                <a:latin typeface="隶书" pitchFamily="49" charset="-122"/>
              </a:rPr>
              <a:t>恒定电场</a:t>
            </a:r>
            <a:r>
              <a:rPr lang="zh-CN" altLang="en-US" dirty="0" smtClean="0">
                <a:latin typeface="隶书" pitchFamily="49" charset="-122"/>
              </a:rPr>
              <a:t>的基本方程</a:t>
            </a:r>
          </a:p>
          <a:p>
            <a:pPr marL="0" indent="0" algn="r" eaLnBrk="1" hangingPunct="1">
              <a:buFont typeface="Wingdings" pitchFamily="2" charset="2"/>
              <a:buNone/>
            </a:pPr>
            <a:endParaRPr lang="zh-CN" altLang="en-US" dirty="0" smtClean="0">
              <a:latin typeface="隶书" pitchFamily="49" charset="-122"/>
              <a:ea typeface="隶书" pitchFamily="49" charset="-122"/>
            </a:endParaRPr>
          </a:p>
          <a:p>
            <a:pPr marL="0" indent="0" algn="r" eaLnBrk="1" hangingPunct="1">
              <a:spcAft>
                <a:spcPts val="1800"/>
              </a:spcAft>
              <a:buFont typeface="Wingdings" pitchFamily="2" charset="2"/>
              <a:buNone/>
            </a:pPr>
            <a:r>
              <a:rPr lang="zh-CN" altLang="en-US" dirty="0" smtClean="0">
                <a:latin typeface="宋体" pitchFamily="2" charset="-122"/>
              </a:rPr>
              <a:t>（</a:t>
            </a:r>
            <a:r>
              <a:rPr lang="en-US" altLang="zh-CN" dirty="0" smtClean="0">
                <a:latin typeface="宋体" pitchFamily="2" charset="-122"/>
              </a:rPr>
              <a:t>2.96</a:t>
            </a:r>
            <a:r>
              <a:rPr lang="zh-CN" altLang="en-US" dirty="0" smtClean="0">
                <a:latin typeface="宋体" pitchFamily="2" charset="-122"/>
              </a:rPr>
              <a:t>）</a:t>
            </a:r>
          </a:p>
          <a:p>
            <a:pPr marL="0" indent="0" eaLnBrk="1" hangingPunct="1">
              <a:spcAft>
                <a:spcPts val="1800"/>
              </a:spcAft>
              <a:buFont typeface="Wingdings" pitchFamily="2" charset="2"/>
              <a:buNone/>
            </a:pPr>
            <a:r>
              <a:rPr lang="zh-CN" altLang="en-US" dirty="0" smtClean="0">
                <a:latin typeface="宋体" pitchFamily="2" charset="-122"/>
              </a:rPr>
              <a:t>式（</a:t>
            </a:r>
            <a:r>
              <a:rPr lang="en-US" altLang="zh-CN" dirty="0" smtClean="0">
                <a:latin typeface="宋体" pitchFamily="2" charset="-122"/>
              </a:rPr>
              <a:t>2.96</a:t>
            </a:r>
            <a:r>
              <a:rPr lang="zh-CN" altLang="en-US" dirty="0" smtClean="0">
                <a:latin typeface="宋体" pitchFamily="2" charset="-122"/>
              </a:rPr>
              <a:t>）称为</a:t>
            </a:r>
            <a:r>
              <a:rPr lang="zh-CN" altLang="en-US" dirty="0" smtClean="0">
                <a:solidFill>
                  <a:schemeClr val="tx2"/>
                </a:solidFill>
                <a:latin typeface="宋体" pitchFamily="2" charset="-122"/>
              </a:rPr>
              <a:t>电流连续性方程</a:t>
            </a:r>
            <a:r>
              <a:rPr lang="zh-CN" altLang="en-US" dirty="0" smtClean="0">
                <a:latin typeface="宋体" pitchFamily="2" charset="-122"/>
              </a:rPr>
              <a:t>的</a:t>
            </a:r>
            <a:r>
              <a:rPr lang="zh-CN" altLang="en-US" dirty="0" smtClean="0">
                <a:solidFill>
                  <a:srgbClr val="FF0066"/>
                </a:solidFill>
                <a:latin typeface="宋体" pitchFamily="2" charset="-122"/>
              </a:rPr>
              <a:t>积分形式</a:t>
            </a:r>
            <a:r>
              <a:rPr lang="zh-CN" altLang="en-US" dirty="0" smtClean="0">
                <a:latin typeface="宋体" pitchFamily="2" charset="-122"/>
              </a:rPr>
              <a:t>。</a:t>
            </a:r>
            <a:endParaRPr lang="en-US" altLang="zh-CN" dirty="0" smtClean="0">
              <a:latin typeface="宋体" pitchFamily="2" charset="-122"/>
            </a:endParaRPr>
          </a:p>
          <a:p>
            <a:pPr marL="0" indent="0" algn="r" eaLnBrk="1" hangingPunct="1">
              <a:spcAft>
                <a:spcPts val="1800"/>
              </a:spcAft>
              <a:buNone/>
            </a:pPr>
            <a:r>
              <a:rPr lang="en-US" altLang="zh-CN" dirty="0">
                <a:latin typeface="宋体" pitchFamily="2" charset="-122"/>
              </a:rPr>
              <a:t>(2.97</a:t>
            </a:r>
            <a:r>
              <a:rPr lang="zh-CN" altLang="en-US" dirty="0" smtClean="0">
                <a:latin typeface="宋体" pitchFamily="2" charset="-122"/>
              </a:rPr>
              <a:t>）</a:t>
            </a:r>
            <a:endParaRPr lang="zh-CN" altLang="en-US" dirty="0">
              <a:latin typeface="宋体" pitchFamily="2" charset="-122"/>
            </a:endParaRPr>
          </a:p>
          <a:p>
            <a:pPr marL="0" indent="0" eaLnBrk="1" hangingPunct="1">
              <a:spcAft>
                <a:spcPts val="1800"/>
              </a:spcAft>
              <a:buNone/>
            </a:pPr>
            <a:r>
              <a:rPr lang="zh-CN" altLang="en-US" dirty="0">
                <a:latin typeface="宋体" pitchFamily="2" charset="-122"/>
              </a:rPr>
              <a:t>式（</a:t>
            </a:r>
            <a:r>
              <a:rPr lang="en-US" altLang="zh-CN" dirty="0">
                <a:latin typeface="宋体" pitchFamily="2" charset="-122"/>
              </a:rPr>
              <a:t>2.97</a:t>
            </a:r>
            <a:r>
              <a:rPr lang="zh-CN" altLang="en-US" dirty="0">
                <a:latin typeface="宋体" pitchFamily="2" charset="-122"/>
              </a:rPr>
              <a:t>）称为</a:t>
            </a:r>
            <a:r>
              <a:rPr lang="zh-CN" altLang="en-US" dirty="0">
                <a:solidFill>
                  <a:schemeClr val="tx2"/>
                </a:solidFill>
                <a:latin typeface="宋体" pitchFamily="2" charset="-122"/>
              </a:rPr>
              <a:t>电流连续性方程</a:t>
            </a:r>
            <a:r>
              <a:rPr lang="zh-CN" altLang="en-US" dirty="0">
                <a:latin typeface="宋体" pitchFamily="2" charset="-122"/>
              </a:rPr>
              <a:t>的</a:t>
            </a:r>
            <a:r>
              <a:rPr lang="zh-CN" altLang="en-US" dirty="0">
                <a:solidFill>
                  <a:srgbClr val="FF0066"/>
                </a:solidFill>
                <a:latin typeface="宋体" pitchFamily="2" charset="-122"/>
              </a:rPr>
              <a:t>微分形式</a:t>
            </a:r>
            <a:r>
              <a:rPr lang="zh-CN" altLang="en-US" dirty="0">
                <a:latin typeface="宋体" pitchFamily="2" charset="-122"/>
              </a:rPr>
              <a:t>。</a:t>
            </a:r>
          </a:p>
          <a:p>
            <a:pPr marL="0" indent="0" eaLnBrk="1" hangingPunct="1">
              <a:buFont typeface="Wingdings" pitchFamily="2" charset="2"/>
              <a:buNone/>
            </a:pPr>
            <a:r>
              <a:rPr lang="zh-CN" altLang="en-US" dirty="0" smtClean="0">
                <a:latin typeface="宋体" pitchFamily="2" charset="-122"/>
              </a:rPr>
              <a:t> </a:t>
            </a:r>
          </a:p>
        </p:txBody>
      </p:sp>
      <p:sp>
        <p:nvSpPr>
          <p:cNvPr id="75781" name="Rectangle 5"/>
          <p:cNvSpPr>
            <a:spLocks noChangeArrowheads="1"/>
          </p:cNvSpPr>
          <p:nvPr/>
        </p:nvSpPr>
        <p:spPr bwMode="auto">
          <a:xfrm>
            <a:off x="0" y="224063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5778" name="Object 4"/>
          <p:cNvGraphicFramePr>
            <a:graphicFrameLocks noChangeAspect="1"/>
          </p:cNvGraphicFramePr>
          <p:nvPr>
            <p:extLst/>
          </p:nvPr>
        </p:nvGraphicFramePr>
        <p:xfrm>
          <a:off x="2743200" y="1504950"/>
          <a:ext cx="2514600" cy="751285"/>
        </p:xfrm>
        <a:graphic>
          <a:graphicData uri="http://schemas.openxmlformats.org/presentationml/2006/ole">
            <mc:AlternateContent xmlns:mc="http://schemas.openxmlformats.org/markup-compatibility/2006">
              <mc:Choice xmlns:v="urn:schemas-microsoft-com:vml" Requires="v">
                <p:oleObj spid="_x0000_s185354" name="公式" r:id="rId3" imgW="977476" imgH="393529" progId="Equation.3">
                  <p:embed/>
                </p:oleObj>
              </mc:Choice>
              <mc:Fallback>
                <p:oleObj name="公式" r:id="rId3" imgW="977476" imgH="393529" progId="Equation.3">
                  <p:embed/>
                  <p:pic>
                    <p:nvPicPr>
                      <p:cNvPr id="7577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1504950"/>
                        <a:ext cx="2514600" cy="7512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extLst/>
          </p:nvPr>
        </p:nvGraphicFramePr>
        <p:xfrm>
          <a:off x="2819400" y="3098800"/>
          <a:ext cx="2514600" cy="920750"/>
        </p:xfrm>
        <a:graphic>
          <a:graphicData uri="http://schemas.openxmlformats.org/presentationml/2006/ole">
            <mc:AlternateContent xmlns:mc="http://schemas.openxmlformats.org/markup-compatibility/2006">
              <mc:Choice xmlns:v="urn:schemas-microsoft-com:vml" Requires="v">
                <p:oleObj spid="_x0000_s185355" name="公式" r:id="rId5" imgW="799753" imgH="393529" progId="Equation.3">
                  <p:embed/>
                </p:oleObj>
              </mc:Choice>
              <mc:Fallback>
                <p:oleObj name="公式" r:id="rId5" imgW="799753" imgH="393529" progId="Equation.3">
                  <p:embed/>
                  <p:pic>
                    <p:nvPicPr>
                      <p:cNvPr id="2"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3098800"/>
                        <a:ext cx="2514600" cy="920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Box 3"/>
          <p:cNvSpPr txBox="1"/>
          <p:nvPr/>
        </p:nvSpPr>
        <p:spPr>
          <a:xfrm>
            <a:off x="1763688" y="1123950"/>
            <a:ext cx="6480719" cy="369332"/>
          </a:xfrm>
          <a:prstGeom prst="rect">
            <a:avLst/>
          </a:prstGeom>
          <a:noFill/>
          <a:ln>
            <a:solidFill>
              <a:schemeClr val="tx2">
                <a:lumMod val="40000"/>
                <a:lumOff val="60000"/>
              </a:schemeClr>
            </a:solidFill>
          </a:ln>
        </p:spPr>
        <p:txBody>
          <a:bodyPr wrap="square" rtlCol="0">
            <a:spAutoFit/>
          </a:bodyPr>
          <a:lstStyle/>
          <a:p>
            <a:r>
              <a:rPr lang="zh-CN" altLang="en-US" b="1" dirty="0">
                <a:solidFill>
                  <a:srgbClr val="FF0066"/>
                </a:solidFill>
                <a:latin typeface="arial"/>
              </a:rPr>
              <a:t>由</a:t>
            </a:r>
            <a:r>
              <a:rPr lang="zh-CN" altLang="en-US" b="1" dirty="0">
                <a:solidFill>
                  <a:srgbClr val="000000"/>
                </a:solidFill>
                <a:latin typeface="arial"/>
              </a:rPr>
              <a:t>稳定分布</a:t>
            </a:r>
            <a:r>
              <a:rPr lang="zh-CN" altLang="en-US" b="1" dirty="0" smtClean="0">
                <a:solidFill>
                  <a:srgbClr val="FF0066"/>
                </a:solidFill>
                <a:latin typeface="arial"/>
              </a:rPr>
              <a:t>的</a:t>
            </a:r>
            <a:r>
              <a:rPr lang="zh-CN" altLang="en-US" b="1" dirty="0" smtClean="0">
                <a:solidFill>
                  <a:srgbClr val="000000"/>
                </a:solidFill>
                <a:latin typeface="arial"/>
              </a:rPr>
              <a:t>移动电荷</a:t>
            </a:r>
            <a:r>
              <a:rPr lang="zh-CN" altLang="en-US" b="1" dirty="0">
                <a:solidFill>
                  <a:srgbClr val="FF0066"/>
                </a:solidFill>
                <a:latin typeface="arial"/>
              </a:rPr>
              <a:t>所产生的稳定的</a:t>
            </a:r>
            <a:r>
              <a:rPr lang="zh-CN" altLang="en-US" b="1" dirty="0" smtClean="0">
                <a:solidFill>
                  <a:srgbClr val="FF0066"/>
                </a:solidFill>
                <a:latin typeface="arial"/>
              </a:rPr>
              <a:t>电场</a:t>
            </a:r>
            <a:endParaRPr lang="zh-CN" altLang="en-US" b="1" dirty="0">
              <a:solidFill>
                <a:srgbClr val="FF0066"/>
              </a:solidFill>
            </a:endParaRPr>
          </a:p>
        </p:txBody>
      </p:sp>
      <p:sp>
        <p:nvSpPr>
          <p:cNvPr id="6" name="右箭头 5"/>
          <p:cNvSpPr/>
          <p:nvPr/>
        </p:nvSpPr>
        <p:spPr>
          <a:xfrm rot="16200000">
            <a:off x="3930129" y="778416"/>
            <a:ext cx="152400" cy="5381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txBox="1">
            <a:spLocks/>
          </p:cNvSpPr>
          <p:nvPr/>
        </p:nvSpPr>
        <p:spPr bwMode="auto">
          <a:xfrm>
            <a:off x="376943" y="-178973"/>
            <a:ext cx="7772400" cy="857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2pPr>
            <a:lvl3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3pPr>
            <a:lvl4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4pPr>
            <a:lvl5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5pPr>
            <a:lvl6pPr marL="4572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6pPr>
            <a:lvl7pPr marL="9144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7pPr>
            <a:lvl8pPr marL="13716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8pPr>
            <a:lvl9pPr marL="1828800" algn="l" rtl="0" fontAlgn="base">
              <a:spcBef>
                <a:spcPct val="0"/>
              </a:spcBef>
              <a:spcAft>
                <a:spcPct val="0"/>
              </a:spcAft>
              <a:defRPr sz="4000" b="1">
                <a:solidFill>
                  <a:srgbClr val="0000FF"/>
                </a:solidFill>
                <a:effectLst>
                  <a:outerShdw blurRad="38100" dist="38100" dir="2700000" algn="tl">
                    <a:srgbClr val="C0C0C0"/>
                  </a:outerShdw>
                </a:effectLst>
                <a:latin typeface="华文新魏" pitchFamily="2" charset="-122"/>
                <a:ea typeface="华文新魏" pitchFamily="2" charset="-122"/>
                <a:cs typeface="Tahoma" pitchFamily="34" charset="0"/>
              </a:defRPr>
            </a:lvl9pPr>
          </a:lstStyle>
          <a:p>
            <a:r>
              <a:rPr lang="en-US" altLang="zh-CN" kern="0" smtClean="0"/>
              <a:t>2.3  </a:t>
            </a:r>
            <a:r>
              <a:rPr lang="zh-CN" altLang="en-US" kern="0" smtClean="0"/>
              <a:t>恒定电场</a:t>
            </a:r>
            <a:endParaRPr lang="zh-CN" altLang="en-US" kern="0" dirty="0"/>
          </a:p>
        </p:txBody>
      </p:sp>
    </p:spTree>
    <p:extLst>
      <p:ext uri="{BB962C8B-B14F-4D97-AF65-F5344CB8AC3E}">
        <p14:creationId xmlns:p14="http://schemas.microsoft.com/office/powerpoint/2010/main" val="2856910551"/>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eaLnBrk="1" hangingPunct="1"/>
            <a:r>
              <a:rPr lang="en-US" altLang="zh-CN" smtClean="0"/>
              <a:t> </a:t>
            </a:r>
          </a:p>
        </p:txBody>
      </p:sp>
      <p:sp>
        <p:nvSpPr>
          <p:cNvPr id="77831" name="Rectangle 3" descr="Rectangle: Click to edit Master text styles&#10;Second level&#10;Third level&#10;Fourth level&#10;Fifth level"/>
          <p:cNvSpPr>
            <a:spLocks noGrp="1" noChangeArrowheads="1"/>
          </p:cNvSpPr>
          <p:nvPr>
            <p:ph type="body" idx="1"/>
          </p:nvPr>
        </p:nvSpPr>
        <p:spPr>
          <a:xfrm>
            <a:off x="1143000" y="476250"/>
            <a:ext cx="7389440" cy="4457700"/>
          </a:xfrm>
        </p:spPr>
        <p:txBody>
          <a:bodyPr/>
          <a:lstStyle/>
          <a:p>
            <a:pPr marL="0" indent="0" eaLnBrk="1" hangingPunct="1">
              <a:lnSpc>
                <a:spcPct val="90000"/>
              </a:lnSpc>
              <a:buFont typeface="Wingdings" pitchFamily="2" charset="2"/>
              <a:buNone/>
            </a:pPr>
            <a:r>
              <a:rPr lang="zh-CN" altLang="en-US" dirty="0" smtClean="0">
                <a:latin typeface="宋体" pitchFamily="2" charset="-122"/>
              </a:rPr>
              <a:t>但电荷是守恒的</a:t>
            </a:r>
            <a:r>
              <a:rPr lang="zh-CN" altLang="en-US" dirty="0">
                <a:latin typeface="宋体" pitchFamily="2" charset="-122"/>
              </a:rPr>
              <a:t>。</a:t>
            </a:r>
            <a:r>
              <a:rPr lang="zh-CN" altLang="en-US" dirty="0" smtClean="0">
                <a:latin typeface="宋体" pitchFamily="2" charset="-122"/>
              </a:rPr>
              <a:t>由</a:t>
            </a:r>
            <a:r>
              <a:rPr lang="zh-CN" altLang="en-US" dirty="0" smtClean="0">
                <a:solidFill>
                  <a:schemeClr val="tx2">
                    <a:lumMod val="60000"/>
                    <a:lumOff val="40000"/>
                  </a:schemeClr>
                </a:solidFill>
                <a:latin typeface="宋体" pitchFamily="2" charset="-122"/>
              </a:rPr>
              <a:t>恒定电流</a:t>
            </a:r>
            <a:r>
              <a:rPr lang="zh-CN" altLang="en-US" dirty="0" smtClean="0">
                <a:latin typeface="宋体" pitchFamily="2" charset="-122"/>
              </a:rPr>
              <a:t>得出</a:t>
            </a:r>
            <a:endParaRPr lang="en-US" altLang="zh-CN" dirty="0" smtClean="0">
              <a:latin typeface="宋体" pitchFamily="2" charset="-122"/>
            </a:endParaRPr>
          </a:p>
          <a:p>
            <a:pPr marL="0" indent="0" eaLnBrk="1" hangingPunct="1">
              <a:lnSpc>
                <a:spcPct val="90000"/>
              </a:lnSpc>
              <a:buFont typeface="Wingdings" pitchFamily="2" charset="2"/>
              <a:buNone/>
            </a:pPr>
            <a:r>
              <a:rPr lang="zh-CN" altLang="en-US" sz="2800" dirty="0" smtClean="0">
                <a:latin typeface="宋体" pitchFamily="2" charset="-122"/>
              </a:rPr>
              <a:t>                         </a:t>
            </a:r>
          </a:p>
          <a:p>
            <a:pPr marL="0" indent="0" algn="r" eaLnBrk="1" hangingPunct="1">
              <a:lnSpc>
                <a:spcPct val="90000"/>
              </a:lnSpc>
              <a:spcBef>
                <a:spcPts val="0"/>
              </a:spcBef>
              <a:buFont typeface="Wingdings" pitchFamily="2" charset="2"/>
              <a:buNone/>
            </a:pPr>
            <a:r>
              <a:rPr lang="zh-CN" altLang="en-US" dirty="0" smtClean="0">
                <a:latin typeface="宋体" pitchFamily="2" charset="-122"/>
              </a:rPr>
              <a:t>（</a:t>
            </a:r>
            <a:r>
              <a:rPr lang="en-US" altLang="zh-CN" dirty="0" smtClean="0">
                <a:latin typeface="宋体" pitchFamily="2" charset="-122"/>
              </a:rPr>
              <a:t>2.98</a:t>
            </a:r>
            <a:r>
              <a:rPr lang="zh-CN" altLang="en-US" dirty="0" smtClean="0">
                <a:latin typeface="宋体" pitchFamily="2" charset="-122"/>
              </a:rPr>
              <a:t>）</a:t>
            </a:r>
          </a:p>
          <a:p>
            <a:pPr marL="0" indent="0" algn="r" eaLnBrk="1" hangingPunct="1">
              <a:lnSpc>
                <a:spcPct val="90000"/>
              </a:lnSpc>
              <a:spcBef>
                <a:spcPts val="0"/>
              </a:spcBef>
              <a:buFont typeface="Wingdings" pitchFamily="2" charset="2"/>
              <a:buNone/>
            </a:pPr>
            <a:r>
              <a:rPr lang="zh-CN" altLang="en-US" dirty="0" smtClean="0">
                <a:latin typeface="宋体" pitchFamily="2" charset="-122"/>
              </a:rPr>
              <a:t>                           （</a:t>
            </a:r>
            <a:r>
              <a:rPr lang="en-US" altLang="zh-CN" dirty="0" smtClean="0">
                <a:latin typeface="宋体" pitchFamily="2" charset="-122"/>
              </a:rPr>
              <a:t>2.99</a:t>
            </a:r>
            <a:r>
              <a:rPr lang="zh-CN" altLang="en-US" dirty="0" smtClean="0">
                <a:latin typeface="宋体" pitchFamily="2" charset="-122"/>
              </a:rPr>
              <a:t>）</a:t>
            </a:r>
          </a:p>
          <a:p>
            <a:pPr marL="0" indent="0" algn="r" eaLnBrk="1" hangingPunct="1">
              <a:lnSpc>
                <a:spcPct val="90000"/>
              </a:lnSpc>
              <a:spcBef>
                <a:spcPts val="0"/>
              </a:spcBef>
              <a:buFont typeface="Wingdings" pitchFamily="2" charset="2"/>
              <a:buNone/>
            </a:pPr>
            <a:endParaRPr lang="zh-CN" altLang="en-US" dirty="0" smtClean="0">
              <a:latin typeface="宋体" pitchFamily="2" charset="-122"/>
            </a:endParaRPr>
          </a:p>
          <a:p>
            <a:pPr marL="0" indent="0" algn="r" eaLnBrk="1" hangingPunct="1">
              <a:lnSpc>
                <a:spcPct val="90000"/>
              </a:lnSpc>
              <a:spcBef>
                <a:spcPts val="0"/>
              </a:spcBef>
              <a:buFont typeface="Wingdings" pitchFamily="2" charset="2"/>
              <a:buNone/>
            </a:pPr>
            <a:r>
              <a:rPr lang="zh-CN" altLang="en-US" dirty="0" smtClean="0">
                <a:latin typeface="宋体" pitchFamily="2" charset="-122"/>
              </a:rPr>
              <a:t>（</a:t>
            </a:r>
            <a:r>
              <a:rPr lang="en-US" altLang="zh-CN" dirty="0" smtClean="0">
                <a:latin typeface="宋体" pitchFamily="2" charset="-122"/>
              </a:rPr>
              <a:t>2.100</a:t>
            </a:r>
            <a:r>
              <a:rPr lang="zh-CN" altLang="en-US" dirty="0" smtClean="0">
                <a:latin typeface="宋体" pitchFamily="2" charset="-122"/>
              </a:rPr>
              <a:t>）</a:t>
            </a:r>
            <a:endParaRPr lang="en-US" altLang="zh-CN" dirty="0" smtClean="0">
              <a:latin typeface="宋体" pitchFamily="2" charset="-122"/>
            </a:endParaRPr>
          </a:p>
          <a:p>
            <a:pPr marL="0" indent="0" algn="r" eaLnBrk="1" hangingPunct="1">
              <a:lnSpc>
                <a:spcPct val="90000"/>
              </a:lnSpc>
              <a:spcBef>
                <a:spcPts val="0"/>
              </a:spcBef>
              <a:buFont typeface="Wingdings" pitchFamily="2" charset="2"/>
              <a:buNone/>
            </a:pPr>
            <a:endParaRPr lang="en-US" altLang="zh-CN" dirty="0" smtClean="0">
              <a:latin typeface="宋体" pitchFamily="2" charset="-122"/>
            </a:endParaRPr>
          </a:p>
          <a:p>
            <a:pPr marL="0" indent="0" algn="r" eaLnBrk="1" hangingPunct="1">
              <a:lnSpc>
                <a:spcPct val="90000"/>
              </a:lnSpc>
              <a:spcBef>
                <a:spcPts val="0"/>
              </a:spcBef>
              <a:buNone/>
            </a:pPr>
            <a:r>
              <a:rPr lang="zh-CN" altLang="en-US" dirty="0">
                <a:latin typeface="宋体" pitchFamily="2" charset="-122"/>
              </a:rPr>
              <a:t>（</a:t>
            </a:r>
            <a:r>
              <a:rPr lang="en-US" altLang="zh-CN" dirty="0" smtClean="0">
                <a:latin typeface="宋体" pitchFamily="2" charset="-122"/>
              </a:rPr>
              <a:t>2.101</a:t>
            </a:r>
            <a:r>
              <a:rPr lang="zh-CN" altLang="en-US" dirty="0" smtClean="0">
                <a:latin typeface="宋体" pitchFamily="2" charset="-122"/>
              </a:rPr>
              <a:t>）</a:t>
            </a:r>
            <a:endParaRPr lang="en-US" altLang="zh-CN" dirty="0">
              <a:latin typeface="宋体" pitchFamily="2" charset="-122"/>
            </a:endParaRPr>
          </a:p>
          <a:p>
            <a:pPr marL="0" indent="0" eaLnBrk="1" hangingPunct="1">
              <a:lnSpc>
                <a:spcPct val="90000"/>
              </a:lnSpc>
              <a:spcBef>
                <a:spcPts val="0"/>
              </a:spcBef>
              <a:buFont typeface="Wingdings" pitchFamily="2" charset="2"/>
              <a:buNone/>
            </a:pPr>
            <a:endParaRPr lang="zh-CN" altLang="en-US" dirty="0" smtClean="0">
              <a:latin typeface="宋体" pitchFamily="2" charset="-122"/>
            </a:endParaRPr>
          </a:p>
        </p:txBody>
      </p:sp>
      <p:sp>
        <p:nvSpPr>
          <p:cNvPr id="77832" name="Rectangle 5"/>
          <p:cNvSpPr>
            <a:spLocks noChangeArrowheads="1"/>
          </p:cNvSpPr>
          <p:nvPr/>
        </p:nvSpPr>
        <p:spPr bwMode="auto">
          <a:xfrm>
            <a:off x="0" y="227635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7826" name="Object 4"/>
          <p:cNvGraphicFramePr>
            <a:graphicFrameLocks noChangeAspect="1"/>
          </p:cNvGraphicFramePr>
          <p:nvPr>
            <p:extLst/>
          </p:nvPr>
        </p:nvGraphicFramePr>
        <p:xfrm>
          <a:off x="2438400" y="1489621"/>
          <a:ext cx="2209800" cy="650081"/>
        </p:xfrm>
        <a:graphic>
          <a:graphicData uri="http://schemas.openxmlformats.org/presentationml/2006/ole">
            <mc:AlternateContent xmlns:mc="http://schemas.openxmlformats.org/markup-compatibility/2006">
              <mc:Choice xmlns:v="urn:schemas-microsoft-com:vml" Requires="v">
                <p:oleObj spid="_x0000_s186382" name="公式" r:id="rId3" imgW="748975" imgH="291973" progId="Equation.3">
                  <p:embed/>
                </p:oleObj>
              </mc:Choice>
              <mc:Fallback>
                <p:oleObj name="公式" r:id="rId3" imgW="748975" imgH="291973" progId="Equation.3">
                  <p:embed/>
                  <p:pic>
                    <p:nvPicPr>
                      <p:cNvPr id="778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489621"/>
                        <a:ext cx="2209800" cy="650081"/>
                      </a:xfrm>
                      <a:prstGeom prst="rect">
                        <a:avLst/>
                      </a:prstGeom>
                      <a:solidFill>
                        <a:srgbClr val="F7EFCD"/>
                      </a:solidFill>
                    </p:spPr>
                  </p:pic>
                </p:oleObj>
              </mc:Fallback>
            </mc:AlternateContent>
          </a:graphicData>
        </a:graphic>
      </p:graphicFrame>
      <p:sp>
        <p:nvSpPr>
          <p:cNvPr id="77833" name="Rectangle 7"/>
          <p:cNvSpPr>
            <a:spLocks noChangeArrowheads="1"/>
          </p:cNvSpPr>
          <p:nvPr/>
        </p:nvSpPr>
        <p:spPr bwMode="auto">
          <a:xfrm>
            <a:off x="0" y="23192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7827" name="Object 6"/>
          <p:cNvGraphicFramePr>
            <a:graphicFrameLocks noChangeAspect="1"/>
          </p:cNvGraphicFramePr>
          <p:nvPr>
            <p:extLst/>
          </p:nvPr>
        </p:nvGraphicFramePr>
        <p:xfrm>
          <a:off x="2590800" y="2343150"/>
          <a:ext cx="1752600" cy="415529"/>
        </p:xfrm>
        <a:graphic>
          <a:graphicData uri="http://schemas.openxmlformats.org/presentationml/2006/ole">
            <mc:AlternateContent xmlns:mc="http://schemas.openxmlformats.org/markup-compatibility/2006">
              <mc:Choice xmlns:v="urn:schemas-microsoft-com:vml" Requires="v">
                <p:oleObj spid="_x0000_s186383" name="公式" r:id="rId5" imgW="571004" imgH="177646" progId="Equation.3">
                  <p:embed/>
                </p:oleObj>
              </mc:Choice>
              <mc:Fallback>
                <p:oleObj name="公式" r:id="rId5" imgW="571004" imgH="177646" progId="Equation.3">
                  <p:embed/>
                  <p:pic>
                    <p:nvPicPr>
                      <p:cNvPr id="7782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2343150"/>
                        <a:ext cx="1752600" cy="415529"/>
                      </a:xfrm>
                      <a:prstGeom prst="rect">
                        <a:avLst/>
                      </a:prstGeom>
                      <a:solidFill>
                        <a:srgbClr val="F7EFCD"/>
                      </a:solidFill>
                    </p:spPr>
                  </p:pic>
                </p:oleObj>
              </mc:Fallback>
            </mc:AlternateContent>
          </a:graphicData>
        </a:graphic>
      </p:graphicFrame>
      <p:sp>
        <p:nvSpPr>
          <p:cNvPr id="77834" name="Rectangle 9"/>
          <p:cNvSpPr>
            <a:spLocks noChangeArrowheads="1"/>
          </p:cNvSpPr>
          <p:nvPr/>
        </p:nvSpPr>
        <p:spPr bwMode="auto">
          <a:xfrm>
            <a:off x="0" y="227635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7828" name="Object 8"/>
          <p:cNvGraphicFramePr>
            <a:graphicFrameLocks noChangeAspect="1"/>
          </p:cNvGraphicFramePr>
          <p:nvPr>
            <p:extLst/>
          </p:nvPr>
        </p:nvGraphicFramePr>
        <p:xfrm>
          <a:off x="2514600" y="3114675"/>
          <a:ext cx="2209800" cy="676275"/>
        </p:xfrm>
        <a:graphic>
          <a:graphicData uri="http://schemas.openxmlformats.org/presentationml/2006/ole">
            <mc:AlternateContent xmlns:mc="http://schemas.openxmlformats.org/markup-compatibility/2006">
              <mc:Choice xmlns:v="urn:schemas-microsoft-com:vml" Requires="v">
                <p:oleObj spid="_x0000_s186384" name="公式" r:id="rId7" imgW="723586" imgH="291973" progId="Equation.3">
                  <p:embed/>
                </p:oleObj>
              </mc:Choice>
              <mc:Fallback>
                <p:oleObj name="公式" r:id="rId7" imgW="723586" imgH="291973" progId="Equation.3">
                  <p:embed/>
                  <p:pic>
                    <p:nvPicPr>
                      <p:cNvPr id="77828"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4600" y="3114675"/>
                        <a:ext cx="2209800" cy="676275"/>
                      </a:xfrm>
                      <a:prstGeom prst="rect">
                        <a:avLst/>
                      </a:prstGeom>
                      <a:solidFill>
                        <a:srgbClr val="F7EFCD"/>
                      </a:solidFill>
                    </p:spPr>
                  </p:pic>
                </p:oleObj>
              </mc:Fallback>
            </mc:AlternateContent>
          </a:graphicData>
        </a:graphic>
      </p:graphicFrame>
      <p:sp>
        <p:nvSpPr>
          <p:cNvPr id="77835" name="Rectangle 11"/>
          <p:cNvSpPr>
            <a:spLocks noChangeArrowheads="1"/>
          </p:cNvSpPr>
          <p:nvPr/>
        </p:nvSpPr>
        <p:spPr bwMode="auto">
          <a:xfrm>
            <a:off x="0" y="23192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7829" name="Object 10"/>
          <p:cNvGraphicFramePr>
            <a:graphicFrameLocks noChangeAspect="1"/>
          </p:cNvGraphicFramePr>
          <p:nvPr>
            <p:extLst/>
          </p:nvPr>
        </p:nvGraphicFramePr>
        <p:xfrm>
          <a:off x="2590800" y="4019550"/>
          <a:ext cx="2057400" cy="432197"/>
        </p:xfrm>
        <a:graphic>
          <a:graphicData uri="http://schemas.openxmlformats.org/presentationml/2006/ole">
            <mc:AlternateContent xmlns:mc="http://schemas.openxmlformats.org/markup-compatibility/2006">
              <mc:Choice xmlns:v="urn:schemas-microsoft-com:vml" Requires="v">
                <p:oleObj spid="_x0000_s186385" name="公式" r:id="rId9" imgW="647419" imgH="177723" progId="Equation.3">
                  <p:embed/>
                </p:oleObj>
              </mc:Choice>
              <mc:Fallback>
                <p:oleObj name="公式" r:id="rId9" imgW="647419" imgH="177723" progId="Equation.3">
                  <p:embed/>
                  <p:pic>
                    <p:nvPicPr>
                      <p:cNvPr id="77829"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90800" y="4019550"/>
                        <a:ext cx="2057400" cy="432197"/>
                      </a:xfrm>
                      <a:prstGeom prst="rect">
                        <a:avLst/>
                      </a:prstGeom>
                      <a:solidFill>
                        <a:srgbClr val="F7EFCD"/>
                      </a:solidFill>
                    </p:spPr>
                  </p:pic>
                </p:oleObj>
              </mc:Fallback>
            </mc:AlternateContent>
          </a:graphicData>
        </a:graphic>
      </p:graphicFrame>
      <p:sp>
        <p:nvSpPr>
          <p:cNvPr id="12" name="TextBox 11"/>
          <p:cNvSpPr txBox="1"/>
          <p:nvPr/>
        </p:nvSpPr>
        <p:spPr>
          <a:xfrm>
            <a:off x="3551170" y="1131590"/>
            <a:ext cx="4572000" cy="369332"/>
          </a:xfrm>
          <a:prstGeom prst="rect">
            <a:avLst/>
          </a:prstGeom>
          <a:noFill/>
          <a:ln>
            <a:solidFill>
              <a:schemeClr val="tx2">
                <a:lumMod val="40000"/>
                <a:lumOff val="60000"/>
              </a:schemeClr>
            </a:solidFill>
          </a:ln>
        </p:spPr>
        <p:txBody>
          <a:bodyPr wrap="square" rtlCol="0">
            <a:spAutoFit/>
          </a:bodyPr>
          <a:lstStyle/>
          <a:p>
            <a:r>
              <a:rPr lang="zh-CN" altLang="en-US" b="1" dirty="0" smtClean="0">
                <a:solidFill>
                  <a:srgbClr val="FF0066"/>
                </a:solidFill>
              </a:rPr>
              <a:t>电荷流动不随时间改变（有恒定电场产生）</a:t>
            </a:r>
            <a:endParaRPr lang="zh-CN" altLang="en-US" b="1" dirty="0">
              <a:solidFill>
                <a:srgbClr val="FF0066"/>
              </a:solidFill>
            </a:endParaRPr>
          </a:p>
        </p:txBody>
      </p:sp>
      <p:sp>
        <p:nvSpPr>
          <p:cNvPr id="13" name="右箭头 12"/>
          <p:cNvSpPr/>
          <p:nvPr/>
        </p:nvSpPr>
        <p:spPr>
          <a:xfrm rot="16200000">
            <a:off x="5556974" y="775226"/>
            <a:ext cx="152400" cy="5381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2840647"/>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a:xfrm>
            <a:off x="609600" y="514350"/>
            <a:ext cx="7772400" cy="838200"/>
          </a:xfrm>
        </p:spPr>
        <p:txBody>
          <a:bodyPr/>
          <a:lstStyle/>
          <a:p>
            <a:pPr eaLnBrk="1" hangingPunct="1"/>
            <a:r>
              <a:rPr lang="en-US" altLang="zh-CN" dirty="0" smtClean="0">
                <a:solidFill>
                  <a:schemeClr val="bg2"/>
                </a:solidFill>
                <a:effectLst/>
                <a:latin typeface="隶书" pitchFamily="49" charset="-122"/>
                <a:ea typeface="隶书" pitchFamily="49" charset="-122"/>
              </a:rPr>
              <a:t>2.3.2  </a:t>
            </a:r>
            <a:r>
              <a:rPr lang="zh-CN" altLang="en-US" dirty="0" smtClean="0">
                <a:solidFill>
                  <a:schemeClr val="bg2"/>
                </a:solidFill>
                <a:effectLst/>
                <a:latin typeface="隶书" pitchFamily="49" charset="-122"/>
                <a:ea typeface="隶书" pitchFamily="49" charset="-122"/>
              </a:rPr>
              <a:t>导电媒质中的传导电流</a:t>
            </a:r>
          </a:p>
        </p:txBody>
      </p:sp>
      <p:sp>
        <p:nvSpPr>
          <p:cNvPr id="78852" name="Rectangle 3" descr="Rectangle: Click to edit Master text styles&#10;Second level&#10;Third level&#10;Fourth level&#10;Fifth level"/>
          <p:cNvSpPr>
            <a:spLocks noGrp="1" noChangeArrowheads="1"/>
          </p:cNvSpPr>
          <p:nvPr>
            <p:ph type="body" idx="1"/>
          </p:nvPr>
        </p:nvSpPr>
        <p:spPr>
          <a:xfrm>
            <a:off x="838200" y="1123950"/>
            <a:ext cx="7772400" cy="3086100"/>
          </a:xfrm>
        </p:spPr>
        <p:txBody>
          <a:bodyPr/>
          <a:lstStyle/>
          <a:p>
            <a:pPr marL="0" indent="0" eaLnBrk="1" hangingPunct="1">
              <a:buFont typeface="Wingdings" pitchFamily="2" charset="2"/>
              <a:buNone/>
            </a:pPr>
            <a:endParaRPr lang="en-US" altLang="zh-CN" dirty="0" smtClean="0"/>
          </a:p>
          <a:p>
            <a:pPr marL="0" indent="0" eaLnBrk="1" hangingPunct="1">
              <a:buFont typeface="Wingdings" pitchFamily="2" charset="2"/>
              <a:buNone/>
            </a:pPr>
            <a:r>
              <a:rPr lang="en-US" altLang="zh-CN" dirty="0" smtClean="0"/>
              <a:t>	</a:t>
            </a:r>
            <a:r>
              <a:rPr lang="zh-CN" altLang="en-US" dirty="0" smtClean="0">
                <a:latin typeface="宋体" pitchFamily="2" charset="-122"/>
              </a:rPr>
              <a:t>金属导体、电解液或漏电的介质中都可以存在传导电流。实验表明，传导电流密度与电场强度之间满足如下关系</a:t>
            </a:r>
          </a:p>
          <a:p>
            <a:pPr marL="0" indent="0" algn="r" eaLnBrk="1" hangingPunct="1">
              <a:buFont typeface="Wingdings" pitchFamily="2" charset="2"/>
              <a:buNone/>
            </a:pPr>
            <a:r>
              <a:rPr lang="zh-CN" altLang="en-US" dirty="0" smtClean="0">
                <a:latin typeface="宋体" pitchFamily="2" charset="-122"/>
              </a:rPr>
              <a:t>（</a:t>
            </a:r>
            <a:r>
              <a:rPr lang="en-US" altLang="zh-CN" dirty="0" smtClean="0">
                <a:latin typeface="宋体" pitchFamily="2" charset="-122"/>
              </a:rPr>
              <a:t>2.102</a:t>
            </a:r>
            <a:r>
              <a:rPr lang="zh-CN" altLang="en-US" dirty="0" smtClean="0">
                <a:latin typeface="宋体" pitchFamily="2" charset="-122"/>
              </a:rPr>
              <a:t>）</a:t>
            </a:r>
            <a:endParaRPr lang="en-US" altLang="zh-CN" dirty="0" smtClean="0">
              <a:latin typeface="宋体" pitchFamily="2" charset="-122"/>
            </a:endParaRPr>
          </a:p>
          <a:p>
            <a:pPr marL="0" indent="0" eaLnBrk="1" hangingPunct="1">
              <a:buFont typeface="Wingdings" pitchFamily="2" charset="2"/>
              <a:buNone/>
            </a:pPr>
            <a:r>
              <a:rPr lang="zh-CN" altLang="en-US" dirty="0" smtClean="0">
                <a:latin typeface="宋体" pitchFamily="2" charset="-122"/>
              </a:rPr>
              <a:t>                      </a:t>
            </a:r>
          </a:p>
        </p:txBody>
      </p:sp>
      <p:sp>
        <p:nvSpPr>
          <p:cNvPr id="78853" name="Rectangle 5"/>
          <p:cNvSpPr>
            <a:spLocks noChangeArrowheads="1"/>
          </p:cNvSpPr>
          <p:nvPr/>
        </p:nvSpPr>
        <p:spPr bwMode="auto">
          <a:xfrm>
            <a:off x="0" y="20144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8850" name="Object 4"/>
          <p:cNvGraphicFramePr>
            <a:graphicFrameLocks noChangeAspect="1"/>
          </p:cNvGraphicFramePr>
          <p:nvPr>
            <p:extLst/>
          </p:nvPr>
        </p:nvGraphicFramePr>
        <p:xfrm>
          <a:off x="3276600" y="3486150"/>
          <a:ext cx="1981200" cy="513160"/>
        </p:xfrm>
        <a:graphic>
          <a:graphicData uri="http://schemas.openxmlformats.org/presentationml/2006/ole">
            <mc:AlternateContent xmlns:mc="http://schemas.openxmlformats.org/markup-compatibility/2006">
              <mc:Choice xmlns:v="urn:schemas-microsoft-com:vml" Requires="v">
                <p:oleObj spid="_x0000_s187397" name="公式" r:id="rId3" imgW="520248" imgH="177646" progId="Equation.3">
                  <p:embed/>
                </p:oleObj>
              </mc:Choice>
              <mc:Fallback>
                <p:oleObj name="公式" r:id="rId3" imgW="520248" imgH="177646" progId="Equation.3">
                  <p:embed/>
                  <p:pic>
                    <p:nvPicPr>
                      <p:cNvPr id="7885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3486150"/>
                        <a:ext cx="1981200" cy="513160"/>
                      </a:xfrm>
                      <a:prstGeom prst="rect">
                        <a:avLst/>
                      </a:prstGeom>
                      <a:solidFill>
                        <a:srgbClr val="FBF7E6"/>
                      </a:solidFill>
                    </p:spPr>
                  </p:pic>
                </p:oleObj>
              </mc:Fallback>
            </mc:AlternateContent>
          </a:graphicData>
        </a:graphic>
      </p:graphicFrame>
      <p:sp>
        <p:nvSpPr>
          <p:cNvPr id="2" name="右箭头 1"/>
          <p:cNvSpPr/>
          <p:nvPr/>
        </p:nvSpPr>
        <p:spPr>
          <a:xfrm rot="1605637">
            <a:off x="4461395" y="3955436"/>
            <a:ext cx="821244" cy="381000"/>
          </a:xfrm>
          <a:prstGeom prst="rightArrow">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5257800" y="4122078"/>
            <a:ext cx="2656496" cy="584775"/>
          </a:xfrm>
          <a:prstGeom prst="rect">
            <a:avLst/>
          </a:prstGeom>
          <a:solidFill>
            <a:schemeClr val="tx2">
              <a:lumMod val="20000"/>
              <a:lumOff val="80000"/>
            </a:schemeClr>
          </a:solidFill>
        </p:spPr>
        <p:txBody>
          <a:bodyPr wrap="none">
            <a:spAutoFit/>
          </a:bodyPr>
          <a:lstStyle/>
          <a:p>
            <a:r>
              <a:rPr lang="zh-CN" altLang="en-US" sz="3200" b="1" dirty="0">
                <a:solidFill>
                  <a:srgbClr val="000000"/>
                </a:solidFill>
                <a:latin typeface="宋体" pitchFamily="2" charset="-122"/>
                <a:ea typeface="宋体"/>
              </a:rPr>
              <a:t>材料的</a:t>
            </a:r>
            <a:r>
              <a:rPr lang="zh-CN" altLang="en-US" sz="3200" b="1" dirty="0" smtClean="0">
                <a:solidFill>
                  <a:srgbClr val="000000"/>
                </a:solidFill>
                <a:latin typeface="宋体" pitchFamily="2" charset="-122"/>
                <a:ea typeface="宋体"/>
              </a:rPr>
              <a:t>电导率</a:t>
            </a:r>
            <a:endParaRPr lang="zh-CN" altLang="en-US" dirty="0"/>
          </a:p>
        </p:txBody>
      </p:sp>
    </p:spTree>
    <p:extLst>
      <p:ext uri="{BB962C8B-B14F-4D97-AF65-F5344CB8AC3E}">
        <p14:creationId xmlns:p14="http://schemas.microsoft.com/office/powerpoint/2010/main" val="1994247141"/>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eaLnBrk="1" hangingPunct="1"/>
            <a:r>
              <a:rPr lang="en-US" altLang="zh-CN" smtClean="0"/>
              <a:t> </a:t>
            </a:r>
          </a:p>
        </p:txBody>
      </p:sp>
      <p:sp>
        <p:nvSpPr>
          <p:cNvPr id="79877" name="Rectangle 3" descr="Rectangle: Click to edit Master text styles&#10;Second level&#10;Third level&#10;Fourth level&#10;Fifth level"/>
          <p:cNvSpPr>
            <a:spLocks noGrp="1" noChangeArrowheads="1"/>
          </p:cNvSpPr>
          <p:nvPr>
            <p:ph type="body" idx="1"/>
          </p:nvPr>
        </p:nvSpPr>
        <p:spPr>
          <a:xfrm>
            <a:off x="609600" y="571500"/>
            <a:ext cx="7772400" cy="4229100"/>
          </a:xfrm>
        </p:spPr>
        <p:txBody>
          <a:bodyPr/>
          <a:lstStyle/>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单位体积的功率（单位为</a:t>
            </a:r>
            <a:r>
              <a:rPr lang="en-US" altLang="zh-CN" dirty="0" smtClean="0">
                <a:latin typeface="宋体" pitchFamily="2" charset="-122"/>
              </a:rPr>
              <a:t>W/m</a:t>
            </a:r>
            <a:r>
              <a:rPr lang="en-US" altLang="zh-CN" baseline="30000" dirty="0" smtClean="0">
                <a:latin typeface="宋体" pitchFamily="2" charset="-122"/>
              </a:rPr>
              <a:t>3</a:t>
            </a:r>
            <a:r>
              <a:rPr lang="zh-CN" altLang="en-US" dirty="0" smtClean="0">
                <a:latin typeface="宋体" pitchFamily="2" charset="-122"/>
              </a:rPr>
              <a:t>）为                 </a:t>
            </a:r>
          </a:p>
          <a:p>
            <a:pPr marL="0" indent="0" algn="r" eaLnBrk="1" hangingPunct="1">
              <a:buFont typeface="Wingdings" pitchFamily="2" charset="2"/>
              <a:buNone/>
            </a:pPr>
            <a:r>
              <a:rPr lang="zh-CN" altLang="en-US" dirty="0" smtClean="0">
                <a:latin typeface="宋体" pitchFamily="2" charset="-122"/>
              </a:rPr>
              <a:t>（</a:t>
            </a:r>
            <a:r>
              <a:rPr lang="en-US" altLang="zh-CN" dirty="0" smtClean="0">
                <a:latin typeface="宋体" pitchFamily="2" charset="-122"/>
              </a:rPr>
              <a:t>2.104</a:t>
            </a:r>
            <a:r>
              <a:rPr lang="zh-CN" altLang="en-US" dirty="0" smtClean="0">
                <a:latin typeface="宋体" pitchFamily="2" charset="-122"/>
              </a:rPr>
              <a:t>）</a:t>
            </a:r>
          </a:p>
          <a:p>
            <a:pPr marL="0" indent="0" algn="r" eaLnBrk="1" hangingPunct="1">
              <a:buFont typeface="Wingdings" pitchFamily="2" charset="2"/>
              <a:buNone/>
            </a:pPr>
            <a:endParaRPr lang="zh-CN" altLang="en-US" dirty="0" smtClean="0">
              <a:latin typeface="宋体" pitchFamily="2" charset="-122"/>
            </a:endParaRPr>
          </a:p>
          <a:p>
            <a:pPr marL="0" indent="0" eaLnBrk="1" hangingPunct="1">
              <a:buFont typeface="Wingdings" pitchFamily="2" charset="2"/>
              <a:buNone/>
            </a:pPr>
            <a:r>
              <a:rPr lang="zh-CN" altLang="en-US" dirty="0" smtClean="0">
                <a:latin typeface="宋体" pitchFamily="2" charset="-122"/>
              </a:rPr>
              <a:t>    对于传导电流，</a:t>
            </a:r>
            <a:r>
              <a:rPr lang="zh-CN" altLang="en-US" dirty="0" smtClean="0">
                <a:solidFill>
                  <a:srgbClr val="C00000"/>
                </a:solidFill>
                <a:latin typeface="宋体" pitchFamily="2" charset="-122"/>
              </a:rPr>
              <a:t>单位体积的功率是变为热的功率</a:t>
            </a:r>
            <a:r>
              <a:rPr lang="zh-CN" altLang="en-US" dirty="0" smtClean="0">
                <a:latin typeface="宋体" pitchFamily="2" charset="-122"/>
              </a:rPr>
              <a:t>，即</a:t>
            </a:r>
            <a:r>
              <a:rPr lang="zh-CN" altLang="en-US" dirty="0" smtClean="0">
                <a:solidFill>
                  <a:srgbClr val="C00000"/>
                </a:solidFill>
                <a:latin typeface="宋体" pitchFamily="2" charset="-122"/>
              </a:rPr>
              <a:t>焦耳损耗</a:t>
            </a:r>
            <a:r>
              <a:rPr lang="zh-CN" altLang="en-US" dirty="0" smtClean="0">
                <a:latin typeface="宋体" pitchFamily="2" charset="-122"/>
              </a:rPr>
              <a:t>。此时，式（</a:t>
            </a:r>
            <a:r>
              <a:rPr lang="en-US" altLang="zh-CN" dirty="0" smtClean="0">
                <a:latin typeface="宋体" pitchFamily="2" charset="-122"/>
              </a:rPr>
              <a:t>2.104</a:t>
            </a:r>
            <a:r>
              <a:rPr lang="zh-CN" altLang="en-US" dirty="0" smtClean="0">
                <a:latin typeface="宋体" pitchFamily="2" charset="-122"/>
              </a:rPr>
              <a:t>）为                        </a:t>
            </a:r>
          </a:p>
          <a:p>
            <a:pPr marL="0" indent="0" algn="r" eaLnBrk="1" hangingPunct="1">
              <a:buFont typeface="Wingdings" pitchFamily="2" charset="2"/>
              <a:buNone/>
            </a:pPr>
            <a:r>
              <a:rPr lang="zh-CN" altLang="en-US" dirty="0" smtClean="0">
                <a:latin typeface="宋体" pitchFamily="2" charset="-122"/>
              </a:rPr>
              <a:t>（</a:t>
            </a:r>
            <a:r>
              <a:rPr lang="en-US" altLang="zh-CN" dirty="0" smtClean="0">
                <a:latin typeface="宋体" pitchFamily="2" charset="-122"/>
              </a:rPr>
              <a:t>2.105</a:t>
            </a:r>
            <a:r>
              <a:rPr lang="zh-CN" altLang="en-US" dirty="0" smtClean="0">
                <a:latin typeface="宋体" pitchFamily="2" charset="-122"/>
              </a:rPr>
              <a:t>）</a:t>
            </a:r>
          </a:p>
        </p:txBody>
      </p:sp>
      <p:sp>
        <p:nvSpPr>
          <p:cNvPr id="79878" name="Rectangle 5"/>
          <p:cNvSpPr>
            <a:spLocks noChangeArrowheads="1"/>
          </p:cNvSpPr>
          <p:nvPr/>
        </p:nvSpPr>
        <p:spPr bwMode="auto">
          <a:xfrm>
            <a:off x="0" y="224063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9874" name="Object 4"/>
          <p:cNvGraphicFramePr>
            <a:graphicFrameLocks noChangeAspect="1"/>
          </p:cNvGraphicFramePr>
          <p:nvPr>
            <p:extLst/>
          </p:nvPr>
        </p:nvGraphicFramePr>
        <p:xfrm>
          <a:off x="1295400" y="1200150"/>
          <a:ext cx="4800600" cy="789385"/>
        </p:xfrm>
        <a:graphic>
          <a:graphicData uri="http://schemas.openxmlformats.org/presentationml/2006/ole">
            <mc:AlternateContent xmlns:mc="http://schemas.openxmlformats.org/markup-compatibility/2006">
              <mc:Choice xmlns:v="urn:schemas-microsoft-com:vml" Requires="v">
                <p:oleObj spid="_x0000_s188424" name="公式" r:id="rId3" imgW="1777229" imgH="393529" progId="Equation.3">
                  <p:embed/>
                </p:oleObj>
              </mc:Choice>
              <mc:Fallback>
                <p:oleObj name="公式" r:id="rId3" imgW="1777229" imgH="393529" progId="Equation.3">
                  <p:embed/>
                  <p:pic>
                    <p:nvPicPr>
                      <p:cNvPr id="7987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200150"/>
                        <a:ext cx="4800600" cy="7893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9879" name="Rectangle 7"/>
          <p:cNvSpPr>
            <a:spLocks noChangeArrowheads="1"/>
          </p:cNvSpPr>
          <p:nvPr/>
        </p:nvSpPr>
        <p:spPr bwMode="auto">
          <a:xfrm>
            <a:off x="0" y="22299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79875" name="Object 6"/>
          <p:cNvGraphicFramePr>
            <a:graphicFrameLocks noChangeAspect="1"/>
          </p:cNvGraphicFramePr>
          <p:nvPr/>
        </p:nvGraphicFramePr>
        <p:xfrm>
          <a:off x="3733800" y="3714750"/>
          <a:ext cx="1447800" cy="901304"/>
        </p:xfrm>
        <a:graphic>
          <a:graphicData uri="http://schemas.openxmlformats.org/presentationml/2006/ole">
            <mc:AlternateContent xmlns:mc="http://schemas.openxmlformats.org/markup-compatibility/2006">
              <mc:Choice xmlns:v="urn:schemas-microsoft-com:vml" Requires="v">
                <p:oleObj spid="_x0000_s188425" name="公式" r:id="rId5" imgW="508000" imgH="419100" progId="Equation.3">
                  <p:embed/>
                </p:oleObj>
              </mc:Choice>
              <mc:Fallback>
                <p:oleObj name="公式" r:id="rId5" imgW="508000" imgH="419100" progId="Equation.3">
                  <p:embed/>
                  <p:pic>
                    <p:nvPicPr>
                      <p:cNvPr id="7987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3714750"/>
                        <a:ext cx="1447800" cy="90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29749226"/>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609600" y="-209550"/>
            <a:ext cx="7772400" cy="857250"/>
          </a:xfrm>
        </p:spPr>
        <p:txBody>
          <a:bodyPr/>
          <a:lstStyle/>
          <a:p>
            <a:pPr eaLnBrk="1" hangingPunct="1"/>
            <a:r>
              <a:rPr lang="en-US" altLang="zh-CN" smtClean="0"/>
              <a:t> </a:t>
            </a:r>
          </a:p>
        </p:txBody>
      </p:sp>
      <p:sp>
        <p:nvSpPr>
          <p:cNvPr id="80903" name="Rectangle 3" descr="Rectangle: Click to edit Master text styles&#10;Second level&#10;Third level&#10;Fourth level&#10;Fifth level"/>
          <p:cNvSpPr>
            <a:spLocks noGrp="1" noChangeArrowheads="1"/>
          </p:cNvSpPr>
          <p:nvPr>
            <p:ph type="body" idx="1"/>
          </p:nvPr>
        </p:nvSpPr>
        <p:spPr>
          <a:xfrm>
            <a:off x="762000" y="190500"/>
            <a:ext cx="7772400" cy="4057650"/>
          </a:xfrm>
        </p:spPr>
        <p:txBody>
          <a:bodyPr/>
          <a:lstStyle/>
          <a:p>
            <a:pPr marL="0" indent="0" eaLnBrk="1" hangingPunct="1">
              <a:buFont typeface="Wingdings" pitchFamily="2" charset="2"/>
              <a:buNone/>
            </a:pPr>
            <a:r>
              <a:rPr lang="zh-CN" altLang="en-US" dirty="0" smtClean="0"/>
              <a:t>导电媒质内净电荷密度         ，是指电荷分布达到稳态的情形。在给导电媒质充电时，开始时是有电荷进入导电媒质内的，设电荷密度的初始值为    。但由于电荷的相互排斥作用，它们都向导电媒质表面扩散，我们称其为</a:t>
            </a:r>
            <a:r>
              <a:rPr lang="zh-CN" altLang="en-US" dirty="0" smtClean="0">
                <a:solidFill>
                  <a:srgbClr val="C00000"/>
                </a:solidFill>
              </a:rPr>
              <a:t>暂态过程</a:t>
            </a:r>
            <a:r>
              <a:rPr lang="zh-CN" altLang="en-US" dirty="0" smtClean="0"/>
              <a:t>。</a:t>
            </a:r>
            <a:endParaRPr lang="en-US" altLang="zh-CN" dirty="0" smtClean="0"/>
          </a:p>
          <a:p>
            <a:pPr marL="0" indent="0" eaLnBrk="1" hangingPunct="1">
              <a:buFont typeface="Wingdings" pitchFamily="2" charset="2"/>
              <a:buNone/>
            </a:pPr>
            <a:endParaRPr lang="zh-CN" altLang="en-US" dirty="0" smtClean="0"/>
          </a:p>
          <a:p>
            <a:pPr marL="0" indent="0" eaLnBrk="1" hangingPunct="1">
              <a:buFont typeface="Wingdings" pitchFamily="2" charset="2"/>
              <a:buNone/>
            </a:pPr>
            <a:r>
              <a:rPr lang="zh-CN" altLang="en-US" dirty="0" smtClean="0"/>
              <a:t>             </a:t>
            </a:r>
            <a:r>
              <a:rPr lang="zh-CN" altLang="en-US" dirty="0" smtClean="0">
                <a:latin typeface="宋体" pitchFamily="2" charset="-122"/>
              </a:rPr>
              <a:t>的解为                 （</a:t>
            </a:r>
            <a:r>
              <a:rPr lang="en-US" altLang="zh-CN" dirty="0" smtClean="0">
                <a:latin typeface="宋体" pitchFamily="2" charset="-122"/>
              </a:rPr>
              <a:t>2.107</a:t>
            </a:r>
            <a:r>
              <a:rPr lang="zh-CN" altLang="en-US" dirty="0" smtClean="0">
                <a:latin typeface="宋体" pitchFamily="2" charset="-122"/>
              </a:rPr>
              <a:t>） </a:t>
            </a:r>
          </a:p>
        </p:txBody>
      </p:sp>
      <p:graphicFrame>
        <p:nvGraphicFramePr>
          <p:cNvPr id="80898" name="Object 4"/>
          <p:cNvGraphicFramePr>
            <a:graphicFrameLocks noChangeAspect="1"/>
          </p:cNvGraphicFramePr>
          <p:nvPr>
            <p:extLst/>
          </p:nvPr>
        </p:nvGraphicFramePr>
        <p:xfrm>
          <a:off x="4953000" y="304800"/>
          <a:ext cx="914400" cy="359569"/>
        </p:xfrm>
        <a:graphic>
          <a:graphicData uri="http://schemas.openxmlformats.org/presentationml/2006/ole">
            <mc:AlternateContent xmlns:mc="http://schemas.openxmlformats.org/markup-compatibility/2006">
              <mc:Choice xmlns:v="urn:schemas-microsoft-com:vml" Requires="v">
                <p:oleObj spid="_x0000_s189457" name="公式" r:id="rId3" imgW="380835" imgH="203112" progId="Equation.3">
                  <p:embed/>
                </p:oleObj>
              </mc:Choice>
              <mc:Fallback>
                <p:oleObj name="公式" r:id="rId3" imgW="380835" imgH="203112" progId="Equation.3">
                  <p:embed/>
                  <p:pic>
                    <p:nvPicPr>
                      <p:cNvPr id="8089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304800"/>
                        <a:ext cx="914400" cy="3595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899" name="Object 6"/>
          <p:cNvGraphicFramePr>
            <a:graphicFrameLocks noChangeAspect="1"/>
          </p:cNvGraphicFramePr>
          <p:nvPr>
            <p:extLst/>
          </p:nvPr>
        </p:nvGraphicFramePr>
        <p:xfrm>
          <a:off x="4114800" y="1752600"/>
          <a:ext cx="444500" cy="400050"/>
        </p:xfrm>
        <a:graphic>
          <a:graphicData uri="http://schemas.openxmlformats.org/presentationml/2006/ole">
            <mc:AlternateContent xmlns:mc="http://schemas.openxmlformats.org/markup-compatibility/2006">
              <mc:Choice xmlns:v="urn:schemas-microsoft-com:vml" Requires="v">
                <p:oleObj spid="_x0000_s189458" name="公式" r:id="rId5" imgW="190500" imgH="228600" progId="Equation.3">
                  <p:embed/>
                </p:oleObj>
              </mc:Choice>
              <mc:Fallback>
                <p:oleObj name="公式" r:id="rId5" imgW="190500" imgH="228600" progId="Equation.3">
                  <p:embed/>
                  <p:pic>
                    <p:nvPicPr>
                      <p:cNvPr id="80899"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1752600"/>
                        <a:ext cx="444500" cy="40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900" name="Object 8"/>
          <p:cNvGraphicFramePr>
            <a:graphicFrameLocks noChangeAspect="1"/>
          </p:cNvGraphicFramePr>
          <p:nvPr>
            <p:extLst/>
          </p:nvPr>
        </p:nvGraphicFramePr>
        <p:xfrm>
          <a:off x="1600200" y="3955256"/>
          <a:ext cx="368300" cy="292894"/>
        </p:xfrm>
        <a:graphic>
          <a:graphicData uri="http://schemas.openxmlformats.org/presentationml/2006/ole">
            <mc:AlternateContent xmlns:mc="http://schemas.openxmlformats.org/markup-compatibility/2006">
              <mc:Choice xmlns:v="urn:schemas-microsoft-com:vml" Requires="v">
                <p:oleObj spid="_x0000_s189459" name="公式" r:id="rId7" imgW="152268" imgH="164957" progId="Equation.3">
                  <p:embed/>
                </p:oleObj>
              </mc:Choice>
              <mc:Fallback>
                <p:oleObj name="公式" r:id="rId7" imgW="152268" imgH="164957" progId="Equation.3">
                  <p:embed/>
                  <p:pic>
                    <p:nvPicPr>
                      <p:cNvPr id="8090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3955256"/>
                        <a:ext cx="368300" cy="2928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901" name="Object 10"/>
          <p:cNvGraphicFramePr>
            <a:graphicFrameLocks noChangeAspect="1"/>
          </p:cNvGraphicFramePr>
          <p:nvPr>
            <p:extLst/>
          </p:nvPr>
        </p:nvGraphicFramePr>
        <p:xfrm>
          <a:off x="3352800" y="3750469"/>
          <a:ext cx="3352800" cy="726281"/>
        </p:xfrm>
        <a:graphic>
          <a:graphicData uri="http://schemas.openxmlformats.org/presentationml/2006/ole">
            <mc:AlternateContent xmlns:mc="http://schemas.openxmlformats.org/markup-compatibility/2006">
              <mc:Choice xmlns:v="urn:schemas-microsoft-com:vml" Requires="v">
                <p:oleObj spid="_x0000_s189460" name="公式" r:id="rId9" imgW="1218671" imgH="355446" progId="Equation.3">
                  <p:embed/>
                </p:oleObj>
              </mc:Choice>
              <mc:Fallback>
                <p:oleObj name="公式" r:id="rId9" imgW="1218671" imgH="355446" progId="Equation.3">
                  <p:embed/>
                  <p:pic>
                    <p:nvPicPr>
                      <p:cNvPr id="80901"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52800" y="3750469"/>
                        <a:ext cx="3352800" cy="7262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extLst/>
          </p:nvPr>
        </p:nvGraphicFramePr>
        <p:xfrm>
          <a:off x="1143000" y="3105150"/>
          <a:ext cx="5702300" cy="750888"/>
        </p:xfrm>
        <a:graphic>
          <a:graphicData uri="http://schemas.openxmlformats.org/presentationml/2006/ole">
            <mc:AlternateContent xmlns:mc="http://schemas.openxmlformats.org/markup-compatibility/2006">
              <mc:Choice xmlns:v="urn:schemas-microsoft-com:vml" Requires="v">
                <p:oleObj spid="_x0000_s189461" name="公式" r:id="rId11" imgW="3060700" imgH="406400" progId="Equation.3">
                  <p:embed/>
                </p:oleObj>
              </mc:Choice>
              <mc:Fallback>
                <p:oleObj name="公式" r:id="rId11" imgW="3060700" imgH="406400" progId="Equation.3">
                  <p:embed/>
                  <p:pic>
                    <p:nvPicPr>
                      <p:cNvPr id="2" name="对象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43000" y="3105150"/>
                        <a:ext cx="5702300" cy="750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27860875"/>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r>
              <a:rPr lang="en-US" altLang="zh-CN" smtClean="0"/>
              <a:t> </a:t>
            </a:r>
          </a:p>
        </p:txBody>
      </p:sp>
      <p:sp>
        <p:nvSpPr>
          <p:cNvPr id="81924" name="Rectangle 3" descr="Rectangle: Click to edit Master text styles&#10;Second level&#10;Third level&#10;Fourth level&#10;Fifth level"/>
          <p:cNvSpPr>
            <a:spLocks noGrp="1" noChangeArrowheads="1"/>
          </p:cNvSpPr>
          <p:nvPr>
            <p:ph type="body" idx="1"/>
          </p:nvPr>
        </p:nvSpPr>
        <p:spPr>
          <a:xfrm>
            <a:off x="685800" y="742950"/>
            <a:ext cx="7772400" cy="3086100"/>
          </a:xfrm>
        </p:spPr>
        <p:txBody>
          <a:bodyPr/>
          <a:lstStyle/>
          <a:p>
            <a:pPr marL="0" indent="0" eaLnBrk="1" hangingPunct="1">
              <a:buNone/>
            </a:pPr>
            <a:r>
              <a:rPr lang="en-US" altLang="zh-CN" dirty="0" smtClean="0">
                <a:latin typeface="宋体" pitchFamily="2" charset="-122"/>
              </a:rPr>
              <a:t>    </a:t>
            </a:r>
            <a:r>
              <a:rPr lang="zh-CN" altLang="en-US" dirty="0" smtClean="0">
                <a:latin typeface="宋体" pitchFamily="2" charset="-122"/>
              </a:rPr>
              <a:t>上式表明，</a:t>
            </a:r>
            <a:r>
              <a:rPr lang="zh-CN" altLang="en-US" dirty="0" smtClean="0">
                <a:solidFill>
                  <a:srgbClr val="C00000"/>
                </a:solidFill>
                <a:latin typeface="宋体" pitchFamily="2" charset="-122"/>
              </a:rPr>
              <a:t>体积内的</a:t>
            </a:r>
            <a:r>
              <a:rPr lang="en-US" altLang="zh-CN" i="1" dirty="0" smtClean="0">
                <a:solidFill>
                  <a:srgbClr val="C00000"/>
                </a:solidFill>
                <a:latin typeface="宋体" pitchFamily="2" charset="-122"/>
              </a:rPr>
              <a:t>ρ</a:t>
            </a:r>
            <a:r>
              <a:rPr lang="zh-CN" altLang="en-US" dirty="0" smtClean="0">
                <a:solidFill>
                  <a:srgbClr val="C00000"/>
                </a:solidFill>
                <a:latin typeface="宋体" pitchFamily="2" charset="-122"/>
              </a:rPr>
              <a:t>随时间按指数规律减小，减小的速度取决于</a:t>
            </a:r>
            <a:r>
              <a:rPr lang="en-US" altLang="zh-CN" i="1" dirty="0" smtClean="0">
                <a:solidFill>
                  <a:srgbClr val="C00000"/>
                </a:solidFill>
                <a:latin typeface="宋体" pitchFamily="2" charset="-122"/>
              </a:rPr>
              <a:t>τ</a:t>
            </a:r>
            <a:r>
              <a:rPr lang="en-US" altLang="zh-CN" dirty="0" smtClean="0">
                <a:solidFill>
                  <a:srgbClr val="C00000"/>
                </a:solidFill>
                <a:latin typeface="宋体" pitchFamily="2" charset="-122"/>
              </a:rPr>
              <a:t>=</a:t>
            </a:r>
            <a:r>
              <a:rPr lang="en-US" altLang="zh-CN" i="1" dirty="0" smtClean="0">
                <a:solidFill>
                  <a:srgbClr val="C00000"/>
                </a:solidFill>
                <a:latin typeface="宋体" pitchFamily="2" charset="-122"/>
              </a:rPr>
              <a:t>ε</a:t>
            </a:r>
            <a:r>
              <a:rPr lang="en-US" altLang="zh-CN" dirty="0" smtClean="0">
                <a:solidFill>
                  <a:srgbClr val="C00000"/>
                </a:solidFill>
                <a:latin typeface="宋体" pitchFamily="2" charset="-122"/>
              </a:rPr>
              <a:t>/</a:t>
            </a:r>
            <a:r>
              <a:rPr lang="en-US" altLang="zh-CN" i="1" dirty="0" smtClean="0">
                <a:solidFill>
                  <a:srgbClr val="C00000"/>
                </a:solidFill>
                <a:latin typeface="宋体" pitchFamily="2" charset="-122"/>
              </a:rPr>
              <a:t>σ</a:t>
            </a:r>
            <a:r>
              <a:rPr lang="zh-CN" altLang="en-US" dirty="0" smtClean="0">
                <a:latin typeface="宋体" pitchFamily="2" charset="-122"/>
              </a:rPr>
              <a:t>。当</a:t>
            </a:r>
            <a:r>
              <a:rPr lang="en-US" altLang="zh-CN" i="1" dirty="0" smtClean="0">
                <a:latin typeface="宋体" pitchFamily="2" charset="-122"/>
              </a:rPr>
              <a:t>ρ</a:t>
            </a:r>
            <a:r>
              <a:rPr lang="zh-CN" altLang="en-US" dirty="0" smtClean="0">
                <a:latin typeface="宋体" pitchFamily="2" charset="-122"/>
              </a:rPr>
              <a:t>由</a:t>
            </a:r>
            <a:r>
              <a:rPr lang="en-US" altLang="zh-CN" i="1" dirty="0" smtClean="0">
                <a:latin typeface="宋体" pitchFamily="2" charset="-122"/>
              </a:rPr>
              <a:t>ρ</a:t>
            </a:r>
            <a:r>
              <a:rPr lang="en-US" altLang="zh-CN" i="1" baseline="-25000" dirty="0" smtClean="0">
                <a:latin typeface="宋体" pitchFamily="2" charset="-122"/>
              </a:rPr>
              <a:t>0 </a:t>
            </a:r>
            <a:r>
              <a:rPr lang="zh-CN" altLang="en-US" dirty="0" smtClean="0">
                <a:latin typeface="宋体" pitchFamily="2" charset="-122"/>
              </a:rPr>
              <a:t>减小到</a:t>
            </a:r>
            <a:r>
              <a:rPr lang="en-US" altLang="zh-CN" i="1" dirty="0" smtClean="0">
                <a:latin typeface="宋体" pitchFamily="2" charset="-122"/>
              </a:rPr>
              <a:t>ρ</a:t>
            </a:r>
            <a:r>
              <a:rPr lang="en-US" altLang="zh-CN" i="1" baseline="-25000" dirty="0" smtClean="0">
                <a:latin typeface="宋体" pitchFamily="2" charset="-122"/>
              </a:rPr>
              <a:t>0 </a:t>
            </a:r>
            <a:r>
              <a:rPr lang="en-US" altLang="zh-CN" dirty="0" smtClean="0">
                <a:latin typeface="宋体" pitchFamily="2" charset="-122"/>
              </a:rPr>
              <a:t>/</a:t>
            </a:r>
            <a:r>
              <a:rPr lang="en-US" altLang="zh-CN" i="1" dirty="0" smtClean="0">
                <a:latin typeface="宋体" pitchFamily="2" charset="-122"/>
              </a:rPr>
              <a:t>e </a:t>
            </a:r>
            <a:r>
              <a:rPr lang="zh-CN" altLang="en-US" dirty="0" smtClean="0">
                <a:latin typeface="宋体" pitchFamily="2" charset="-122"/>
              </a:rPr>
              <a:t>时，所需时间为</a:t>
            </a:r>
            <a:r>
              <a:rPr lang="en-US" altLang="zh-CN" i="1" dirty="0" smtClean="0">
                <a:latin typeface="宋体" pitchFamily="2" charset="-122"/>
              </a:rPr>
              <a:t>τ</a:t>
            </a:r>
            <a:r>
              <a:rPr lang="zh-CN" altLang="en-US" dirty="0" smtClean="0">
                <a:latin typeface="宋体" pitchFamily="2" charset="-122"/>
              </a:rPr>
              <a:t>，称</a:t>
            </a:r>
            <a:r>
              <a:rPr lang="en-US" altLang="zh-CN" i="1" dirty="0" smtClean="0">
                <a:latin typeface="宋体" pitchFamily="2" charset="-122"/>
              </a:rPr>
              <a:t>τ</a:t>
            </a:r>
            <a:r>
              <a:rPr lang="zh-CN" altLang="en-US" dirty="0" smtClean="0">
                <a:latin typeface="宋体" pitchFamily="2" charset="-122"/>
              </a:rPr>
              <a:t>为</a:t>
            </a:r>
            <a:r>
              <a:rPr lang="zh-CN" altLang="en-US" dirty="0" smtClean="0">
                <a:solidFill>
                  <a:schemeClr val="tx2">
                    <a:lumMod val="60000"/>
                    <a:lumOff val="40000"/>
                  </a:schemeClr>
                </a:solidFill>
                <a:latin typeface="宋体" pitchFamily="2" charset="-122"/>
              </a:rPr>
              <a:t>弛豫时间</a:t>
            </a:r>
            <a:r>
              <a:rPr lang="zh-CN" altLang="en-US" dirty="0" smtClean="0">
                <a:latin typeface="宋体" pitchFamily="2" charset="-122"/>
              </a:rPr>
              <a:t>。以铜为</a:t>
            </a:r>
            <a:r>
              <a:rPr lang="zh-CN" altLang="en-US" dirty="0">
                <a:latin typeface="宋体" pitchFamily="2" charset="-122"/>
              </a:rPr>
              <a:t>例，弛豫时间为</a:t>
            </a:r>
            <a:endParaRPr lang="zh-CN" altLang="en-US" dirty="0" smtClean="0">
              <a:latin typeface="宋体" pitchFamily="2" charset="-122"/>
            </a:endParaRPr>
          </a:p>
          <a:p>
            <a:pPr marL="0" indent="0" eaLnBrk="1" hangingPunct="1">
              <a:buFont typeface="Wingdings" pitchFamily="2" charset="2"/>
              <a:buNone/>
            </a:pPr>
            <a:endParaRPr lang="zh-CN" altLang="en-US" dirty="0" smtClean="0">
              <a:latin typeface="宋体" pitchFamily="2" charset="-122"/>
            </a:endParaRPr>
          </a:p>
          <a:p>
            <a:pPr marL="0" indent="0" algn="r" eaLnBrk="1" hangingPunct="1">
              <a:buFont typeface="Wingdings" pitchFamily="2" charset="2"/>
              <a:buNone/>
            </a:pPr>
            <a:r>
              <a:rPr lang="zh-CN" altLang="en-US" dirty="0" smtClean="0">
                <a:latin typeface="宋体" pitchFamily="2" charset="-122"/>
              </a:rPr>
              <a:t>（</a:t>
            </a:r>
            <a:r>
              <a:rPr lang="en-US" altLang="zh-CN" dirty="0" smtClean="0">
                <a:latin typeface="宋体" pitchFamily="2" charset="-122"/>
              </a:rPr>
              <a:t>2.108</a:t>
            </a:r>
            <a:r>
              <a:rPr lang="zh-CN" altLang="en-US" dirty="0" smtClean="0">
                <a:latin typeface="宋体" pitchFamily="2" charset="-122"/>
              </a:rPr>
              <a:t>）</a:t>
            </a:r>
          </a:p>
          <a:p>
            <a:pPr marL="0" indent="0" eaLnBrk="1" hangingPunct="1">
              <a:buFont typeface="Wingdings" pitchFamily="2" charset="2"/>
              <a:buNone/>
            </a:pPr>
            <a:endParaRPr lang="en-US" altLang="zh-CN" dirty="0" smtClean="0">
              <a:latin typeface="宋体" pitchFamily="2" charset="-122"/>
            </a:endParaRPr>
          </a:p>
        </p:txBody>
      </p:sp>
      <p:sp>
        <p:nvSpPr>
          <p:cNvPr id="81925" name="Rectangle 5"/>
          <p:cNvSpPr>
            <a:spLocks noChangeArrowheads="1"/>
          </p:cNvSpPr>
          <p:nvPr/>
        </p:nvSpPr>
        <p:spPr bwMode="auto">
          <a:xfrm>
            <a:off x="0" y="22299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1922" name="Object 4"/>
          <p:cNvGraphicFramePr>
            <a:graphicFrameLocks noChangeAspect="1"/>
          </p:cNvGraphicFramePr>
          <p:nvPr>
            <p:extLst/>
          </p:nvPr>
        </p:nvGraphicFramePr>
        <p:xfrm>
          <a:off x="990600" y="3524250"/>
          <a:ext cx="5334000" cy="723900"/>
        </p:xfrm>
        <a:graphic>
          <a:graphicData uri="http://schemas.openxmlformats.org/presentationml/2006/ole">
            <mc:AlternateContent xmlns:mc="http://schemas.openxmlformats.org/markup-compatibility/2006">
              <mc:Choice xmlns:v="urn:schemas-microsoft-com:vml" Requires="v">
                <p:oleObj spid="_x0000_s190469" name="公式" r:id="rId3" imgW="2311400" imgH="419100" progId="Equation.3">
                  <p:embed/>
                </p:oleObj>
              </mc:Choice>
              <mc:Fallback>
                <p:oleObj name="公式" r:id="rId3" imgW="2311400" imgH="419100" progId="Equation.3">
                  <p:embed/>
                  <p:pic>
                    <p:nvPicPr>
                      <p:cNvPr id="8192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3524250"/>
                        <a:ext cx="5334000"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78290993"/>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pPr eaLnBrk="1" hangingPunct="1"/>
            <a:r>
              <a:rPr lang="en-US" altLang="zh-CN" smtClean="0"/>
              <a:t> </a:t>
            </a:r>
          </a:p>
        </p:txBody>
      </p:sp>
      <p:sp>
        <p:nvSpPr>
          <p:cNvPr id="82951" name="Rectangle 3" descr="Rectangle: Click to edit Master text styles&#10;Second level&#10;Third level&#10;Fourth level&#10;Fifth level"/>
          <p:cNvSpPr>
            <a:spLocks noGrp="1" noChangeArrowheads="1"/>
          </p:cNvSpPr>
          <p:nvPr>
            <p:ph type="body" idx="1"/>
          </p:nvPr>
        </p:nvSpPr>
        <p:spPr>
          <a:xfrm>
            <a:off x="838200" y="857250"/>
            <a:ext cx="7772400" cy="3086100"/>
          </a:xfrm>
        </p:spPr>
        <p:txBody>
          <a:bodyPr/>
          <a:lstStyle/>
          <a:p>
            <a:pPr marL="0" indent="0" eaLnBrk="1" hangingPunct="1">
              <a:buFont typeface="Wingdings" pitchFamily="2" charset="2"/>
              <a:buNone/>
            </a:pPr>
            <a:r>
              <a:rPr lang="zh-CN" altLang="en-US" dirty="0" smtClean="0">
                <a:latin typeface="宋体" pitchFamily="2" charset="-122"/>
              </a:rPr>
              <a:t>不同导电媒质分界面上的</a:t>
            </a:r>
            <a:r>
              <a:rPr lang="zh-CN" altLang="en-US" dirty="0" smtClean="0">
                <a:solidFill>
                  <a:srgbClr val="FF0000"/>
                </a:solidFill>
                <a:latin typeface="宋体" pitchFamily="2" charset="-122"/>
              </a:rPr>
              <a:t>边界条件</a:t>
            </a:r>
            <a:r>
              <a:rPr lang="zh-CN" altLang="en-US" dirty="0" smtClean="0">
                <a:latin typeface="宋体" pitchFamily="2" charset="-122"/>
              </a:rPr>
              <a:t>为</a:t>
            </a:r>
            <a:endParaRPr lang="en-US" altLang="zh-CN" dirty="0" smtClean="0">
              <a:latin typeface="宋体" pitchFamily="2" charset="-122"/>
            </a:endParaRPr>
          </a:p>
          <a:p>
            <a:pPr marL="0" indent="0" eaLnBrk="1" hangingPunct="1">
              <a:buFont typeface="Wingdings" pitchFamily="2" charset="2"/>
              <a:buNone/>
            </a:pPr>
            <a:endParaRPr lang="zh-CN" altLang="en-US" dirty="0" smtClean="0">
              <a:latin typeface="宋体" pitchFamily="2" charset="-122"/>
            </a:endParaRPr>
          </a:p>
          <a:p>
            <a:pPr marL="0" indent="0" algn="r" eaLnBrk="1" hangingPunct="1">
              <a:buFont typeface="Wingdings" pitchFamily="2" charset="2"/>
              <a:buNone/>
            </a:pPr>
            <a:r>
              <a:rPr lang="zh-CN" altLang="en-US" dirty="0" smtClean="0">
                <a:latin typeface="宋体" pitchFamily="2" charset="-122"/>
              </a:rPr>
              <a:t>    </a:t>
            </a:r>
          </a:p>
        </p:txBody>
      </p:sp>
      <p:sp>
        <p:nvSpPr>
          <p:cNvPr id="82952" name="Rectangle 5"/>
          <p:cNvSpPr>
            <a:spLocks noChangeArrowheads="1"/>
          </p:cNvSpPr>
          <p:nvPr/>
        </p:nvSpPr>
        <p:spPr bwMode="auto">
          <a:xfrm>
            <a:off x="0" y="23013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2946" name="Object 4"/>
          <p:cNvGraphicFramePr>
            <a:graphicFrameLocks noChangeAspect="1"/>
          </p:cNvGraphicFramePr>
          <p:nvPr>
            <p:extLst/>
          </p:nvPr>
        </p:nvGraphicFramePr>
        <p:xfrm>
          <a:off x="1403648" y="1980605"/>
          <a:ext cx="1676400" cy="450056"/>
        </p:xfrm>
        <a:graphic>
          <a:graphicData uri="http://schemas.openxmlformats.org/presentationml/2006/ole">
            <mc:AlternateContent xmlns:mc="http://schemas.openxmlformats.org/markup-compatibility/2006">
              <mc:Choice xmlns:v="urn:schemas-microsoft-com:vml" Requires="v">
                <p:oleObj spid="_x0000_s191502" name="公式" r:id="rId3" imgW="634725" imgH="228501" progId="Equation.3">
                  <p:embed/>
                </p:oleObj>
              </mc:Choice>
              <mc:Fallback>
                <p:oleObj name="公式" r:id="rId3" imgW="634725" imgH="228501" progId="Equation.3">
                  <p:embed/>
                  <p:pic>
                    <p:nvPicPr>
                      <p:cNvPr id="8294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1980605"/>
                        <a:ext cx="1676400" cy="450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53" name="Rectangle 7"/>
          <p:cNvSpPr>
            <a:spLocks noChangeArrowheads="1"/>
          </p:cNvSpPr>
          <p:nvPr/>
        </p:nvSpPr>
        <p:spPr bwMode="auto">
          <a:xfrm>
            <a:off x="0" y="230493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2947" name="Object 6"/>
          <p:cNvGraphicFramePr>
            <a:graphicFrameLocks noChangeAspect="1"/>
          </p:cNvGraphicFramePr>
          <p:nvPr>
            <p:extLst/>
          </p:nvPr>
        </p:nvGraphicFramePr>
        <p:xfrm>
          <a:off x="3886200" y="2103834"/>
          <a:ext cx="2362200" cy="391716"/>
        </p:xfrm>
        <a:graphic>
          <a:graphicData uri="http://schemas.openxmlformats.org/presentationml/2006/ole">
            <mc:AlternateContent xmlns:mc="http://schemas.openxmlformats.org/markup-compatibility/2006">
              <mc:Choice xmlns:v="urn:schemas-microsoft-com:vml" Requires="v">
                <p:oleObj spid="_x0000_s191503" name="公式" r:id="rId5" imgW="990170" imgH="215806" progId="Equation.3">
                  <p:embed/>
                </p:oleObj>
              </mc:Choice>
              <mc:Fallback>
                <p:oleObj name="公式" r:id="rId5" imgW="990170" imgH="215806" progId="Equation.3">
                  <p:embed/>
                  <p:pic>
                    <p:nvPicPr>
                      <p:cNvPr id="8294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6200" y="2103834"/>
                        <a:ext cx="2362200" cy="391716"/>
                      </a:xfrm>
                      <a:prstGeom prst="rect">
                        <a:avLst/>
                      </a:prstGeom>
                      <a:solidFill>
                        <a:schemeClr val="tx2">
                          <a:lumMod val="20000"/>
                          <a:lumOff val="80000"/>
                        </a:schemeClr>
                      </a:solidFill>
                      <a:extLst/>
                    </p:spPr>
                  </p:pic>
                </p:oleObj>
              </mc:Fallback>
            </mc:AlternateContent>
          </a:graphicData>
        </a:graphic>
      </p:graphicFrame>
      <p:sp>
        <p:nvSpPr>
          <p:cNvPr id="82954" name="Rectangle 9"/>
          <p:cNvSpPr>
            <a:spLocks noChangeArrowheads="1"/>
          </p:cNvSpPr>
          <p:nvPr/>
        </p:nvSpPr>
        <p:spPr bwMode="auto">
          <a:xfrm>
            <a:off x="0" y="23013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2948" name="Object 8"/>
          <p:cNvGraphicFramePr>
            <a:graphicFrameLocks noChangeAspect="1"/>
          </p:cNvGraphicFramePr>
          <p:nvPr>
            <p:extLst/>
          </p:nvPr>
        </p:nvGraphicFramePr>
        <p:xfrm>
          <a:off x="1251992" y="3307556"/>
          <a:ext cx="1447800" cy="407194"/>
        </p:xfrm>
        <a:graphic>
          <a:graphicData uri="http://schemas.openxmlformats.org/presentationml/2006/ole">
            <mc:AlternateContent xmlns:mc="http://schemas.openxmlformats.org/markup-compatibility/2006">
              <mc:Choice xmlns:v="urn:schemas-microsoft-com:vml" Requires="v">
                <p:oleObj spid="_x0000_s191504" name="公式" r:id="rId7" imgW="609600" imgH="228600" progId="Equation.3">
                  <p:embed/>
                </p:oleObj>
              </mc:Choice>
              <mc:Fallback>
                <p:oleObj name="公式" r:id="rId7" imgW="609600" imgH="228600" progId="Equation.3">
                  <p:embed/>
                  <p:pic>
                    <p:nvPicPr>
                      <p:cNvPr id="82948"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1992" y="3307556"/>
                        <a:ext cx="1447800" cy="4071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55" name="Rectangle 11"/>
          <p:cNvSpPr>
            <a:spLocks noChangeArrowheads="1"/>
          </p:cNvSpPr>
          <p:nvPr/>
        </p:nvSpPr>
        <p:spPr bwMode="auto">
          <a:xfrm>
            <a:off x="0" y="230493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2949" name="Object 10"/>
          <p:cNvGraphicFramePr>
            <a:graphicFrameLocks noChangeAspect="1"/>
          </p:cNvGraphicFramePr>
          <p:nvPr>
            <p:extLst/>
          </p:nvPr>
        </p:nvGraphicFramePr>
        <p:xfrm>
          <a:off x="3810000" y="3325416"/>
          <a:ext cx="2590800" cy="389334"/>
        </p:xfrm>
        <a:graphic>
          <a:graphicData uri="http://schemas.openxmlformats.org/presentationml/2006/ole">
            <mc:AlternateContent xmlns:mc="http://schemas.openxmlformats.org/markup-compatibility/2006">
              <mc:Choice xmlns:v="urn:schemas-microsoft-com:vml" Requires="v">
                <p:oleObj spid="_x0000_s191505" name="公式" r:id="rId9" imgW="1091726" imgH="215806" progId="Equation.3">
                  <p:embed/>
                </p:oleObj>
              </mc:Choice>
              <mc:Fallback>
                <p:oleObj name="公式" r:id="rId9" imgW="1091726" imgH="215806" progId="Equation.3">
                  <p:embed/>
                  <p:pic>
                    <p:nvPicPr>
                      <p:cNvPr id="82949"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0" y="3325416"/>
                        <a:ext cx="2590800" cy="389334"/>
                      </a:xfrm>
                      <a:prstGeom prst="rect">
                        <a:avLst/>
                      </a:prstGeom>
                      <a:solidFill>
                        <a:srgbClr val="99FFCC"/>
                      </a:solidFill>
                      <a:extLst/>
                    </p:spPr>
                  </p:pic>
                </p:oleObj>
              </mc:Fallback>
            </mc:AlternateContent>
          </a:graphicData>
        </a:graphic>
      </p:graphicFrame>
      <p:sp>
        <p:nvSpPr>
          <p:cNvPr id="3" name="圆角矩形标注 2"/>
          <p:cNvSpPr/>
          <p:nvPr/>
        </p:nvSpPr>
        <p:spPr>
          <a:xfrm>
            <a:off x="2627784" y="2695188"/>
            <a:ext cx="2232248" cy="579190"/>
          </a:xfrm>
          <a:prstGeom prst="wedgeRoundRectCallout">
            <a:avLst>
              <a:gd name="adj1" fmla="val -66783"/>
              <a:gd name="adj2" fmla="val -10567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tx2"/>
                </a:solidFill>
                <a:latin typeface="宋体" pitchFamily="2" charset="-122"/>
              </a:rPr>
              <a:t>法向电流密度相等</a:t>
            </a:r>
            <a:endParaRPr lang="zh-CN" altLang="en-US" b="1" dirty="0">
              <a:solidFill>
                <a:schemeClr val="tx2"/>
              </a:solidFill>
            </a:endParaRPr>
          </a:p>
        </p:txBody>
      </p:sp>
      <p:sp>
        <p:nvSpPr>
          <p:cNvPr id="14" name="圆角矩形标注 13"/>
          <p:cNvSpPr/>
          <p:nvPr/>
        </p:nvSpPr>
        <p:spPr>
          <a:xfrm>
            <a:off x="2873152" y="4039999"/>
            <a:ext cx="2232248" cy="579190"/>
          </a:xfrm>
          <a:prstGeom prst="wedgeRoundRectCallout">
            <a:avLst>
              <a:gd name="adj1" fmla="val -66783"/>
              <a:gd name="adj2" fmla="val -105672"/>
              <a:gd name="adj3" fmla="val 16667"/>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smtClean="0">
                <a:solidFill>
                  <a:schemeClr val="tx2"/>
                </a:solidFill>
                <a:latin typeface="宋体" pitchFamily="2" charset="-122"/>
              </a:rPr>
              <a:t>切向电场强度相等</a:t>
            </a:r>
            <a:endParaRPr lang="zh-CN" altLang="en-US" b="1" dirty="0">
              <a:solidFill>
                <a:schemeClr val="tx2"/>
              </a:solidFill>
            </a:endParaRPr>
          </a:p>
        </p:txBody>
      </p:sp>
    </p:spTree>
    <p:extLst>
      <p:ext uri="{BB962C8B-B14F-4D97-AF65-F5344CB8AC3E}">
        <p14:creationId xmlns:p14="http://schemas.microsoft.com/office/powerpoint/2010/main" val="2838797530"/>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9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94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294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29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eaLnBrk="1" hangingPunct="1"/>
            <a:r>
              <a:rPr lang="en-US" altLang="zh-CN" smtClean="0"/>
              <a:t> </a:t>
            </a:r>
          </a:p>
        </p:txBody>
      </p:sp>
      <p:sp>
        <p:nvSpPr>
          <p:cNvPr id="83975" name="Rectangle 3" descr="Rectangle: Click to edit Master text styles&#10;Second level&#10;Third level&#10;Fourth level&#10;Fifth level"/>
          <p:cNvSpPr>
            <a:spLocks noGrp="1" noChangeArrowheads="1"/>
          </p:cNvSpPr>
          <p:nvPr>
            <p:ph type="body" idx="1"/>
          </p:nvPr>
        </p:nvSpPr>
        <p:spPr>
          <a:xfrm>
            <a:off x="467544" y="195486"/>
            <a:ext cx="7772400" cy="3086100"/>
          </a:xfrm>
        </p:spPr>
        <p:txBody>
          <a:bodyPr/>
          <a:lstStyle/>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例</a:t>
            </a:r>
            <a:r>
              <a:rPr lang="en-US" altLang="zh-CN" dirty="0" smtClean="0">
                <a:latin typeface="宋体" pitchFamily="2" charset="-122"/>
              </a:rPr>
              <a:t>2.13  </a:t>
            </a:r>
            <a:r>
              <a:rPr lang="zh-CN" altLang="en-US" dirty="0" smtClean="0">
                <a:latin typeface="宋体" pitchFamily="2" charset="-122"/>
              </a:rPr>
              <a:t>如图</a:t>
            </a:r>
            <a:r>
              <a:rPr lang="en-US" altLang="zh-CN" dirty="0" smtClean="0">
                <a:latin typeface="宋体" pitchFamily="2" charset="-122"/>
              </a:rPr>
              <a:t>2.21</a:t>
            </a:r>
            <a:r>
              <a:rPr lang="zh-CN" altLang="en-US" dirty="0" smtClean="0">
                <a:latin typeface="宋体" pitchFamily="2" charset="-122"/>
              </a:rPr>
              <a:t>所示，一个有两层介质   、  的平行板电容器，两层介质的电导率分别为   、  ，极板的面积为</a:t>
            </a:r>
            <a:r>
              <a:rPr lang="en-US" altLang="zh-CN" dirty="0" smtClean="0">
                <a:latin typeface="宋体" pitchFamily="2" charset="-122"/>
              </a:rPr>
              <a:t>S</a:t>
            </a:r>
            <a:r>
              <a:rPr lang="zh-CN" altLang="en-US" dirty="0" smtClean="0">
                <a:latin typeface="宋体" pitchFamily="2" charset="-122"/>
              </a:rPr>
              <a:t>，求该电容器的漏电导</a:t>
            </a:r>
            <a:r>
              <a:rPr lang="en-US" altLang="zh-CN" i="1" dirty="0" smtClean="0">
                <a:latin typeface="宋体" pitchFamily="2" charset="-122"/>
              </a:rPr>
              <a:t>G</a:t>
            </a:r>
            <a:r>
              <a:rPr lang="zh-CN" altLang="en-US" dirty="0" smtClean="0">
                <a:latin typeface="宋体" pitchFamily="2" charset="-122"/>
              </a:rPr>
              <a:t>。在外加电压</a:t>
            </a:r>
            <a:r>
              <a:rPr lang="en-US" altLang="zh-CN" dirty="0" smtClean="0">
                <a:latin typeface="宋体" pitchFamily="2" charset="-122"/>
              </a:rPr>
              <a:t>U</a:t>
            </a:r>
            <a:r>
              <a:rPr lang="zh-CN" altLang="en-US" dirty="0" smtClean="0">
                <a:latin typeface="宋体" pitchFamily="2" charset="-122"/>
              </a:rPr>
              <a:t>时，求稳态下两极板及介质分界面上的自由电荷密度。</a:t>
            </a:r>
          </a:p>
          <a:p>
            <a:pPr marL="0" indent="0" eaLnBrk="1" hangingPunct="1">
              <a:buFont typeface="Wingdings" pitchFamily="2" charset="2"/>
              <a:buNone/>
            </a:pPr>
            <a:r>
              <a:rPr lang="zh-CN" altLang="en-US" dirty="0" smtClean="0">
                <a:latin typeface="宋体" pitchFamily="2" charset="-122"/>
              </a:rPr>
              <a:t>	</a:t>
            </a:r>
          </a:p>
        </p:txBody>
      </p:sp>
      <p:sp>
        <p:nvSpPr>
          <p:cNvPr id="83976" name="Rectangle 5"/>
          <p:cNvSpPr>
            <a:spLocks noChangeArrowheads="1"/>
          </p:cNvSpPr>
          <p:nvPr/>
        </p:nvSpPr>
        <p:spPr bwMode="auto">
          <a:xfrm>
            <a:off x="0" y="230493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3970" name="Object 4"/>
          <p:cNvGraphicFramePr>
            <a:graphicFrameLocks noChangeAspect="1"/>
          </p:cNvGraphicFramePr>
          <p:nvPr>
            <p:extLst/>
          </p:nvPr>
        </p:nvGraphicFramePr>
        <p:xfrm>
          <a:off x="1458144" y="793180"/>
          <a:ext cx="363538" cy="392906"/>
        </p:xfrm>
        <a:graphic>
          <a:graphicData uri="http://schemas.openxmlformats.org/presentationml/2006/ole">
            <mc:AlternateContent xmlns:mc="http://schemas.openxmlformats.org/markup-compatibility/2006">
              <mc:Choice xmlns:v="urn:schemas-microsoft-com:vml" Requires="v">
                <p:oleObj spid="_x0000_s192529" name="公式" r:id="rId3" imgW="152268" imgH="215713" progId="Equation.3">
                  <p:embed/>
                </p:oleObj>
              </mc:Choice>
              <mc:Fallback>
                <p:oleObj name="公式" r:id="rId3" imgW="152268" imgH="215713" progId="Equation.3">
                  <p:embed/>
                  <p:pic>
                    <p:nvPicPr>
                      <p:cNvPr id="8397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8144" y="793180"/>
                        <a:ext cx="363538" cy="3929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977" name="Rectangle 7"/>
          <p:cNvSpPr>
            <a:spLocks noChangeArrowheads="1"/>
          </p:cNvSpPr>
          <p:nvPr/>
        </p:nvSpPr>
        <p:spPr bwMode="auto">
          <a:xfrm>
            <a:off x="0" y="230493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3971" name="Object 6"/>
          <p:cNvGraphicFramePr>
            <a:graphicFrameLocks noChangeAspect="1"/>
          </p:cNvGraphicFramePr>
          <p:nvPr>
            <p:extLst/>
          </p:nvPr>
        </p:nvGraphicFramePr>
        <p:xfrm>
          <a:off x="2296344" y="869380"/>
          <a:ext cx="433388" cy="392906"/>
        </p:xfrm>
        <a:graphic>
          <a:graphicData uri="http://schemas.openxmlformats.org/presentationml/2006/ole">
            <mc:AlternateContent xmlns:mc="http://schemas.openxmlformats.org/markup-compatibility/2006">
              <mc:Choice xmlns:v="urn:schemas-microsoft-com:vml" Requires="v">
                <p:oleObj spid="_x0000_s192530" name="公式" r:id="rId5" imgW="177569" imgH="215619" progId="Equation.3">
                  <p:embed/>
                </p:oleObj>
              </mc:Choice>
              <mc:Fallback>
                <p:oleObj name="公式" r:id="rId5" imgW="177569" imgH="215619" progId="Equation.3">
                  <p:embed/>
                  <p:pic>
                    <p:nvPicPr>
                      <p:cNvPr id="8397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6344" y="869380"/>
                        <a:ext cx="433388" cy="3929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978" name="Rectangle 9"/>
          <p:cNvSpPr>
            <a:spLocks noChangeArrowheads="1"/>
          </p:cNvSpPr>
          <p:nvPr/>
        </p:nvSpPr>
        <p:spPr bwMode="auto">
          <a:xfrm>
            <a:off x="0" y="230493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3972" name="Object 8"/>
          <p:cNvGraphicFramePr>
            <a:graphicFrameLocks noChangeAspect="1"/>
          </p:cNvGraphicFramePr>
          <p:nvPr>
            <p:extLst/>
          </p:nvPr>
        </p:nvGraphicFramePr>
        <p:xfrm>
          <a:off x="3058344" y="1326580"/>
          <a:ext cx="433388" cy="392906"/>
        </p:xfrm>
        <a:graphic>
          <a:graphicData uri="http://schemas.openxmlformats.org/presentationml/2006/ole">
            <mc:AlternateContent xmlns:mc="http://schemas.openxmlformats.org/markup-compatibility/2006">
              <mc:Choice xmlns:v="urn:schemas-microsoft-com:vml" Requires="v">
                <p:oleObj spid="_x0000_s192531" name="公式" r:id="rId7" imgW="177569" imgH="215619" progId="Equation.3">
                  <p:embed/>
                </p:oleObj>
              </mc:Choice>
              <mc:Fallback>
                <p:oleObj name="公式" r:id="rId7" imgW="177569" imgH="215619" progId="Equation.3">
                  <p:embed/>
                  <p:pic>
                    <p:nvPicPr>
                      <p:cNvPr id="83972"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8344" y="1326580"/>
                        <a:ext cx="433388" cy="3929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979" name="Rectangle 11"/>
          <p:cNvSpPr>
            <a:spLocks noChangeArrowheads="1"/>
          </p:cNvSpPr>
          <p:nvPr/>
        </p:nvSpPr>
        <p:spPr bwMode="auto">
          <a:xfrm>
            <a:off x="0" y="230493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3973" name="Object 10"/>
          <p:cNvGraphicFramePr>
            <a:graphicFrameLocks noChangeAspect="1"/>
          </p:cNvGraphicFramePr>
          <p:nvPr>
            <p:extLst/>
          </p:nvPr>
        </p:nvGraphicFramePr>
        <p:xfrm>
          <a:off x="3896544" y="1250380"/>
          <a:ext cx="477838" cy="392906"/>
        </p:xfrm>
        <a:graphic>
          <a:graphicData uri="http://schemas.openxmlformats.org/presentationml/2006/ole">
            <mc:AlternateContent xmlns:mc="http://schemas.openxmlformats.org/markup-compatibility/2006">
              <mc:Choice xmlns:v="urn:schemas-microsoft-com:vml" Requires="v">
                <p:oleObj spid="_x0000_s192532" name="公式" r:id="rId9" imgW="203024" imgH="215713" progId="Equation.3">
                  <p:embed/>
                </p:oleObj>
              </mc:Choice>
              <mc:Fallback>
                <p:oleObj name="公式" r:id="rId9" imgW="203024" imgH="215713" progId="Equation.3">
                  <p:embed/>
                  <p:pic>
                    <p:nvPicPr>
                      <p:cNvPr id="83973"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96544" y="1250380"/>
                        <a:ext cx="477838" cy="3929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3"/>
          <p:cNvGraphicFramePr>
            <a:graphicFrameLocks noChangeAspect="1"/>
          </p:cNvGraphicFramePr>
          <p:nvPr>
            <p:extLst/>
          </p:nvPr>
        </p:nvGraphicFramePr>
        <p:xfrm>
          <a:off x="2987824" y="2674263"/>
          <a:ext cx="3863773" cy="2068624"/>
        </p:xfrm>
        <a:graphic>
          <a:graphicData uri="http://schemas.openxmlformats.org/presentationml/2006/ole">
            <mc:AlternateContent xmlns:mc="http://schemas.openxmlformats.org/markup-compatibility/2006">
              <mc:Choice xmlns:v="urn:schemas-microsoft-com:vml" Requires="v">
                <p:oleObj spid="_x0000_s192533" r:id="rId11" imgW="13847619" imgH="9885714" progId="">
                  <p:embed/>
                </p:oleObj>
              </mc:Choice>
              <mc:Fallback>
                <p:oleObj r:id="rId11" imgW="13847619" imgH="9885714" progId="">
                  <p:embed/>
                  <p:pic>
                    <p:nvPicPr>
                      <p:cNvPr id="12" name="Object 3"/>
                      <p:cNvPicPr>
                        <a:picLocks noGrp="1"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87824" y="2674263"/>
                        <a:ext cx="3863773" cy="2068624"/>
                      </a:xfrm>
                      <a:prstGeom prst="rect">
                        <a:avLst/>
                      </a:prstGeom>
                      <a:noFill/>
                      <a:extLst/>
                    </p:spPr>
                  </p:pic>
                </p:oleObj>
              </mc:Fallback>
            </mc:AlternateContent>
          </a:graphicData>
        </a:graphic>
      </p:graphicFrame>
      <p:sp>
        <p:nvSpPr>
          <p:cNvPr id="13" name="Rectangle 6"/>
          <p:cNvSpPr>
            <a:spLocks noChangeArrowheads="1"/>
          </p:cNvSpPr>
          <p:nvPr/>
        </p:nvSpPr>
        <p:spPr bwMode="auto">
          <a:xfrm>
            <a:off x="2057400" y="4558357"/>
            <a:ext cx="56044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r>
              <a:rPr lang="zh-CN" altLang="en-US" sz="2400" b="1" dirty="0">
                <a:solidFill>
                  <a:srgbClr val="000000"/>
                </a:solidFill>
                <a:latin typeface="宋体" pitchFamily="2" charset="-122"/>
              </a:rPr>
              <a:t>图</a:t>
            </a:r>
            <a:r>
              <a:rPr lang="en-US" altLang="zh-CN" sz="2400" b="1" dirty="0">
                <a:solidFill>
                  <a:srgbClr val="000000"/>
                </a:solidFill>
                <a:latin typeface="宋体" pitchFamily="2" charset="-122"/>
              </a:rPr>
              <a:t>2.21  </a:t>
            </a:r>
            <a:r>
              <a:rPr lang="zh-CN" altLang="en-US" sz="2400" b="1" dirty="0">
                <a:solidFill>
                  <a:srgbClr val="000000"/>
                </a:solidFill>
                <a:latin typeface="宋体" pitchFamily="2" charset="-122"/>
              </a:rPr>
              <a:t>具有两层介质的平行板电容器 </a:t>
            </a:r>
          </a:p>
        </p:txBody>
      </p:sp>
      <p:cxnSp>
        <p:nvCxnSpPr>
          <p:cNvPr id="3" name="直接连接符 2"/>
          <p:cNvCxnSpPr/>
          <p:nvPr/>
        </p:nvCxnSpPr>
        <p:spPr>
          <a:xfrm>
            <a:off x="3995936" y="3265682"/>
            <a:ext cx="2736304" cy="0"/>
          </a:xfrm>
          <a:prstGeom prst="line">
            <a:avLst/>
          </a:prstGeom>
          <a:ln w="12700">
            <a:solidFill>
              <a:srgbClr val="CC0099"/>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995936" y="3795886"/>
            <a:ext cx="2736304" cy="0"/>
          </a:xfrm>
          <a:prstGeom prst="line">
            <a:avLst/>
          </a:prstGeom>
          <a:ln w="12700">
            <a:solidFill>
              <a:srgbClr val="CC0099"/>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991960" y="4184198"/>
            <a:ext cx="2736304" cy="0"/>
          </a:xfrm>
          <a:prstGeom prst="line">
            <a:avLst/>
          </a:prstGeom>
          <a:ln w="12700">
            <a:solidFill>
              <a:srgbClr val="CC009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8579573"/>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pPr eaLnBrk="1" hangingPunct="1"/>
            <a:r>
              <a:rPr lang="en-US" altLang="zh-CN" dirty="0" smtClean="0"/>
              <a:t> </a:t>
            </a:r>
          </a:p>
        </p:txBody>
      </p:sp>
      <p:sp>
        <p:nvSpPr>
          <p:cNvPr id="88079" name="Rectangle 3" descr="Rectangle: Click to edit Master text styles&#10;Second level&#10;Third level&#10;Fourth level&#10;Fifth level"/>
          <p:cNvSpPr>
            <a:spLocks noGrp="1" noChangeArrowheads="1"/>
          </p:cNvSpPr>
          <p:nvPr>
            <p:ph type="body" idx="1"/>
          </p:nvPr>
        </p:nvSpPr>
        <p:spPr>
          <a:xfrm>
            <a:off x="609600" y="285750"/>
            <a:ext cx="7772400" cy="3086100"/>
          </a:xfrm>
        </p:spPr>
        <p:txBody>
          <a:bodyPr/>
          <a:lstStyle/>
          <a:p>
            <a:pPr lvl="1" indent="0" eaLnBrk="1" hangingPunct="1">
              <a:buFont typeface="Wingdings" pitchFamily="2" charset="2"/>
              <a:buNone/>
            </a:pPr>
            <a:r>
              <a:rPr lang="en-US" altLang="zh-CN" dirty="0" smtClean="0">
                <a:latin typeface="隶书" pitchFamily="49" charset="-122"/>
              </a:rPr>
              <a:t>2.3.3 </a:t>
            </a:r>
            <a:r>
              <a:rPr lang="zh-CN" altLang="en-US" dirty="0" smtClean="0">
                <a:latin typeface="隶书" pitchFamily="49" charset="-122"/>
              </a:rPr>
              <a:t>恒定电场与静电场的比拟</a:t>
            </a:r>
          </a:p>
          <a:p>
            <a:pPr marL="0" indent="0" algn="ctr" eaLnBrk="1" hangingPunct="1">
              <a:buFont typeface="Wingdings" pitchFamily="2" charset="2"/>
              <a:buNone/>
            </a:pPr>
            <a:r>
              <a:rPr lang="zh-CN" altLang="en-US" dirty="0" smtClean="0"/>
              <a:t>   恒定电场                静电场</a:t>
            </a:r>
          </a:p>
        </p:txBody>
      </p:sp>
      <p:sp>
        <p:nvSpPr>
          <p:cNvPr id="88080" name="Rectangle 5"/>
          <p:cNvSpPr>
            <a:spLocks noChangeArrowheads="1"/>
          </p:cNvSpPr>
          <p:nvPr/>
        </p:nvSpPr>
        <p:spPr bwMode="auto">
          <a:xfrm>
            <a:off x="0" y="23120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8066" name="Object 4"/>
          <p:cNvGraphicFramePr>
            <a:graphicFrameLocks noChangeAspect="1"/>
          </p:cNvGraphicFramePr>
          <p:nvPr>
            <p:extLst/>
          </p:nvPr>
        </p:nvGraphicFramePr>
        <p:xfrm>
          <a:off x="2133600" y="1714500"/>
          <a:ext cx="1371600" cy="304800"/>
        </p:xfrm>
        <a:graphic>
          <a:graphicData uri="http://schemas.openxmlformats.org/presentationml/2006/ole">
            <mc:AlternateContent xmlns:mc="http://schemas.openxmlformats.org/markup-compatibility/2006">
              <mc:Choice xmlns:v="urn:schemas-microsoft-com:vml" Requires="v">
                <p:oleObj spid="_x0000_s196646" name="公式" r:id="rId3" imgW="672808" imgH="203112" progId="Equation.3">
                  <p:embed/>
                </p:oleObj>
              </mc:Choice>
              <mc:Fallback>
                <p:oleObj name="公式" r:id="rId3" imgW="672808" imgH="203112" progId="Equation.3">
                  <p:embed/>
                  <p:pic>
                    <p:nvPicPr>
                      <p:cNvPr id="8806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1714500"/>
                        <a:ext cx="1371600" cy="304800"/>
                      </a:xfrm>
                      <a:prstGeom prst="rect">
                        <a:avLst/>
                      </a:prstGeom>
                      <a:solidFill>
                        <a:srgbClr val="F0C2FF"/>
                      </a:solidFill>
                    </p:spPr>
                  </p:pic>
                </p:oleObj>
              </mc:Fallback>
            </mc:AlternateContent>
          </a:graphicData>
        </a:graphic>
      </p:graphicFrame>
      <p:sp>
        <p:nvSpPr>
          <p:cNvPr id="88081" name="Rectangle 7"/>
          <p:cNvSpPr>
            <a:spLocks noChangeArrowheads="1"/>
          </p:cNvSpPr>
          <p:nvPr/>
        </p:nvSpPr>
        <p:spPr bwMode="auto">
          <a:xfrm>
            <a:off x="0" y="23120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8067" name="Object 6"/>
          <p:cNvGraphicFramePr>
            <a:graphicFrameLocks noChangeAspect="1"/>
          </p:cNvGraphicFramePr>
          <p:nvPr>
            <p:extLst/>
          </p:nvPr>
        </p:nvGraphicFramePr>
        <p:xfrm>
          <a:off x="5029200" y="1771650"/>
          <a:ext cx="1371600" cy="304800"/>
        </p:xfrm>
        <a:graphic>
          <a:graphicData uri="http://schemas.openxmlformats.org/presentationml/2006/ole">
            <mc:AlternateContent xmlns:mc="http://schemas.openxmlformats.org/markup-compatibility/2006">
              <mc:Choice xmlns:v="urn:schemas-microsoft-com:vml" Requires="v">
                <p:oleObj spid="_x0000_s196647" name="公式" r:id="rId5" imgW="672808" imgH="203112" progId="Equation.3">
                  <p:embed/>
                </p:oleObj>
              </mc:Choice>
              <mc:Fallback>
                <p:oleObj name="公式" r:id="rId5" imgW="672808" imgH="203112" progId="Equation.3">
                  <p:embed/>
                  <p:pic>
                    <p:nvPicPr>
                      <p:cNvPr id="8806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9200" y="1771650"/>
                        <a:ext cx="1371600" cy="304800"/>
                      </a:xfrm>
                      <a:prstGeom prst="rect">
                        <a:avLst/>
                      </a:prstGeom>
                      <a:solidFill>
                        <a:srgbClr val="F0C2FF"/>
                      </a:solidFill>
                    </p:spPr>
                  </p:pic>
                </p:oleObj>
              </mc:Fallback>
            </mc:AlternateContent>
          </a:graphicData>
        </a:graphic>
      </p:graphicFrame>
      <p:sp>
        <p:nvSpPr>
          <p:cNvPr id="88082" name="Rectangle 9"/>
          <p:cNvSpPr>
            <a:spLocks noChangeArrowheads="1"/>
          </p:cNvSpPr>
          <p:nvPr/>
        </p:nvSpPr>
        <p:spPr bwMode="auto">
          <a:xfrm>
            <a:off x="0" y="23120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8068" name="Object 8"/>
          <p:cNvGraphicFramePr>
            <a:graphicFrameLocks noChangeAspect="1"/>
          </p:cNvGraphicFramePr>
          <p:nvPr>
            <p:extLst/>
          </p:nvPr>
        </p:nvGraphicFramePr>
        <p:xfrm>
          <a:off x="2209800" y="2114550"/>
          <a:ext cx="1295400" cy="323850"/>
        </p:xfrm>
        <a:graphic>
          <a:graphicData uri="http://schemas.openxmlformats.org/presentationml/2006/ole">
            <mc:AlternateContent xmlns:mc="http://schemas.openxmlformats.org/markup-compatibility/2006">
              <mc:Choice xmlns:v="urn:schemas-microsoft-com:vml" Requires="v">
                <p:oleObj spid="_x0000_s196648" name="公式" r:id="rId7" imgW="596641" imgH="203112" progId="Equation.3">
                  <p:embed/>
                </p:oleObj>
              </mc:Choice>
              <mc:Fallback>
                <p:oleObj name="公式" r:id="rId7" imgW="596641" imgH="203112" progId="Equation.3">
                  <p:embed/>
                  <p:pic>
                    <p:nvPicPr>
                      <p:cNvPr id="88068"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9800" y="2114550"/>
                        <a:ext cx="1295400" cy="323850"/>
                      </a:xfrm>
                      <a:prstGeom prst="rect">
                        <a:avLst/>
                      </a:prstGeom>
                      <a:solidFill>
                        <a:srgbClr val="99FFCC"/>
                      </a:solidFill>
                    </p:spPr>
                  </p:pic>
                </p:oleObj>
              </mc:Fallback>
            </mc:AlternateContent>
          </a:graphicData>
        </a:graphic>
      </p:graphicFrame>
      <p:sp>
        <p:nvSpPr>
          <p:cNvPr id="88083" name="Rectangle 11"/>
          <p:cNvSpPr>
            <a:spLocks noChangeArrowheads="1"/>
          </p:cNvSpPr>
          <p:nvPr/>
        </p:nvSpPr>
        <p:spPr bwMode="auto">
          <a:xfrm>
            <a:off x="0" y="23120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8069" name="Object 10"/>
          <p:cNvGraphicFramePr>
            <a:graphicFrameLocks noChangeAspect="1"/>
          </p:cNvGraphicFramePr>
          <p:nvPr>
            <p:extLst/>
          </p:nvPr>
        </p:nvGraphicFramePr>
        <p:xfrm>
          <a:off x="5181600" y="2137171"/>
          <a:ext cx="1219200" cy="282179"/>
        </p:xfrm>
        <a:graphic>
          <a:graphicData uri="http://schemas.openxmlformats.org/presentationml/2006/ole">
            <mc:AlternateContent xmlns:mc="http://schemas.openxmlformats.org/markup-compatibility/2006">
              <mc:Choice xmlns:v="urn:schemas-microsoft-com:vml" Requires="v">
                <p:oleObj spid="_x0000_s196649" name="公式" r:id="rId9" imgW="647419" imgH="203112" progId="Equation.3">
                  <p:embed/>
                </p:oleObj>
              </mc:Choice>
              <mc:Fallback>
                <p:oleObj name="公式" r:id="rId9" imgW="647419" imgH="203112" progId="Equation.3">
                  <p:embed/>
                  <p:pic>
                    <p:nvPicPr>
                      <p:cNvPr id="88069"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81600" y="2137171"/>
                        <a:ext cx="1219200" cy="282179"/>
                      </a:xfrm>
                      <a:prstGeom prst="rect">
                        <a:avLst/>
                      </a:prstGeom>
                      <a:solidFill>
                        <a:srgbClr val="99FFCC"/>
                      </a:solidFill>
                    </p:spPr>
                  </p:pic>
                </p:oleObj>
              </mc:Fallback>
            </mc:AlternateContent>
          </a:graphicData>
        </a:graphic>
      </p:graphicFrame>
      <p:sp>
        <p:nvSpPr>
          <p:cNvPr id="88084" name="Rectangle 13"/>
          <p:cNvSpPr>
            <a:spLocks noChangeArrowheads="1"/>
          </p:cNvSpPr>
          <p:nvPr/>
        </p:nvSpPr>
        <p:spPr bwMode="auto">
          <a:xfrm>
            <a:off x="0" y="23013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8070" name="Object 12"/>
          <p:cNvGraphicFramePr>
            <a:graphicFrameLocks noChangeAspect="1"/>
          </p:cNvGraphicFramePr>
          <p:nvPr>
            <p:extLst/>
          </p:nvPr>
        </p:nvGraphicFramePr>
        <p:xfrm>
          <a:off x="2286000" y="2476500"/>
          <a:ext cx="1143000" cy="400050"/>
        </p:xfrm>
        <a:graphic>
          <a:graphicData uri="http://schemas.openxmlformats.org/presentationml/2006/ole">
            <mc:AlternateContent xmlns:mc="http://schemas.openxmlformats.org/markup-compatibility/2006">
              <mc:Choice xmlns:v="urn:schemas-microsoft-com:vml" Requires="v">
                <p:oleObj spid="_x0000_s196650" name="公式" r:id="rId11" imgW="533169" imgH="228501" progId="Equation.3">
                  <p:embed/>
                </p:oleObj>
              </mc:Choice>
              <mc:Fallback>
                <p:oleObj name="公式" r:id="rId11" imgW="533169" imgH="228501" progId="Equation.3">
                  <p:embed/>
                  <p:pic>
                    <p:nvPicPr>
                      <p:cNvPr id="8807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6000" y="2476500"/>
                        <a:ext cx="1143000" cy="400050"/>
                      </a:xfrm>
                      <a:prstGeom prst="rect">
                        <a:avLst/>
                      </a:prstGeom>
                      <a:solidFill>
                        <a:srgbClr val="EDDC9C"/>
                      </a:solidFill>
                    </p:spPr>
                  </p:pic>
                </p:oleObj>
              </mc:Fallback>
            </mc:AlternateContent>
          </a:graphicData>
        </a:graphic>
      </p:graphicFrame>
      <p:sp>
        <p:nvSpPr>
          <p:cNvPr id="88085" name="Rectangle 15"/>
          <p:cNvSpPr>
            <a:spLocks noChangeArrowheads="1"/>
          </p:cNvSpPr>
          <p:nvPr/>
        </p:nvSpPr>
        <p:spPr bwMode="auto">
          <a:xfrm>
            <a:off x="0" y="2329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8071" name="Object 14"/>
          <p:cNvGraphicFramePr>
            <a:graphicFrameLocks noChangeAspect="1"/>
          </p:cNvGraphicFramePr>
          <p:nvPr>
            <p:extLst/>
          </p:nvPr>
        </p:nvGraphicFramePr>
        <p:xfrm>
          <a:off x="5181600" y="2528887"/>
          <a:ext cx="990600" cy="347663"/>
        </p:xfrm>
        <a:graphic>
          <a:graphicData uri="http://schemas.openxmlformats.org/presentationml/2006/ole">
            <mc:AlternateContent xmlns:mc="http://schemas.openxmlformats.org/markup-compatibility/2006">
              <mc:Choice xmlns:v="urn:schemas-microsoft-com:vml" Requires="v">
                <p:oleObj spid="_x0000_s196651" name="公式" r:id="rId13" imgW="520700" imgH="228600" progId="Equation.3">
                  <p:embed/>
                </p:oleObj>
              </mc:Choice>
              <mc:Fallback>
                <p:oleObj name="公式" r:id="rId13" imgW="520700" imgH="228600" progId="Equation.3">
                  <p:embed/>
                  <p:pic>
                    <p:nvPicPr>
                      <p:cNvPr id="88071"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81600" y="2528887"/>
                        <a:ext cx="990600" cy="347663"/>
                      </a:xfrm>
                      <a:prstGeom prst="rect">
                        <a:avLst/>
                      </a:prstGeom>
                      <a:solidFill>
                        <a:srgbClr val="EDDC9C"/>
                      </a:solidFill>
                    </p:spPr>
                  </p:pic>
                </p:oleObj>
              </mc:Fallback>
            </mc:AlternateContent>
          </a:graphicData>
        </a:graphic>
      </p:graphicFrame>
      <p:sp>
        <p:nvSpPr>
          <p:cNvPr id="88086" name="Rectangle 17"/>
          <p:cNvSpPr>
            <a:spLocks noChangeArrowheads="1"/>
          </p:cNvSpPr>
          <p:nvPr/>
        </p:nvSpPr>
        <p:spPr bwMode="auto">
          <a:xfrm>
            <a:off x="0" y="227278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8072" name="Object 16"/>
          <p:cNvGraphicFramePr>
            <a:graphicFrameLocks noChangeAspect="1"/>
          </p:cNvGraphicFramePr>
          <p:nvPr>
            <p:extLst/>
          </p:nvPr>
        </p:nvGraphicFramePr>
        <p:xfrm>
          <a:off x="2286000" y="2952750"/>
          <a:ext cx="1143000" cy="316706"/>
        </p:xfrm>
        <a:graphic>
          <a:graphicData uri="http://schemas.openxmlformats.org/presentationml/2006/ole">
            <mc:AlternateContent xmlns:mc="http://schemas.openxmlformats.org/markup-compatibility/2006">
              <mc:Choice xmlns:v="urn:schemas-microsoft-com:vml" Requires="v">
                <p:oleObj spid="_x0000_s196652" name="公式" r:id="rId15" imgW="545626" imgH="203024" progId="Equation.3">
                  <p:embed/>
                </p:oleObj>
              </mc:Choice>
              <mc:Fallback>
                <p:oleObj name="公式" r:id="rId15" imgW="545626" imgH="203024" progId="Equation.3">
                  <p:embed/>
                  <p:pic>
                    <p:nvPicPr>
                      <p:cNvPr id="88072"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86000" y="2952750"/>
                        <a:ext cx="1143000" cy="316706"/>
                      </a:xfrm>
                      <a:prstGeom prst="rect">
                        <a:avLst/>
                      </a:prstGeom>
                      <a:solidFill>
                        <a:srgbClr val="CCCCFF"/>
                      </a:solidFill>
                    </p:spPr>
                  </p:pic>
                </p:oleObj>
              </mc:Fallback>
            </mc:AlternateContent>
          </a:graphicData>
        </a:graphic>
      </p:graphicFrame>
      <p:sp>
        <p:nvSpPr>
          <p:cNvPr id="88087" name="Rectangle 19"/>
          <p:cNvSpPr>
            <a:spLocks noChangeArrowheads="1"/>
          </p:cNvSpPr>
          <p:nvPr/>
        </p:nvSpPr>
        <p:spPr bwMode="auto">
          <a:xfrm>
            <a:off x="4447607" y="2216230"/>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1" hangingPunct="1"/>
            <a:r>
              <a:rPr lang="en-US" altLang="zh-CN"/>
              <a:t> </a:t>
            </a:r>
          </a:p>
        </p:txBody>
      </p:sp>
      <p:graphicFrame>
        <p:nvGraphicFramePr>
          <p:cNvPr id="88073" name="Object 18"/>
          <p:cNvGraphicFramePr>
            <a:graphicFrameLocks noChangeAspect="1"/>
          </p:cNvGraphicFramePr>
          <p:nvPr>
            <p:extLst/>
          </p:nvPr>
        </p:nvGraphicFramePr>
        <p:xfrm>
          <a:off x="5105400" y="3013471"/>
          <a:ext cx="1219200" cy="320279"/>
        </p:xfrm>
        <a:graphic>
          <a:graphicData uri="http://schemas.openxmlformats.org/presentationml/2006/ole">
            <mc:AlternateContent xmlns:mc="http://schemas.openxmlformats.org/markup-compatibility/2006">
              <mc:Choice xmlns:v="urn:schemas-microsoft-com:vml" Requires="v">
                <p:oleObj spid="_x0000_s196653" name="公式" r:id="rId17" imgW="571252" imgH="203112" progId="Equation.3">
                  <p:embed/>
                </p:oleObj>
              </mc:Choice>
              <mc:Fallback>
                <p:oleObj name="公式" r:id="rId17" imgW="571252" imgH="203112" progId="Equation.3">
                  <p:embed/>
                  <p:pic>
                    <p:nvPicPr>
                      <p:cNvPr id="88073"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105400" y="3013471"/>
                        <a:ext cx="1219200" cy="320279"/>
                      </a:xfrm>
                      <a:prstGeom prst="rect">
                        <a:avLst/>
                      </a:prstGeom>
                      <a:solidFill>
                        <a:srgbClr val="CCCCFF"/>
                      </a:solidFill>
                    </p:spPr>
                  </p:pic>
                </p:oleObj>
              </mc:Fallback>
            </mc:AlternateContent>
          </a:graphicData>
        </a:graphic>
      </p:graphicFrame>
      <p:sp>
        <p:nvSpPr>
          <p:cNvPr id="88088" name="Rectangle 21"/>
          <p:cNvSpPr>
            <a:spLocks noChangeArrowheads="1"/>
          </p:cNvSpPr>
          <p:nvPr/>
        </p:nvSpPr>
        <p:spPr bwMode="auto">
          <a:xfrm>
            <a:off x="0" y="227635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8074" name="Object 20"/>
          <p:cNvGraphicFramePr>
            <a:graphicFrameLocks noChangeAspect="1"/>
          </p:cNvGraphicFramePr>
          <p:nvPr>
            <p:extLst/>
          </p:nvPr>
        </p:nvGraphicFramePr>
        <p:xfrm>
          <a:off x="2133600" y="3371850"/>
          <a:ext cx="1524000" cy="450056"/>
        </p:xfrm>
        <a:graphic>
          <a:graphicData uri="http://schemas.openxmlformats.org/presentationml/2006/ole">
            <mc:AlternateContent xmlns:mc="http://schemas.openxmlformats.org/markup-compatibility/2006">
              <mc:Choice xmlns:v="urn:schemas-microsoft-com:vml" Requires="v">
                <p:oleObj spid="_x0000_s196654" name="公式" r:id="rId19" imgW="748975" imgH="291973" progId="Equation.3">
                  <p:embed/>
                </p:oleObj>
              </mc:Choice>
              <mc:Fallback>
                <p:oleObj name="公式" r:id="rId19" imgW="748975" imgH="291973" progId="Equation.3">
                  <p:embed/>
                  <p:pic>
                    <p:nvPicPr>
                      <p:cNvPr id="88074" name="Object 2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33600" y="3371850"/>
                        <a:ext cx="1524000" cy="450056"/>
                      </a:xfrm>
                      <a:prstGeom prst="rect">
                        <a:avLst/>
                      </a:prstGeom>
                      <a:solidFill>
                        <a:srgbClr val="F7EFCD"/>
                      </a:solidFill>
                    </p:spPr>
                  </p:pic>
                </p:oleObj>
              </mc:Fallback>
            </mc:AlternateContent>
          </a:graphicData>
        </a:graphic>
      </p:graphicFrame>
      <p:graphicFrame>
        <p:nvGraphicFramePr>
          <p:cNvPr id="88075" name="Object 22"/>
          <p:cNvGraphicFramePr>
            <a:graphicFrameLocks noChangeAspect="1"/>
          </p:cNvGraphicFramePr>
          <p:nvPr>
            <p:extLst/>
          </p:nvPr>
        </p:nvGraphicFramePr>
        <p:xfrm>
          <a:off x="5105400" y="3429000"/>
          <a:ext cx="1371600" cy="378619"/>
        </p:xfrm>
        <a:graphic>
          <a:graphicData uri="http://schemas.openxmlformats.org/presentationml/2006/ole">
            <mc:AlternateContent xmlns:mc="http://schemas.openxmlformats.org/markup-compatibility/2006">
              <mc:Choice xmlns:v="urn:schemas-microsoft-com:vml" Requires="v">
                <p:oleObj spid="_x0000_s196655" name="公式" r:id="rId21" imgW="799753" imgH="291973" progId="Equation.3">
                  <p:embed/>
                </p:oleObj>
              </mc:Choice>
              <mc:Fallback>
                <p:oleObj name="公式" r:id="rId21" imgW="799753" imgH="291973" progId="Equation.3">
                  <p:embed/>
                  <p:pic>
                    <p:nvPicPr>
                      <p:cNvPr id="88075" name="Object 2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05400" y="3429000"/>
                        <a:ext cx="1371600" cy="378619"/>
                      </a:xfrm>
                      <a:prstGeom prst="rect">
                        <a:avLst/>
                      </a:prstGeom>
                      <a:solidFill>
                        <a:srgbClr val="F7EFCD"/>
                      </a:solidFill>
                    </p:spPr>
                  </p:pic>
                </p:oleObj>
              </mc:Fallback>
            </mc:AlternateContent>
          </a:graphicData>
        </a:graphic>
      </p:graphicFrame>
      <p:sp>
        <p:nvSpPr>
          <p:cNvPr id="88089" name="Rectangle 25"/>
          <p:cNvSpPr>
            <a:spLocks noChangeArrowheads="1"/>
          </p:cNvSpPr>
          <p:nvPr/>
        </p:nvSpPr>
        <p:spPr bwMode="auto">
          <a:xfrm>
            <a:off x="-304800" y="2329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8076" name="Object 24"/>
          <p:cNvGraphicFramePr>
            <a:graphicFrameLocks noChangeAspect="1"/>
          </p:cNvGraphicFramePr>
          <p:nvPr>
            <p:extLst/>
          </p:nvPr>
        </p:nvGraphicFramePr>
        <p:xfrm>
          <a:off x="2362200" y="3918346"/>
          <a:ext cx="990600" cy="634604"/>
        </p:xfrm>
        <a:graphic>
          <a:graphicData uri="http://schemas.openxmlformats.org/presentationml/2006/ole">
            <mc:AlternateContent xmlns:mc="http://schemas.openxmlformats.org/markup-compatibility/2006">
              <mc:Choice xmlns:v="urn:schemas-microsoft-com:vml" Requires="v">
                <p:oleObj spid="_x0000_s196656" name="公式" r:id="rId23" imgW="457002" imgH="393529" progId="Equation.3">
                  <p:embed/>
                </p:oleObj>
              </mc:Choice>
              <mc:Fallback>
                <p:oleObj name="公式" r:id="rId23" imgW="457002" imgH="393529" progId="Equation.3">
                  <p:embed/>
                  <p:pic>
                    <p:nvPicPr>
                      <p:cNvPr id="88076" name="Object 2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362200" y="3918346"/>
                        <a:ext cx="990600" cy="634604"/>
                      </a:xfrm>
                      <a:prstGeom prst="rect">
                        <a:avLst/>
                      </a:prstGeom>
                      <a:solidFill>
                        <a:srgbClr val="FF7C80"/>
                      </a:solidFill>
                    </p:spPr>
                  </p:pic>
                </p:oleObj>
              </mc:Fallback>
            </mc:AlternateContent>
          </a:graphicData>
        </a:graphic>
      </p:graphicFrame>
      <p:graphicFrame>
        <p:nvGraphicFramePr>
          <p:cNvPr id="88077" name="Object 26"/>
          <p:cNvGraphicFramePr>
            <a:graphicFrameLocks noChangeAspect="1"/>
          </p:cNvGraphicFramePr>
          <p:nvPr>
            <p:extLst/>
          </p:nvPr>
        </p:nvGraphicFramePr>
        <p:xfrm>
          <a:off x="5181600" y="3867150"/>
          <a:ext cx="990600" cy="634604"/>
        </p:xfrm>
        <a:graphic>
          <a:graphicData uri="http://schemas.openxmlformats.org/presentationml/2006/ole">
            <mc:AlternateContent xmlns:mc="http://schemas.openxmlformats.org/markup-compatibility/2006">
              <mc:Choice xmlns:v="urn:schemas-microsoft-com:vml" Requires="v">
                <p:oleObj spid="_x0000_s196657" name="公式" r:id="rId25" imgW="457002" imgH="393529" progId="Equation.3">
                  <p:embed/>
                </p:oleObj>
              </mc:Choice>
              <mc:Fallback>
                <p:oleObj name="公式" r:id="rId25" imgW="457002" imgH="393529" progId="Equation.3">
                  <p:embed/>
                  <p:pic>
                    <p:nvPicPr>
                      <p:cNvPr id="88077" name="Object 2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181600" y="3867150"/>
                        <a:ext cx="990600" cy="634604"/>
                      </a:xfrm>
                      <a:prstGeom prst="rect">
                        <a:avLst/>
                      </a:prstGeom>
                      <a:solidFill>
                        <a:srgbClr val="FF7C80"/>
                      </a:solidFill>
                    </p:spPr>
                  </p:pic>
                </p:oleObj>
              </mc:Fallback>
            </mc:AlternateContent>
          </a:graphicData>
        </a:graphic>
      </p:graphicFrame>
      <p:sp>
        <p:nvSpPr>
          <p:cNvPr id="2" name="矩形 1"/>
          <p:cNvSpPr/>
          <p:nvPr/>
        </p:nvSpPr>
        <p:spPr>
          <a:xfrm>
            <a:off x="1408837" y="4019550"/>
            <a:ext cx="877163" cy="369332"/>
          </a:xfrm>
          <a:prstGeom prst="rect">
            <a:avLst/>
          </a:prstGeom>
        </p:spPr>
        <p:txBody>
          <a:bodyPr wrap="none">
            <a:spAutoFit/>
          </a:bodyPr>
          <a:lstStyle/>
          <a:p>
            <a:r>
              <a:rPr lang="zh-CN" altLang="en-US" dirty="0"/>
              <a:t>漏电导</a:t>
            </a:r>
          </a:p>
        </p:txBody>
      </p:sp>
      <p:sp>
        <p:nvSpPr>
          <p:cNvPr id="27" name="矩形 26"/>
          <p:cNvSpPr/>
          <p:nvPr/>
        </p:nvSpPr>
        <p:spPr>
          <a:xfrm>
            <a:off x="4459069" y="4019550"/>
            <a:ext cx="646331" cy="369332"/>
          </a:xfrm>
          <a:prstGeom prst="rect">
            <a:avLst/>
          </a:prstGeom>
        </p:spPr>
        <p:txBody>
          <a:bodyPr wrap="none">
            <a:spAutoFit/>
          </a:bodyPr>
          <a:lstStyle/>
          <a:p>
            <a:r>
              <a:rPr lang="zh-CN" altLang="en-US" dirty="0" smtClean="0"/>
              <a:t>电容</a:t>
            </a:r>
            <a:endParaRPr lang="zh-CN" altLang="en-US" dirty="0"/>
          </a:p>
        </p:txBody>
      </p:sp>
    </p:spTree>
    <p:extLst>
      <p:ext uri="{BB962C8B-B14F-4D97-AF65-F5344CB8AC3E}">
        <p14:creationId xmlns:p14="http://schemas.microsoft.com/office/powerpoint/2010/main" val="1691684593"/>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pPr eaLnBrk="1" hangingPunct="1">
              <a:defRPr/>
            </a:pPr>
            <a:r>
              <a:rPr lang="en-US" altLang="zh-CN" dirty="0" smtClean="0"/>
              <a:t>  2.4  </a:t>
            </a:r>
            <a:r>
              <a:rPr lang="zh-CN" altLang="en-US" dirty="0" smtClean="0"/>
              <a:t>恒定磁场</a:t>
            </a:r>
          </a:p>
        </p:txBody>
      </p:sp>
      <p:sp>
        <p:nvSpPr>
          <p:cNvPr id="89093" name="Rectangle 3" descr="Rectangle: Click to edit Master text styles&#10;Second level&#10;Third level&#10;Fourth level&#10;Fifth level"/>
          <p:cNvSpPr>
            <a:spLocks noGrp="1" noChangeArrowheads="1"/>
          </p:cNvSpPr>
          <p:nvPr>
            <p:ph type="body" idx="1"/>
          </p:nvPr>
        </p:nvSpPr>
        <p:spPr>
          <a:xfrm>
            <a:off x="228600" y="1085850"/>
            <a:ext cx="8382000" cy="3086100"/>
          </a:xfrm>
        </p:spPr>
        <p:txBody>
          <a:bodyPr/>
          <a:lstStyle/>
          <a:p>
            <a:pPr lvl="1" indent="0" eaLnBrk="1" hangingPunct="1">
              <a:buFont typeface="Wingdings" pitchFamily="2" charset="2"/>
              <a:buNone/>
            </a:pPr>
            <a:r>
              <a:rPr lang="en-US" altLang="zh-CN" dirty="0" smtClean="0">
                <a:latin typeface="隶书" pitchFamily="49" charset="-122"/>
              </a:rPr>
              <a:t>2.4.1 </a:t>
            </a:r>
            <a:r>
              <a:rPr lang="zh-CN" altLang="en-US" dirty="0" smtClean="0">
                <a:latin typeface="隶书" pitchFamily="49" charset="-122"/>
              </a:rPr>
              <a:t>真空中恒定磁场的基本方程</a:t>
            </a:r>
            <a:r>
              <a:rPr lang="zh-CN" altLang="en-US" dirty="0" smtClean="0">
                <a:latin typeface="宋体" pitchFamily="2" charset="-122"/>
              </a:rPr>
              <a:t> </a:t>
            </a:r>
          </a:p>
        </p:txBody>
      </p:sp>
      <p:sp>
        <p:nvSpPr>
          <p:cNvPr id="89094" name="Rectangle 5"/>
          <p:cNvSpPr>
            <a:spLocks noChangeArrowheads="1"/>
          </p:cNvSpPr>
          <p:nvPr/>
        </p:nvSpPr>
        <p:spPr bwMode="auto">
          <a:xfrm>
            <a:off x="0" y="227635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9090" name="Object 4"/>
          <p:cNvGraphicFramePr>
            <a:graphicFrameLocks noChangeAspect="1"/>
          </p:cNvGraphicFramePr>
          <p:nvPr>
            <p:extLst/>
          </p:nvPr>
        </p:nvGraphicFramePr>
        <p:xfrm>
          <a:off x="3137569" y="3167926"/>
          <a:ext cx="2436813" cy="688975"/>
        </p:xfrm>
        <a:graphic>
          <a:graphicData uri="http://schemas.openxmlformats.org/presentationml/2006/ole">
            <mc:AlternateContent xmlns:mc="http://schemas.openxmlformats.org/markup-compatibility/2006">
              <mc:Choice xmlns:v="urn:schemas-microsoft-com:vml" Requires="v">
                <p:oleObj spid="_x0000_s197646" name="公式" r:id="rId4" imgW="787320" imgH="291960" progId="Equation.3">
                  <p:embed/>
                </p:oleObj>
              </mc:Choice>
              <mc:Fallback>
                <p:oleObj name="公式" r:id="rId4" imgW="787320" imgH="291960" progId="Equation.3">
                  <p:embed/>
                  <p:pic>
                    <p:nvPicPr>
                      <p:cNvPr id="89090" name="Object 4"/>
                      <p:cNvPicPr>
                        <a:picLocks noChangeAspect="1" noChangeArrowheads="1"/>
                      </p:cNvPicPr>
                      <p:nvPr/>
                    </p:nvPicPr>
                    <p:blipFill>
                      <a:blip r:embed="rId5"/>
                      <a:srcRect/>
                      <a:stretch>
                        <a:fillRect/>
                      </a:stretch>
                    </p:blipFill>
                    <p:spPr bwMode="auto">
                      <a:xfrm>
                        <a:off x="3137569" y="3167926"/>
                        <a:ext cx="2436813" cy="688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9095" name="Rectangle 7"/>
          <p:cNvSpPr>
            <a:spLocks noChangeArrowheads="1"/>
          </p:cNvSpPr>
          <p:nvPr/>
        </p:nvSpPr>
        <p:spPr bwMode="auto">
          <a:xfrm>
            <a:off x="0" y="23192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89091" name="Object 6"/>
          <p:cNvGraphicFramePr>
            <a:graphicFrameLocks noChangeAspect="1"/>
          </p:cNvGraphicFramePr>
          <p:nvPr>
            <p:extLst/>
          </p:nvPr>
        </p:nvGraphicFramePr>
        <p:xfrm>
          <a:off x="3275461" y="4076874"/>
          <a:ext cx="2209800" cy="491729"/>
        </p:xfrm>
        <a:graphic>
          <a:graphicData uri="http://schemas.openxmlformats.org/presentationml/2006/ole">
            <mc:AlternateContent xmlns:mc="http://schemas.openxmlformats.org/markup-compatibility/2006">
              <mc:Choice xmlns:v="urn:schemas-microsoft-com:vml" Requires="v">
                <p:oleObj spid="_x0000_s197647" name="公式" r:id="rId6" imgW="609336" imgH="177723" progId="Equation.3">
                  <p:embed/>
                </p:oleObj>
              </mc:Choice>
              <mc:Fallback>
                <p:oleObj name="公式" r:id="rId6" imgW="609336" imgH="177723" progId="Equation.3">
                  <p:embed/>
                  <p:pic>
                    <p:nvPicPr>
                      <p:cNvPr id="89091"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5461" y="4076874"/>
                        <a:ext cx="2209800" cy="4917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683568" y="2530497"/>
            <a:ext cx="3480440" cy="584775"/>
          </a:xfrm>
          <a:prstGeom prst="rect">
            <a:avLst/>
          </a:prstGeom>
        </p:spPr>
        <p:txBody>
          <a:bodyPr wrap="none">
            <a:spAutoFit/>
          </a:bodyPr>
          <a:lstStyle/>
          <a:p>
            <a:pPr lvl="0" eaLnBrk="1" hangingPunct="1">
              <a:spcBef>
                <a:spcPts val="1800"/>
              </a:spcBef>
              <a:buClr>
                <a:srgbClr val="A50021"/>
              </a:buClr>
              <a:buSzPct val="75000"/>
            </a:pPr>
            <a:r>
              <a:rPr lang="zh-CN" altLang="en-US" sz="3200" b="1" dirty="0">
                <a:solidFill>
                  <a:srgbClr val="FF0000"/>
                </a:solidFill>
                <a:latin typeface="宋体" pitchFamily="2" charset="-122"/>
                <a:ea typeface="宋体"/>
              </a:rPr>
              <a:t>磁通连续性方程：</a:t>
            </a:r>
            <a:endParaRPr lang="zh-CN" altLang="en-US" sz="3200" b="1" dirty="0">
              <a:solidFill>
                <a:srgbClr val="000000"/>
              </a:solidFill>
              <a:latin typeface="Times New Roman"/>
              <a:ea typeface="宋体"/>
            </a:endParaRPr>
          </a:p>
        </p:txBody>
      </p:sp>
      <p:graphicFrame>
        <p:nvGraphicFramePr>
          <p:cNvPr id="11" name="Object 4"/>
          <p:cNvGraphicFramePr>
            <a:graphicFrameLocks noChangeAspect="1"/>
          </p:cNvGraphicFramePr>
          <p:nvPr>
            <p:extLst/>
          </p:nvPr>
        </p:nvGraphicFramePr>
        <p:xfrm>
          <a:off x="2123728" y="1922248"/>
          <a:ext cx="2593975" cy="688975"/>
        </p:xfrm>
        <a:graphic>
          <a:graphicData uri="http://schemas.openxmlformats.org/presentationml/2006/ole">
            <mc:AlternateContent xmlns:mc="http://schemas.openxmlformats.org/markup-compatibility/2006">
              <mc:Choice xmlns:v="urn:schemas-microsoft-com:vml" Requires="v">
                <p:oleObj spid="_x0000_s197648" name="公式" r:id="rId8" imgW="838080" imgH="291960" progId="Equation.3">
                  <p:embed/>
                </p:oleObj>
              </mc:Choice>
              <mc:Fallback>
                <p:oleObj name="公式" r:id="rId8" imgW="838080" imgH="291960" progId="Equation.3">
                  <p:embed/>
                  <p:pic>
                    <p:nvPicPr>
                      <p:cNvPr id="11" name="Object 4"/>
                      <p:cNvPicPr>
                        <a:picLocks noChangeAspect="1" noChangeArrowheads="1"/>
                      </p:cNvPicPr>
                      <p:nvPr/>
                    </p:nvPicPr>
                    <p:blipFill>
                      <a:blip r:embed="rId9"/>
                      <a:srcRect/>
                      <a:stretch>
                        <a:fillRect/>
                      </a:stretch>
                    </p:blipFill>
                    <p:spPr bwMode="auto">
                      <a:xfrm>
                        <a:off x="2123728" y="1922248"/>
                        <a:ext cx="2593975" cy="688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4904198" y="2031267"/>
            <a:ext cx="2045753" cy="369332"/>
          </a:xfrm>
          <a:prstGeom prst="rect">
            <a:avLst/>
          </a:prstGeom>
        </p:spPr>
        <p:txBody>
          <a:bodyPr wrap="none">
            <a:spAutoFit/>
          </a:bodyPr>
          <a:lstStyle/>
          <a:p>
            <a:r>
              <a:rPr lang="zh-CN" altLang="en-US" b="1" dirty="0" smtClean="0">
                <a:solidFill>
                  <a:schemeClr val="accent4">
                    <a:lumMod val="50000"/>
                  </a:schemeClr>
                </a:solidFill>
                <a:latin typeface="宋体" pitchFamily="2" charset="-122"/>
                <a:ea typeface="宋体"/>
              </a:rPr>
              <a:t>单位：</a:t>
            </a:r>
            <a:r>
              <a:rPr lang="en-US" altLang="zh-CN" b="1" dirty="0" err="1" smtClean="0">
                <a:solidFill>
                  <a:srgbClr val="FF0000"/>
                </a:solidFill>
                <a:latin typeface="宋体" pitchFamily="2" charset="-122"/>
                <a:ea typeface="宋体"/>
              </a:rPr>
              <a:t>Wb</a:t>
            </a:r>
            <a:r>
              <a:rPr lang="zh-CN" altLang="en-US" b="1" dirty="0" smtClean="0">
                <a:solidFill>
                  <a:schemeClr val="accent4">
                    <a:lumMod val="50000"/>
                  </a:schemeClr>
                </a:solidFill>
                <a:latin typeface="宋体" pitchFamily="2" charset="-122"/>
                <a:ea typeface="宋体"/>
              </a:rPr>
              <a:t>（</a:t>
            </a:r>
            <a:r>
              <a:rPr lang="zh-CN" altLang="en-US" b="1" dirty="0" smtClean="0">
                <a:solidFill>
                  <a:srgbClr val="FF0000"/>
                </a:solidFill>
                <a:latin typeface="宋体" pitchFamily="2" charset="-122"/>
                <a:ea typeface="宋体"/>
              </a:rPr>
              <a:t>韦伯</a:t>
            </a:r>
            <a:r>
              <a:rPr lang="zh-CN" altLang="en-US" b="1" dirty="0" smtClean="0">
                <a:solidFill>
                  <a:schemeClr val="accent4">
                    <a:lumMod val="50000"/>
                  </a:schemeClr>
                </a:solidFill>
                <a:latin typeface="宋体" pitchFamily="2" charset="-122"/>
                <a:ea typeface="宋体"/>
              </a:rPr>
              <a:t>）</a:t>
            </a:r>
            <a:endParaRPr lang="zh-CN" altLang="en-US" dirty="0">
              <a:solidFill>
                <a:schemeClr val="accent4">
                  <a:lumMod val="50000"/>
                </a:schemeClr>
              </a:solidFill>
            </a:endParaRPr>
          </a:p>
        </p:txBody>
      </p:sp>
    </p:spTree>
    <p:extLst>
      <p:ext uri="{BB962C8B-B14F-4D97-AF65-F5344CB8AC3E}">
        <p14:creationId xmlns:p14="http://schemas.microsoft.com/office/powerpoint/2010/main" val="3815235005"/>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90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909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90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3" grpId="0" build="p"/>
      <p:bldP spid="4" grpId="0"/>
      <p:bldP spid="5"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7" name="Rectangle 3" descr="Rectangle: Click to edit Master text styles&#10;Second level&#10;Third level&#10;Fourth level&#10;Fifth level"/>
          <p:cNvSpPr>
            <a:spLocks noGrp="1" noChangeArrowheads="1"/>
          </p:cNvSpPr>
          <p:nvPr>
            <p:ph type="body" idx="1"/>
          </p:nvPr>
        </p:nvSpPr>
        <p:spPr>
          <a:xfrm>
            <a:off x="304800" y="325438"/>
            <a:ext cx="7772400" cy="3086100"/>
          </a:xfrm>
        </p:spPr>
        <p:txBody>
          <a:bodyPr/>
          <a:lstStyle/>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安培环路定理（环量）</a:t>
            </a:r>
          </a:p>
          <a:p>
            <a:pPr marL="0" indent="0" eaLnBrk="1" hangingPunct="1">
              <a:buFont typeface="Wingdings" pitchFamily="2" charset="2"/>
              <a:buNone/>
            </a:pPr>
            <a:endParaRPr lang="zh-CN" altLang="en-US" dirty="0" smtClean="0">
              <a:latin typeface="宋体" pitchFamily="2" charset="-122"/>
            </a:endParaRPr>
          </a:p>
          <a:p>
            <a:pPr marL="0" indent="0" algn="r" eaLnBrk="1" hangingPunct="1">
              <a:buFont typeface="Wingdings" pitchFamily="2" charset="2"/>
              <a:buNone/>
            </a:pPr>
            <a:r>
              <a:rPr lang="zh-CN" altLang="en-US" dirty="0" smtClean="0">
                <a:latin typeface="宋体" pitchFamily="2" charset="-122"/>
              </a:rPr>
              <a:t>                      </a:t>
            </a:r>
          </a:p>
        </p:txBody>
      </p:sp>
      <p:graphicFrame>
        <p:nvGraphicFramePr>
          <p:cNvPr id="90114" name="Object 4"/>
          <p:cNvGraphicFramePr>
            <a:graphicFrameLocks noChangeAspect="1"/>
          </p:cNvGraphicFramePr>
          <p:nvPr>
            <p:extLst/>
          </p:nvPr>
        </p:nvGraphicFramePr>
        <p:xfrm>
          <a:off x="1029104" y="971089"/>
          <a:ext cx="4305300" cy="666750"/>
        </p:xfrm>
        <a:graphic>
          <a:graphicData uri="http://schemas.openxmlformats.org/presentationml/2006/ole">
            <mc:AlternateContent xmlns:mc="http://schemas.openxmlformats.org/markup-compatibility/2006">
              <mc:Choice xmlns:v="urn:schemas-microsoft-com:vml" Requires="v">
                <p:oleObj spid="_x0000_s200715" name="公式" r:id="rId3" imgW="1434960" imgH="291960" progId="Equation.3">
                  <p:embed/>
                </p:oleObj>
              </mc:Choice>
              <mc:Fallback>
                <p:oleObj name="公式" r:id="rId3" imgW="1434960" imgH="291960" progId="Equation.3">
                  <p:embed/>
                  <p:pic>
                    <p:nvPicPr>
                      <p:cNvPr id="9011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9104" y="971089"/>
                        <a:ext cx="4305300"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0115" name="Object 6"/>
          <p:cNvGraphicFramePr>
            <a:graphicFrameLocks noChangeAspect="1"/>
          </p:cNvGraphicFramePr>
          <p:nvPr>
            <p:extLst/>
          </p:nvPr>
        </p:nvGraphicFramePr>
        <p:xfrm>
          <a:off x="1691680" y="2965965"/>
          <a:ext cx="2743200" cy="560785"/>
        </p:xfrm>
        <a:graphic>
          <a:graphicData uri="http://schemas.openxmlformats.org/presentationml/2006/ole">
            <mc:AlternateContent xmlns:mc="http://schemas.openxmlformats.org/markup-compatibility/2006">
              <mc:Choice xmlns:v="urn:schemas-microsoft-com:vml" Requires="v">
                <p:oleObj spid="_x0000_s200716" name="公式" r:id="rId5" imgW="838200" imgH="228600" progId="Equation.3">
                  <p:embed/>
                </p:oleObj>
              </mc:Choice>
              <mc:Fallback>
                <p:oleObj name="公式" r:id="rId5" imgW="838200" imgH="228600" progId="Equation.3">
                  <p:embed/>
                  <p:pic>
                    <p:nvPicPr>
                      <p:cNvPr id="9011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1680" y="2965965"/>
                        <a:ext cx="2743200" cy="5607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 name="Group 134"/>
          <p:cNvGrpSpPr>
            <a:grpSpLocks/>
          </p:cNvGrpSpPr>
          <p:nvPr/>
        </p:nvGrpSpPr>
        <p:grpSpPr bwMode="auto">
          <a:xfrm>
            <a:off x="6737350" y="115888"/>
            <a:ext cx="1600200" cy="1752600"/>
            <a:chOff x="4608" y="1632"/>
            <a:chExt cx="1008" cy="1104"/>
          </a:xfrm>
        </p:grpSpPr>
        <p:sp>
          <p:nvSpPr>
            <p:cNvPr id="9" name="Oval 135"/>
            <p:cNvSpPr>
              <a:spLocks noChangeArrowheads="1"/>
            </p:cNvSpPr>
            <p:nvPr/>
          </p:nvSpPr>
          <p:spPr bwMode="auto">
            <a:xfrm>
              <a:off x="4656" y="1920"/>
              <a:ext cx="960" cy="81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36"/>
            <p:cNvSpPr>
              <a:spLocks noChangeShapeType="1"/>
            </p:cNvSpPr>
            <p:nvPr/>
          </p:nvSpPr>
          <p:spPr bwMode="auto">
            <a:xfrm flipH="1">
              <a:off x="4752" y="1968"/>
              <a:ext cx="144" cy="9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Oval 137"/>
            <p:cNvSpPr>
              <a:spLocks noChangeArrowheads="1"/>
            </p:cNvSpPr>
            <p:nvPr/>
          </p:nvSpPr>
          <p:spPr bwMode="auto">
            <a:xfrm>
              <a:off x="5088" y="2112"/>
              <a:ext cx="48" cy="48"/>
            </a:xfrm>
            <a:prstGeom prst="ellipse">
              <a:avLst/>
            </a:prstGeom>
            <a:solidFill>
              <a:srgbClr val="FF33CC"/>
            </a:solidFill>
            <a:ln w="9525">
              <a:solidFill>
                <a:srgbClr val="FF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Oval 138"/>
            <p:cNvSpPr>
              <a:spLocks noChangeArrowheads="1"/>
            </p:cNvSpPr>
            <p:nvPr/>
          </p:nvSpPr>
          <p:spPr bwMode="auto">
            <a:xfrm>
              <a:off x="4944" y="2304"/>
              <a:ext cx="48" cy="48"/>
            </a:xfrm>
            <a:prstGeom prst="ellipse">
              <a:avLst/>
            </a:prstGeom>
            <a:solidFill>
              <a:srgbClr val="FF33CC"/>
            </a:solidFill>
            <a:ln w="9525">
              <a:solidFill>
                <a:srgbClr val="FF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AutoShape 139"/>
            <p:cNvSpPr>
              <a:spLocks noChangeArrowheads="1"/>
            </p:cNvSpPr>
            <p:nvPr/>
          </p:nvSpPr>
          <p:spPr bwMode="auto">
            <a:xfrm>
              <a:off x="5280" y="2160"/>
              <a:ext cx="192" cy="192"/>
            </a:xfrm>
            <a:prstGeom prst="flowChartSummingJunction">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AutoShape 140"/>
            <p:cNvSpPr>
              <a:spLocks noChangeArrowheads="1"/>
            </p:cNvSpPr>
            <p:nvPr/>
          </p:nvSpPr>
          <p:spPr bwMode="auto">
            <a:xfrm>
              <a:off x="5088" y="2352"/>
              <a:ext cx="96" cy="192"/>
            </a:xfrm>
            <a:prstGeom prst="flowChartSummingJunction">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Oval 141"/>
            <p:cNvSpPr>
              <a:spLocks noChangeArrowheads="1"/>
            </p:cNvSpPr>
            <p:nvPr/>
          </p:nvSpPr>
          <p:spPr bwMode="auto">
            <a:xfrm>
              <a:off x="5328" y="2448"/>
              <a:ext cx="48" cy="48"/>
            </a:xfrm>
            <a:prstGeom prst="ellipse">
              <a:avLst/>
            </a:prstGeom>
            <a:solidFill>
              <a:srgbClr val="FF33CC"/>
            </a:solidFill>
            <a:ln w="9525">
              <a:solidFill>
                <a:srgbClr val="FF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6" name="Object 142"/>
            <p:cNvGraphicFramePr>
              <a:graphicFrameLocks noChangeAspect="1"/>
            </p:cNvGraphicFramePr>
            <p:nvPr/>
          </p:nvGraphicFramePr>
          <p:xfrm>
            <a:off x="4608" y="1632"/>
            <a:ext cx="288" cy="336"/>
          </p:xfrm>
          <a:graphic>
            <a:graphicData uri="http://schemas.openxmlformats.org/presentationml/2006/ole">
              <mc:AlternateContent xmlns:mc="http://schemas.openxmlformats.org/markup-compatibility/2006">
                <mc:Choice xmlns:v="urn:schemas-microsoft-com:vml" Requires="v">
                  <p:oleObj spid="_x0000_s200717" name="Equation" r:id="rId7" imgW="114201" imgH="139579" progId="Equation.3">
                    <p:embed/>
                  </p:oleObj>
                </mc:Choice>
                <mc:Fallback>
                  <p:oleObj name="Equation" r:id="rId7" imgW="114201" imgH="139579" progId="Equation.3">
                    <p:embed/>
                    <p:pic>
                      <p:nvPicPr>
                        <p:cNvPr id="16" name="Object 1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08" y="1632"/>
                          <a:ext cx="288"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矩形 1"/>
          <p:cNvSpPr/>
          <p:nvPr/>
        </p:nvSpPr>
        <p:spPr>
          <a:xfrm>
            <a:off x="1181100" y="1709391"/>
            <a:ext cx="6019800" cy="1384995"/>
          </a:xfrm>
          <a:prstGeom prst="rect">
            <a:avLst/>
          </a:prstGeom>
        </p:spPr>
        <p:txBody>
          <a:bodyPr wrap="square">
            <a:spAutoFit/>
          </a:bodyPr>
          <a:lstStyle/>
          <a:p>
            <a:pPr>
              <a:spcBef>
                <a:spcPct val="50000"/>
              </a:spcBef>
            </a:pPr>
            <a:r>
              <a:rPr kumimoji="1" lang="zh-CN" altLang="en-US" sz="2400" b="1" dirty="0" smtClean="0">
                <a:latin typeface="Times New Roman" pitchFamily="18" charset="0"/>
                <a:ea typeface="华文新魏" pitchFamily="2" charset="-122"/>
              </a:rPr>
              <a:t>积分路径</a:t>
            </a:r>
            <a:r>
              <a:rPr kumimoji="1" lang="en-US" altLang="zh-CN" sz="2400" b="1" dirty="0">
                <a:latin typeface="Times New Roman" pitchFamily="18" charset="0"/>
                <a:ea typeface="华文新魏" pitchFamily="2" charset="-122"/>
              </a:rPr>
              <a:t>C</a:t>
            </a:r>
            <a:r>
              <a:rPr kumimoji="1" lang="zh-CN" altLang="en-US" sz="2400" b="1" dirty="0">
                <a:latin typeface="Times New Roman" pitchFamily="18" charset="0"/>
                <a:ea typeface="华文新魏" pitchFamily="2" charset="-122"/>
              </a:rPr>
              <a:t>所包围的所有电流的代数和</a:t>
            </a:r>
            <a:r>
              <a:rPr kumimoji="1" lang="zh-CN" altLang="en-US" sz="2400" b="1" dirty="0" smtClean="0">
                <a:latin typeface="Times New Roman" pitchFamily="18" charset="0"/>
                <a:ea typeface="华文新魏" pitchFamily="2" charset="-122"/>
              </a:rPr>
              <a:t>。</a:t>
            </a:r>
            <a:endParaRPr kumimoji="1" lang="en-US" altLang="zh-CN" sz="2400" b="1" dirty="0" smtClean="0">
              <a:latin typeface="Times New Roman" pitchFamily="18" charset="0"/>
              <a:ea typeface="华文新魏" pitchFamily="2" charset="-122"/>
            </a:endParaRPr>
          </a:p>
          <a:p>
            <a:pPr>
              <a:spcBef>
                <a:spcPct val="50000"/>
              </a:spcBef>
            </a:pPr>
            <a:r>
              <a:rPr kumimoji="1" lang="en-US" altLang="zh-CN" sz="2400" b="1" dirty="0" smtClean="0">
                <a:solidFill>
                  <a:srgbClr val="FF3300"/>
                </a:solidFill>
                <a:latin typeface="Times New Roman" pitchFamily="18" charset="0"/>
                <a:ea typeface="华文新魏" pitchFamily="2" charset="-122"/>
              </a:rPr>
              <a:t>I</a:t>
            </a:r>
            <a:r>
              <a:rPr kumimoji="1" lang="zh-CN" altLang="en-US" sz="2400" b="1" dirty="0">
                <a:solidFill>
                  <a:srgbClr val="FF3300"/>
                </a:solidFill>
                <a:latin typeface="Times New Roman" pitchFamily="18" charset="0"/>
                <a:ea typeface="华文新魏" pitchFamily="2" charset="-122"/>
              </a:rPr>
              <a:t>的正向与路径</a:t>
            </a:r>
            <a:r>
              <a:rPr kumimoji="1" lang="en-US" altLang="zh-CN" sz="2400" b="1" dirty="0">
                <a:solidFill>
                  <a:srgbClr val="FF3300"/>
                </a:solidFill>
                <a:latin typeface="Times New Roman" pitchFamily="18" charset="0"/>
                <a:ea typeface="华文新魏" pitchFamily="2" charset="-122"/>
              </a:rPr>
              <a:t>C</a:t>
            </a:r>
            <a:r>
              <a:rPr kumimoji="1" lang="zh-CN" altLang="en-US" sz="2400" b="1" dirty="0">
                <a:solidFill>
                  <a:srgbClr val="FF3300"/>
                </a:solidFill>
                <a:latin typeface="Times New Roman" pitchFamily="18" charset="0"/>
                <a:ea typeface="华文新魏" pitchFamily="2" charset="-122"/>
              </a:rPr>
              <a:t>的积分方向符合右手螺旋关系。</a:t>
            </a:r>
          </a:p>
        </p:txBody>
      </p:sp>
      <p:sp>
        <p:nvSpPr>
          <p:cNvPr id="18" name="Text Box 138"/>
          <p:cNvSpPr txBox="1">
            <a:spLocks noChangeArrowheads="1"/>
          </p:cNvSpPr>
          <p:nvPr/>
        </p:nvSpPr>
        <p:spPr bwMode="auto">
          <a:xfrm>
            <a:off x="635000" y="3409950"/>
            <a:ext cx="7899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b="1" dirty="0" smtClean="0">
                <a:solidFill>
                  <a:srgbClr val="FF0000"/>
                </a:solidFill>
                <a:latin typeface="Times New Roman" pitchFamily="18" charset="0"/>
                <a:ea typeface="方正舒体" pitchFamily="2" charset="-122"/>
              </a:rPr>
              <a:t>磁场</a:t>
            </a:r>
            <a:r>
              <a:rPr kumimoji="1" lang="zh-CN" altLang="en-US" sz="2800" b="1" dirty="0">
                <a:solidFill>
                  <a:srgbClr val="FF0000"/>
                </a:solidFill>
                <a:latin typeface="Times New Roman" pitchFamily="18" charset="0"/>
                <a:ea typeface="方正舒体" pitchFamily="2" charset="-122"/>
              </a:rPr>
              <a:t>是有旋的，</a:t>
            </a:r>
            <a:r>
              <a:rPr kumimoji="1" lang="zh-CN" altLang="en-US" sz="2800" b="1" dirty="0">
                <a:solidFill>
                  <a:srgbClr val="000000"/>
                </a:solidFill>
                <a:latin typeface="+mn-ea"/>
                <a:ea typeface="+mn-ea"/>
              </a:rPr>
              <a:t>而电流则是激发磁场的</a:t>
            </a:r>
            <a:r>
              <a:rPr kumimoji="1" lang="zh-CN" altLang="en-US" sz="2800" b="1" dirty="0">
                <a:solidFill>
                  <a:srgbClr val="800000"/>
                </a:solidFill>
                <a:latin typeface="Times New Roman" pitchFamily="18" charset="0"/>
                <a:ea typeface="方正舒体" pitchFamily="2" charset="-122"/>
              </a:rPr>
              <a:t>旋涡源</a:t>
            </a:r>
            <a:r>
              <a:rPr kumimoji="1" lang="zh-CN" altLang="en-US" sz="2800" b="1" dirty="0">
                <a:solidFill>
                  <a:schemeClr val="accent2"/>
                </a:solidFill>
                <a:latin typeface="Times New Roman" pitchFamily="18" charset="0"/>
                <a:ea typeface="方正舒体" pitchFamily="2" charset="-122"/>
              </a:rPr>
              <a:t>。</a:t>
            </a:r>
          </a:p>
        </p:txBody>
      </p:sp>
    </p:spTree>
    <p:extLst>
      <p:ext uri="{BB962C8B-B14F-4D97-AF65-F5344CB8AC3E}">
        <p14:creationId xmlns:p14="http://schemas.microsoft.com/office/powerpoint/2010/main" val="227098908"/>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1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linds(horizontal)">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8"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pPr eaLnBrk="1" hangingPunct="1"/>
            <a:r>
              <a:rPr lang="en-US" altLang="zh-CN" dirty="0" smtClean="0"/>
              <a:t> </a:t>
            </a:r>
          </a:p>
        </p:txBody>
      </p:sp>
      <p:sp>
        <p:nvSpPr>
          <p:cNvPr id="91141" name="Rectangle 3" descr="Rectangle: Click to edit Master text styles&#10;Second level&#10;Third level&#10;Fourth level&#10;Fifth level"/>
          <p:cNvSpPr>
            <a:spLocks noGrp="1" noChangeArrowheads="1"/>
          </p:cNvSpPr>
          <p:nvPr>
            <p:ph type="body" idx="1"/>
          </p:nvPr>
        </p:nvSpPr>
        <p:spPr>
          <a:xfrm>
            <a:off x="838200" y="1851670"/>
            <a:ext cx="7772400" cy="2304256"/>
          </a:xfrm>
        </p:spPr>
        <p:txBody>
          <a:bodyPr/>
          <a:lstStyle/>
          <a:p>
            <a:pPr marL="0" indent="0" eaLnBrk="1" hangingPunct="1">
              <a:buFont typeface="Wingdings" pitchFamily="2" charset="2"/>
              <a:buNone/>
            </a:pPr>
            <a:r>
              <a:rPr lang="zh-CN" altLang="en-US" dirty="0" smtClean="0">
                <a:latin typeface="宋体" pitchFamily="2" charset="-122"/>
              </a:rPr>
              <a:t>	解：由于对称，场的分布明显与   和</a:t>
            </a:r>
            <a:r>
              <a:rPr lang="en-US" altLang="zh-CN" i="1" dirty="0" smtClean="0">
                <a:latin typeface="宋体" pitchFamily="2" charset="-122"/>
              </a:rPr>
              <a:t>z</a:t>
            </a:r>
            <a:r>
              <a:rPr lang="en-US" altLang="zh-CN" dirty="0" smtClean="0">
                <a:latin typeface="宋体" pitchFamily="2" charset="-122"/>
              </a:rPr>
              <a:t> </a:t>
            </a:r>
            <a:r>
              <a:rPr lang="zh-CN" altLang="en-US" dirty="0" smtClean="0">
                <a:latin typeface="宋体" pitchFamily="2" charset="-122"/>
              </a:rPr>
              <a:t>无关，磁力线是圆心在导线轴上的圆。所以有           。可以用安培定律直接计算</a:t>
            </a:r>
            <a:r>
              <a:rPr lang="en-US" altLang="zh-CN" i="1" dirty="0" smtClean="0">
                <a:latin typeface="宋体" pitchFamily="2" charset="-122"/>
              </a:rPr>
              <a:t>B</a:t>
            </a:r>
            <a:r>
              <a:rPr lang="zh-CN" altLang="en-US" dirty="0" smtClean="0">
                <a:latin typeface="宋体" pitchFamily="2" charset="-122"/>
              </a:rPr>
              <a:t>。</a:t>
            </a:r>
          </a:p>
        </p:txBody>
      </p:sp>
      <p:sp>
        <p:nvSpPr>
          <p:cNvPr id="91142" name="Rectangle 5"/>
          <p:cNvSpPr>
            <a:spLocks noChangeArrowheads="1"/>
          </p:cNvSpPr>
          <p:nvPr/>
        </p:nvSpPr>
        <p:spPr bwMode="auto">
          <a:xfrm>
            <a:off x="0" y="2326363"/>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91138" name="Object 4"/>
          <p:cNvGraphicFramePr>
            <a:graphicFrameLocks noChangeAspect="1"/>
          </p:cNvGraphicFramePr>
          <p:nvPr>
            <p:extLst/>
          </p:nvPr>
        </p:nvGraphicFramePr>
        <p:xfrm>
          <a:off x="7737475" y="2114550"/>
          <a:ext cx="339725" cy="289322"/>
        </p:xfrm>
        <a:graphic>
          <a:graphicData uri="http://schemas.openxmlformats.org/presentationml/2006/ole">
            <mc:AlternateContent xmlns:mc="http://schemas.openxmlformats.org/markup-compatibility/2006">
              <mc:Choice xmlns:v="urn:schemas-microsoft-com:vml" Requires="v">
                <p:oleObj spid="_x0000_s201736" name="公式" r:id="rId3" imgW="139579" imgH="164957" progId="Equation.3">
                  <p:embed/>
                </p:oleObj>
              </mc:Choice>
              <mc:Fallback>
                <p:oleObj name="公式" r:id="rId3" imgW="139579" imgH="164957" progId="Equation.3">
                  <p:embed/>
                  <p:pic>
                    <p:nvPicPr>
                      <p:cNvPr id="9113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7475" y="2114550"/>
                        <a:ext cx="339725" cy="2893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43" name="Rectangle 7"/>
          <p:cNvSpPr>
            <a:spLocks noChangeArrowheads="1"/>
          </p:cNvSpPr>
          <p:nvPr/>
        </p:nvSpPr>
        <p:spPr bwMode="auto">
          <a:xfrm>
            <a:off x="0" y="229778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91139" name="Object 6"/>
          <p:cNvGraphicFramePr>
            <a:graphicFrameLocks noChangeAspect="1"/>
          </p:cNvGraphicFramePr>
          <p:nvPr>
            <p:extLst/>
          </p:nvPr>
        </p:nvGraphicFramePr>
        <p:xfrm>
          <a:off x="2286000" y="2931790"/>
          <a:ext cx="1981200" cy="417910"/>
        </p:xfrm>
        <a:graphic>
          <a:graphicData uri="http://schemas.openxmlformats.org/presentationml/2006/ole">
            <mc:AlternateContent xmlns:mc="http://schemas.openxmlformats.org/markup-compatibility/2006">
              <mc:Choice xmlns:v="urn:schemas-microsoft-com:vml" Requires="v">
                <p:oleObj spid="_x0000_s201737" name="公式" r:id="rId5" imgW="850531" imgH="241195" progId="Equation.3">
                  <p:embed/>
                </p:oleObj>
              </mc:Choice>
              <mc:Fallback>
                <p:oleObj name="公式" r:id="rId5" imgW="850531" imgH="241195" progId="Equation.3">
                  <p:embed/>
                  <p:pic>
                    <p:nvPicPr>
                      <p:cNvPr id="91139"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2931790"/>
                        <a:ext cx="1981200" cy="4179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467544" y="267494"/>
            <a:ext cx="7200800" cy="1077218"/>
          </a:xfrm>
          <a:prstGeom prst="rect">
            <a:avLst/>
          </a:prstGeom>
        </p:spPr>
        <p:txBody>
          <a:bodyPr wrap="square">
            <a:spAutoFit/>
          </a:bodyPr>
          <a:lstStyle/>
          <a:p>
            <a:r>
              <a:rPr lang="en-US" altLang="zh-CN" sz="3200" b="1" dirty="0">
                <a:solidFill>
                  <a:srgbClr val="000000"/>
                </a:solidFill>
                <a:latin typeface="宋体" pitchFamily="2" charset="-122"/>
                <a:ea typeface="宋体"/>
              </a:rPr>
              <a:t> </a:t>
            </a:r>
            <a:r>
              <a:rPr lang="zh-CN" altLang="en-US" sz="3200" b="1" dirty="0">
                <a:solidFill>
                  <a:srgbClr val="000000"/>
                </a:solidFill>
                <a:latin typeface="宋体" pitchFamily="2" charset="-122"/>
                <a:ea typeface="宋体"/>
              </a:rPr>
              <a:t>例</a:t>
            </a:r>
            <a:r>
              <a:rPr lang="en-US" altLang="zh-CN" sz="3200" b="1" dirty="0">
                <a:solidFill>
                  <a:srgbClr val="000000"/>
                </a:solidFill>
                <a:latin typeface="宋体" pitchFamily="2" charset="-122"/>
                <a:ea typeface="宋体"/>
              </a:rPr>
              <a:t>2.14  </a:t>
            </a:r>
            <a:r>
              <a:rPr lang="zh-CN" altLang="en-US" sz="3200" b="1" dirty="0">
                <a:solidFill>
                  <a:srgbClr val="000000"/>
                </a:solidFill>
                <a:latin typeface="宋体" pitchFamily="2" charset="-122"/>
                <a:ea typeface="宋体"/>
              </a:rPr>
              <a:t>半径为</a:t>
            </a:r>
            <a:r>
              <a:rPr lang="en-US" altLang="zh-CN" sz="3200" b="1" i="1" dirty="0">
                <a:solidFill>
                  <a:srgbClr val="000000"/>
                </a:solidFill>
                <a:latin typeface="宋体" pitchFamily="2" charset="-122"/>
                <a:ea typeface="宋体"/>
              </a:rPr>
              <a:t>a </a:t>
            </a:r>
            <a:r>
              <a:rPr lang="zh-CN" altLang="en-US" sz="3200" b="1" dirty="0">
                <a:solidFill>
                  <a:srgbClr val="000000"/>
                </a:solidFill>
                <a:latin typeface="宋体" pitchFamily="2" charset="-122"/>
                <a:ea typeface="宋体"/>
              </a:rPr>
              <a:t>的无限长直导体通过电流</a:t>
            </a:r>
            <a:r>
              <a:rPr lang="en-US" altLang="zh-CN" sz="3200" b="1" i="1" dirty="0">
                <a:solidFill>
                  <a:srgbClr val="000000"/>
                </a:solidFill>
                <a:latin typeface="宋体" pitchFamily="2" charset="-122"/>
                <a:ea typeface="宋体"/>
              </a:rPr>
              <a:t>I</a:t>
            </a:r>
            <a:r>
              <a:rPr lang="zh-CN" altLang="en-US" sz="3200" b="1" dirty="0">
                <a:solidFill>
                  <a:srgbClr val="000000"/>
                </a:solidFill>
                <a:latin typeface="宋体" pitchFamily="2" charset="-122"/>
                <a:ea typeface="宋体"/>
              </a:rPr>
              <a:t>，计算导体内外的</a:t>
            </a:r>
            <a:r>
              <a:rPr lang="en-US" altLang="zh-CN" sz="3200" b="1" i="1" dirty="0">
                <a:solidFill>
                  <a:srgbClr val="000000"/>
                </a:solidFill>
                <a:latin typeface="宋体" pitchFamily="2" charset="-122"/>
                <a:ea typeface="宋体"/>
              </a:rPr>
              <a:t>B</a:t>
            </a:r>
            <a:r>
              <a:rPr lang="zh-CN" altLang="en-US" sz="3200" b="1" dirty="0">
                <a:solidFill>
                  <a:srgbClr val="000000"/>
                </a:solidFill>
                <a:latin typeface="宋体" pitchFamily="2" charset="-122"/>
                <a:ea typeface="宋体"/>
              </a:rPr>
              <a:t>。</a:t>
            </a:r>
            <a:endParaRPr lang="zh-CN" altLang="en-US" dirty="0"/>
          </a:p>
        </p:txBody>
      </p:sp>
    </p:spTree>
    <p:extLst>
      <p:ext uri="{BB962C8B-B14F-4D97-AF65-F5344CB8AC3E}">
        <p14:creationId xmlns:p14="http://schemas.microsoft.com/office/powerpoint/2010/main" val="3199610569"/>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14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1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1" grpId="0"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pPr eaLnBrk="1" hangingPunct="1"/>
            <a:r>
              <a:rPr lang="en-US" altLang="zh-CN" smtClean="0"/>
              <a:t> </a:t>
            </a:r>
          </a:p>
        </p:txBody>
      </p:sp>
      <p:sp>
        <p:nvSpPr>
          <p:cNvPr id="94213" name="Rectangle 3" descr="Rectangle: Click to edit Master text styles&#10;Second level&#10;Third level&#10;Fourth level&#10;Fifth level"/>
          <p:cNvSpPr>
            <a:spLocks noGrp="1" noChangeArrowheads="1"/>
          </p:cNvSpPr>
          <p:nvPr>
            <p:ph type="body" idx="1"/>
          </p:nvPr>
        </p:nvSpPr>
        <p:spPr>
          <a:xfrm>
            <a:off x="323528" y="476250"/>
            <a:ext cx="8534400" cy="4229100"/>
          </a:xfrm>
        </p:spPr>
        <p:txBody>
          <a:bodyPr/>
          <a:lstStyle/>
          <a:p>
            <a:pPr lvl="1" indent="0" eaLnBrk="1" hangingPunct="1">
              <a:buFont typeface="Wingdings" pitchFamily="2" charset="2"/>
              <a:buNone/>
            </a:pPr>
            <a:r>
              <a:rPr lang="en-US" altLang="zh-CN" dirty="0" smtClean="0">
                <a:latin typeface="隶书" pitchFamily="49" charset="-122"/>
              </a:rPr>
              <a:t>    2.4.2 </a:t>
            </a:r>
            <a:r>
              <a:rPr lang="zh-CN" altLang="en-US" dirty="0" smtClean="0">
                <a:latin typeface="隶书" pitchFamily="49" charset="-122"/>
              </a:rPr>
              <a:t>矢量磁位</a:t>
            </a:r>
          </a:p>
          <a:p>
            <a:pPr marL="0" indent="0" eaLnBrk="1" hangingPunct="1">
              <a:buFont typeface="Wingdings" pitchFamily="2" charset="2"/>
              <a:buNone/>
            </a:pPr>
            <a:r>
              <a:rPr lang="zh-CN" altLang="en-US" dirty="0" smtClean="0"/>
              <a:t>与电场的位函数类似，提出磁场的位函数</a:t>
            </a:r>
          </a:p>
          <a:p>
            <a:pPr marL="0" indent="0" algn="r" eaLnBrk="1" hangingPunct="1">
              <a:buFont typeface="Wingdings" pitchFamily="2" charset="2"/>
              <a:buNone/>
            </a:pPr>
            <a:r>
              <a:rPr lang="zh-CN" altLang="en-US" dirty="0" smtClean="0"/>
              <a:t> </a:t>
            </a:r>
            <a:r>
              <a:rPr lang="zh-CN" altLang="en-US" dirty="0" smtClean="0">
                <a:latin typeface="宋体" pitchFamily="2" charset="-122"/>
              </a:rPr>
              <a:t>（</a:t>
            </a:r>
            <a:r>
              <a:rPr lang="en-US" altLang="zh-CN" dirty="0" smtClean="0">
                <a:latin typeface="宋体" pitchFamily="2" charset="-122"/>
              </a:rPr>
              <a:t>2.123</a:t>
            </a:r>
            <a:r>
              <a:rPr lang="zh-CN" altLang="en-US" dirty="0" smtClean="0">
                <a:latin typeface="宋体" pitchFamily="2" charset="-122"/>
              </a:rPr>
              <a:t>）</a:t>
            </a:r>
          </a:p>
          <a:p>
            <a:pPr marL="0" indent="0" eaLnBrk="1" hangingPunct="1">
              <a:buFont typeface="Wingdings" pitchFamily="2" charset="2"/>
              <a:buNone/>
            </a:pPr>
            <a:r>
              <a:rPr lang="zh-CN" altLang="en-US" dirty="0" smtClean="0">
                <a:latin typeface="宋体" pitchFamily="2" charset="-122"/>
              </a:rPr>
              <a:t>     式中</a:t>
            </a:r>
            <a:r>
              <a:rPr lang="en-US" altLang="zh-CN" i="1" dirty="0" smtClean="0">
                <a:latin typeface="宋体" pitchFamily="2" charset="-122"/>
              </a:rPr>
              <a:t>A</a:t>
            </a:r>
            <a:r>
              <a:rPr lang="zh-CN" altLang="en-US" dirty="0" smtClean="0">
                <a:latin typeface="宋体" pitchFamily="2" charset="-122"/>
              </a:rPr>
              <a:t>称为</a:t>
            </a:r>
            <a:r>
              <a:rPr lang="zh-CN" altLang="en-US" dirty="0" smtClean="0">
                <a:solidFill>
                  <a:srgbClr val="FF0000"/>
                </a:solidFill>
                <a:latin typeface="宋体" pitchFamily="2" charset="-122"/>
              </a:rPr>
              <a:t>矢量磁位</a:t>
            </a:r>
            <a:r>
              <a:rPr lang="zh-CN" altLang="en-US" dirty="0" smtClean="0">
                <a:latin typeface="宋体" pitchFamily="2" charset="-122"/>
              </a:rPr>
              <a:t>。矢量场</a:t>
            </a:r>
            <a:r>
              <a:rPr lang="en-US" altLang="zh-CN" dirty="0" smtClean="0">
                <a:latin typeface="宋体" pitchFamily="2" charset="-122"/>
              </a:rPr>
              <a:t>A</a:t>
            </a:r>
            <a:r>
              <a:rPr lang="zh-CN" altLang="en-US" dirty="0" smtClean="0">
                <a:latin typeface="宋体" pitchFamily="2" charset="-122"/>
              </a:rPr>
              <a:t>由旋度和散度确定，</a:t>
            </a:r>
          </a:p>
          <a:p>
            <a:pPr marL="0" indent="0" algn="r" eaLnBrk="1" hangingPunct="1">
              <a:buFont typeface="Wingdings" pitchFamily="2" charset="2"/>
              <a:buNone/>
            </a:pPr>
            <a:r>
              <a:rPr lang="zh-CN" altLang="en-US" dirty="0" smtClean="0">
                <a:latin typeface="宋体" pitchFamily="2" charset="-122"/>
              </a:rPr>
              <a:t>（</a:t>
            </a:r>
            <a:r>
              <a:rPr lang="en-US" altLang="zh-CN" dirty="0" smtClean="0">
                <a:latin typeface="宋体" pitchFamily="2" charset="-122"/>
              </a:rPr>
              <a:t>2.124</a:t>
            </a:r>
            <a:r>
              <a:rPr lang="zh-CN" altLang="en-US" dirty="0" smtClean="0">
                <a:latin typeface="宋体" pitchFamily="2" charset="-122"/>
              </a:rPr>
              <a:t>）</a:t>
            </a:r>
          </a:p>
          <a:p>
            <a:pPr marL="0" indent="0" eaLnBrk="1" hangingPunct="1">
              <a:buFont typeface="Wingdings" pitchFamily="2" charset="2"/>
              <a:buNone/>
            </a:pPr>
            <a:r>
              <a:rPr lang="zh-CN" altLang="en-US" dirty="0" smtClean="0"/>
              <a:t>         其称为库仑规范。</a:t>
            </a:r>
            <a:r>
              <a:rPr lang="zh-CN" altLang="en-US" dirty="0" smtClean="0">
                <a:latin typeface="宋体" pitchFamily="2" charset="-122"/>
              </a:rPr>
              <a:t> </a:t>
            </a:r>
          </a:p>
        </p:txBody>
      </p:sp>
      <p:sp>
        <p:nvSpPr>
          <p:cNvPr id="94214" name="Rectangle 5"/>
          <p:cNvSpPr>
            <a:spLocks noChangeArrowheads="1"/>
          </p:cNvSpPr>
          <p:nvPr/>
        </p:nvSpPr>
        <p:spPr bwMode="auto">
          <a:xfrm>
            <a:off x="0" y="23192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94210" name="Object 4"/>
          <p:cNvGraphicFramePr>
            <a:graphicFrameLocks noChangeAspect="1"/>
          </p:cNvGraphicFramePr>
          <p:nvPr>
            <p:extLst/>
          </p:nvPr>
        </p:nvGraphicFramePr>
        <p:xfrm>
          <a:off x="3216275" y="1809750"/>
          <a:ext cx="1871663" cy="371475"/>
        </p:xfrm>
        <a:graphic>
          <a:graphicData uri="http://schemas.openxmlformats.org/presentationml/2006/ole">
            <mc:AlternateContent xmlns:mc="http://schemas.openxmlformats.org/markup-compatibility/2006">
              <mc:Choice xmlns:v="urn:schemas-microsoft-com:vml" Requires="v">
                <p:oleObj spid="_x0000_s203784" name="公式" r:id="rId3" imgW="685800" imgH="177480" progId="Equation.3">
                  <p:embed/>
                </p:oleObj>
              </mc:Choice>
              <mc:Fallback>
                <p:oleObj name="公式" r:id="rId3" imgW="685800" imgH="177480" progId="Equation.3">
                  <p:embed/>
                  <p:pic>
                    <p:nvPicPr>
                      <p:cNvPr id="94210" name="Object 4"/>
                      <p:cNvPicPr>
                        <a:picLocks noChangeAspect="1" noChangeArrowheads="1"/>
                      </p:cNvPicPr>
                      <p:nvPr/>
                    </p:nvPicPr>
                    <p:blipFill>
                      <a:blip r:embed="rId4"/>
                      <a:srcRect/>
                      <a:stretch>
                        <a:fillRect/>
                      </a:stretch>
                    </p:blipFill>
                    <p:spPr bwMode="auto">
                      <a:xfrm>
                        <a:off x="3216275" y="1809750"/>
                        <a:ext cx="1871663"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4215" name="Rectangle 7"/>
          <p:cNvSpPr>
            <a:spLocks noChangeArrowheads="1"/>
          </p:cNvSpPr>
          <p:nvPr/>
        </p:nvSpPr>
        <p:spPr bwMode="auto">
          <a:xfrm>
            <a:off x="0" y="23192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94211" name="Object 6"/>
          <p:cNvGraphicFramePr>
            <a:graphicFrameLocks noChangeAspect="1"/>
          </p:cNvGraphicFramePr>
          <p:nvPr>
            <p:extLst/>
          </p:nvPr>
        </p:nvGraphicFramePr>
        <p:xfrm>
          <a:off x="3200400" y="3530203"/>
          <a:ext cx="1828800" cy="413147"/>
        </p:xfrm>
        <a:graphic>
          <a:graphicData uri="http://schemas.openxmlformats.org/presentationml/2006/ole">
            <mc:AlternateContent xmlns:mc="http://schemas.openxmlformats.org/markup-compatibility/2006">
              <mc:Choice xmlns:v="urn:schemas-microsoft-com:vml" Requires="v">
                <p:oleObj spid="_x0000_s203785" name="公式" r:id="rId5" imgW="596641" imgH="177723" progId="Equation.3">
                  <p:embed/>
                </p:oleObj>
              </mc:Choice>
              <mc:Fallback>
                <p:oleObj name="公式" r:id="rId5" imgW="596641" imgH="177723" progId="Equation.3">
                  <p:embed/>
                  <p:pic>
                    <p:nvPicPr>
                      <p:cNvPr id="9421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3530203"/>
                        <a:ext cx="1828800" cy="4131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00567405"/>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7" name="Rectangle 3" descr="Rectangle: Click to edit Master text styles&#10;Second level&#10;Third level&#10;Fourth level&#10;Fifth level"/>
          <p:cNvSpPr>
            <a:spLocks noGrp="1" noChangeArrowheads="1"/>
          </p:cNvSpPr>
          <p:nvPr>
            <p:ph type="body" idx="1"/>
          </p:nvPr>
        </p:nvSpPr>
        <p:spPr>
          <a:xfrm>
            <a:off x="685800" y="1200150"/>
            <a:ext cx="7772400" cy="3086100"/>
          </a:xfrm>
        </p:spPr>
        <p:txBody>
          <a:bodyPr/>
          <a:lstStyle/>
          <a:p>
            <a:pPr marL="0" indent="0" eaLnBrk="1" hangingPunct="1">
              <a:buFont typeface="Wingdings" pitchFamily="2" charset="2"/>
              <a:buNone/>
            </a:pPr>
            <a:endParaRPr lang="zh-CN" altLang="en-US" dirty="0" smtClean="0">
              <a:latin typeface="宋体" pitchFamily="2" charset="-122"/>
            </a:endParaRPr>
          </a:p>
          <a:p>
            <a:pPr marL="0" indent="0" algn="r" eaLnBrk="1" hangingPunct="1">
              <a:buFont typeface="Wingdings" pitchFamily="2" charset="2"/>
              <a:buNone/>
            </a:pPr>
            <a:r>
              <a:rPr lang="zh-CN" altLang="en-US" dirty="0" smtClean="0">
                <a:latin typeface="宋体" pitchFamily="2" charset="-122"/>
              </a:rPr>
              <a:t>                        </a:t>
            </a:r>
          </a:p>
        </p:txBody>
      </p:sp>
      <p:sp>
        <p:nvSpPr>
          <p:cNvPr id="95238" name="Rectangle 5"/>
          <p:cNvSpPr>
            <a:spLocks noChangeArrowheads="1"/>
          </p:cNvSpPr>
          <p:nvPr/>
        </p:nvSpPr>
        <p:spPr bwMode="auto">
          <a:xfrm>
            <a:off x="0" y="2793133"/>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95234" name="Object 4"/>
          <p:cNvGraphicFramePr>
            <a:graphicFrameLocks noChangeAspect="1"/>
          </p:cNvGraphicFramePr>
          <p:nvPr>
            <p:extLst/>
          </p:nvPr>
        </p:nvGraphicFramePr>
        <p:xfrm>
          <a:off x="2656168" y="1930034"/>
          <a:ext cx="2328863" cy="512763"/>
        </p:xfrm>
        <a:graphic>
          <a:graphicData uri="http://schemas.openxmlformats.org/presentationml/2006/ole">
            <mc:AlternateContent xmlns:mc="http://schemas.openxmlformats.org/markup-compatibility/2006">
              <mc:Choice xmlns:v="urn:schemas-microsoft-com:vml" Requires="v">
                <p:oleObj spid="_x0000_s204820" name="公式" r:id="rId3" imgW="812520" imgH="241200" progId="Equation.3">
                  <p:embed/>
                </p:oleObj>
              </mc:Choice>
              <mc:Fallback>
                <p:oleObj name="公式" r:id="rId3" imgW="812520" imgH="241200" progId="Equation.3">
                  <p:embed/>
                  <p:pic>
                    <p:nvPicPr>
                      <p:cNvPr id="95234" name="Object 4"/>
                      <p:cNvPicPr>
                        <a:picLocks noChangeAspect="1" noChangeArrowheads="1"/>
                      </p:cNvPicPr>
                      <p:nvPr/>
                    </p:nvPicPr>
                    <p:blipFill>
                      <a:blip r:embed="rId4"/>
                      <a:srcRect/>
                      <a:stretch>
                        <a:fillRect/>
                      </a:stretch>
                    </p:blipFill>
                    <p:spPr bwMode="auto">
                      <a:xfrm>
                        <a:off x="2656168" y="1930034"/>
                        <a:ext cx="2328863" cy="512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5239" name="Rectangle 7"/>
          <p:cNvSpPr>
            <a:spLocks noChangeArrowheads="1"/>
          </p:cNvSpPr>
          <p:nvPr/>
        </p:nvSpPr>
        <p:spPr bwMode="auto">
          <a:xfrm>
            <a:off x="0" y="280742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95235" name="Object 6"/>
          <p:cNvGraphicFramePr>
            <a:graphicFrameLocks noChangeAspect="1"/>
          </p:cNvGraphicFramePr>
          <p:nvPr>
            <p:extLst/>
          </p:nvPr>
        </p:nvGraphicFramePr>
        <p:xfrm>
          <a:off x="1837900" y="3241070"/>
          <a:ext cx="1565275" cy="420688"/>
        </p:xfrm>
        <a:graphic>
          <a:graphicData uri="http://schemas.openxmlformats.org/presentationml/2006/ole">
            <mc:AlternateContent xmlns:mc="http://schemas.openxmlformats.org/markup-compatibility/2006">
              <mc:Choice xmlns:v="urn:schemas-microsoft-com:vml" Requires="v">
                <p:oleObj spid="_x0000_s204821" name="公式" r:id="rId5" imgW="558720" imgH="203040" progId="Equation.3">
                  <p:embed/>
                </p:oleObj>
              </mc:Choice>
              <mc:Fallback>
                <p:oleObj name="公式" r:id="rId5" imgW="558720" imgH="203040" progId="Equation.3">
                  <p:embed/>
                  <p:pic>
                    <p:nvPicPr>
                      <p:cNvPr id="95235" name="Object 6"/>
                      <p:cNvPicPr>
                        <a:picLocks noChangeAspect="1" noChangeArrowheads="1"/>
                      </p:cNvPicPr>
                      <p:nvPr/>
                    </p:nvPicPr>
                    <p:blipFill>
                      <a:blip r:embed="rId6"/>
                      <a:srcRect/>
                      <a:stretch>
                        <a:fillRect/>
                      </a:stretch>
                    </p:blipFill>
                    <p:spPr bwMode="auto">
                      <a:xfrm>
                        <a:off x="1837900" y="3241070"/>
                        <a:ext cx="1565275" cy="42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extLst/>
          </p:nvPr>
        </p:nvGraphicFramePr>
        <p:xfrm>
          <a:off x="683568" y="668276"/>
          <a:ext cx="1176337" cy="336550"/>
        </p:xfrm>
        <a:graphic>
          <a:graphicData uri="http://schemas.openxmlformats.org/presentationml/2006/ole">
            <mc:AlternateContent xmlns:mc="http://schemas.openxmlformats.org/markup-compatibility/2006">
              <mc:Choice xmlns:v="urn:schemas-microsoft-com:vml" Requires="v">
                <p:oleObj spid="_x0000_s204822" name="公式" r:id="rId7" imgW="622080" imgH="177480" progId="Equation.3">
                  <p:embed/>
                </p:oleObj>
              </mc:Choice>
              <mc:Fallback>
                <p:oleObj name="公式" r:id="rId7" imgW="622080" imgH="177480" progId="Equation.3">
                  <p:embed/>
                  <p:pic>
                    <p:nvPicPr>
                      <p:cNvPr id="2" name="对象 1"/>
                      <p:cNvPicPr/>
                      <p:nvPr/>
                    </p:nvPicPr>
                    <p:blipFill>
                      <a:blip r:embed="rId8"/>
                      <a:stretch>
                        <a:fillRect/>
                      </a:stretch>
                    </p:blipFill>
                    <p:spPr>
                      <a:xfrm>
                        <a:off x="683568" y="668276"/>
                        <a:ext cx="1176337" cy="336550"/>
                      </a:xfrm>
                      <a:prstGeom prst="rect">
                        <a:avLst/>
                      </a:prstGeom>
                    </p:spPr>
                  </p:pic>
                </p:oleObj>
              </mc:Fallback>
            </mc:AlternateContent>
          </a:graphicData>
        </a:graphic>
      </p:graphicFrame>
      <p:graphicFrame>
        <p:nvGraphicFramePr>
          <p:cNvPr id="3" name="对象 2"/>
          <p:cNvGraphicFramePr>
            <a:graphicFrameLocks noChangeAspect="1"/>
          </p:cNvGraphicFramePr>
          <p:nvPr>
            <p:extLst/>
          </p:nvPr>
        </p:nvGraphicFramePr>
        <p:xfrm>
          <a:off x="1987370" y="591948"/>
          <a:ext cx="1808847" cy="465132"/>
        </p:xfrm>
        <a:graphic>
          <a:graphicData uri="http://schemas.openxmlformats.org/presentationml/2006/ole">
            <mc:AlternateContent xmlns:mc="http://schemas.openxmlformats.org/markup-compatibility/2006">
              <mc:Choice xmlns:v="urn:schemas-microsoft-com:vml" Requires="v">
                <p:oleObj spid="_x0000_s204823" name="公式" r:id="rId9" imgW="888840" imgH="228600" progId="Equation.3">
                  <p:embed/>
                </p:oleObj>
              </mc:Choice>
              <mc:Fallback>
                <p:oleObj name="公式" r:id="rId9" imgW="888840" imgH="228600" progId="Equation.3">
                  <p:embed/>
                  <p:pic>
                    <p:nvPicPr>
                      <p:cNvPr id="3" name="对象 2"/>
                      <p:cNvPicPr/>
                      <p:nvPr/>
                    </p:nvPicPr>
                    <p:blipFill>
                      <a:blip r:embed="rId10"/>
                      <a:stretch>
                        <a:fillRect/>
                      </a:stretch>
                    </p:blipFill>
                    <p:spPr>
                      <a:xfrm>
                        <a:off x="1987370" y="591948"/>
                        <a:ext cx="1808847" cy="465132"/>
                      </a:xfrm>
                      <a:prstGeom prst="rect">
                        <a:avLst/>
                      </a:prstGeom>
                    </p:spPr>
                  </p:pic>
                </p:oleObj>
              </mc:Fallback>
            </mc:AlternateContent>
          </a:graphicData>
        </a:graphic>
      </p:graphicFrame>
      <p:graphicFrame>
        <p:nvGraphicFramePr>
          <p:cNvPr id="11" name="对象 10"/>
          <p:cNvGraphicFramePr>
            <a:graphicFrameLocks noChangeAspect="1"/>
          </p:cNvGraphicFramePr>
          <p:nvPr>
            <p:extLst/>
          </p:nvPr>
        </p:nvGraphicFramePr>
        <p:xfrm>
          <a:off x="650329" y="1208419"/>
          <a:ext cx="3876823" cy="526291"/>
        </p:xfrm>
        <a:graphic>
          <a:graphicData uri="http://schemas.openxmlformats.org/presentationml/2006/ole">
            <mc:AlternateContent xmlns:mc="http://schemas.openxmlformats.org/markup-compatibility/2006">
              <mc:Choice xmlns:v="urn:schemas-microsoft-com:vml" Requires="v">
                <p:oleObj spid="_x0000_s204824" name="公式" r:id="rId11" imgW="1688760" imgH="228600" progId="Equation.3">
                  <p:embed/>
                </p:oleObj>
              </mc:Choice>
              <mc:Fallback>
                <p:oleObj name="公式" r:id="rId11" imgW="1688760" imgH="228600" progId="Equation.3">
                  <p:embed/>
                  <p:pic>
                    <p:nvPicPr>
                      <p:cNvPr id="11" name="对象 10"/>
                      <p:cNvPicPr/>
                      <p:nvPr/>
                    </p:nvPicPr>
                    <p:blipFill>
                      <a:blip r:embed="rId12"/>
                      <a:stretch>
                        <a:fillRect/>
                      </a:stretch>
                    </p:blipFill>
                    <p:spPr>
                      <a:xfrm>
                        <a:off x="650329" y="1208419"/>
                        <a:ext cx="3876823" cy="526291"/>
                      </a:xfrm>
                      <a:prstGeom prst="rect">
                        <a:avLst/>
                      </a:prstGeom>
                    </p:spPr>
                  </p:pic>
                </p:oleObj>
              </mc:Fallback>
            </mc:AlternateContent>
          </a:graphicData>
        </a:graphic>
      </p:graphicFrame>
      <p:sp>
        <p:nvSpPr>
          <p:cNvPr id="6" name="矩形 5"/>
          <p:cNvSpPr/>
          <p:nvPr/>
        </p:nvSpPr>
        <p:spPr>
          <a:xfrm>
            <a:off x="755576" y="3715167"/>
            <a:ext cx="6673269" cy="584775"/>
          </a:xfrm>
          <a:prstGeom prst="rect">
            <a:avLst/>
          </a:prstGeom>
        </p:spPr>
        <p:txBody>
          <a:bodyPr wrap="square">
            <a:spAutoFit/>
          </a:bodyPr>
          <a:lstStyle/>
          <a:p>
            <a:pPr lvl="0" eaLnBrk="1" hangingPunct="1">
              <a:spcBef>
                <a:spcPct val="20000"/>
              </a:spcBef>
              <a:buClr>
                <a:srgbClr val="A50021"/>
              </a:buClr>
              <a:buSzPct val="75000"/>
            </a:pPr>
            <a:r>
              <a:rPr lang="zh-CN" altLang="en-US" sz="3200" b="1" dirty="0">
                <a:solidFill>
                  <a:srgbClr val="000000"/>
                </a:solidFill>
                <a:latin typeface="宋体" pitchFamily="2" charset="-122"/>
                <a:ea typeface="宋体"/>
              </a:rPr>
              <a:t>称为矢量磁位的</a:t>
            </a:r>
            <a:r>
              <a:rPr lang="zh-CN" altLang="en-US" sz="3200" b="1" dirty="0">
                <a:solidFill>
                  <a:srgbClr val="C00000"/>
                </a:solidFill>
                <a:latin typeface="宋体" pitchFamily="2" charset="-122"/>
                <a:ea typeface="宋体"/>
              </a:rPr>
              <a:t>拉普拉斯方程</a:t>
            </a:r>
            <a:r>
              <a:rPr lang="zh-CN" altLang="en-US" sz="3200" b="1" dirty="0">
                <a:solidFill>
                  <a:srgbClr val="000000"/>
                </a:solidFill>
                <a:latin typeface="宋体" pitchFamily="2" charset="-122"/>
                <a:ea typeface="宋体"/>
              </a:rPr>
              <a:t>。</a:t>
            </a:r>
          </a:p>
        </p:txBody>
      </p:sp>
      <p:sp>
        <p:nvSpPr>
          <p:cNvPr id="10" name="矩形 9"/>
          <p:cNvSpPr/>
          <p:nvPr/>
        </p:nvSpPr>
        <p:spPr>
          <a:xfrm>
            <a:off x="683568" y="2459825"/>
            <a:ext cx="6318448" cy="584775"/>
          </a:xfrm>
          <a:prstGeom prst="rect">
            <a:avLst/>
          </a:prstGeom>
        </p:spPr>
        <p:txBody>
          <a:bodyPr wrap="square">
            <a:spAutoFit/>
          </a:bodyPr>
          <a:lstStyle/>
          <a:p>
            <a:pPr lvl="0" eaLnBrk="1" hangingPunct="1">
              <a:spcBef>
                <a:spcPct val="20000"/>
              </a:spcBef>
              <a:buClr>
                <a:srgbClr val="A50021"/>
              </a:buClr>
              <a:buSzPct val="75000"/>
            </a:pPr>
            <a:r>
              <a:rPr lang="zh-CN" altLang="en-US" sz="3200" b="1" dirty="0">
                <a:solidFill>
                  <a:srgbClr val="000000"/>
                </a:solidFill>
                <a:latin typeface="宋体" pitchFamily="2" charset="-122"/>
                <a:ea typeface="宋体"/>
              </a:rPr>
              <a:t>称为矢量磁位的</a:t>
            </a:r>
            <a:r>
              <a:rPr lang="zh-CN" altLang="en-US" sz="3200" b="1" dirty="0">
                <a:solidFill>
                  <a:srgbClr val="C00000"/>
                </a:solidFill>
                <a:latin typeface="宋体" pitchFamily="2" charset="-122"/>
                <a:ea typeface="宋体"/>
              </a:rPr>
              <a:t>泊松方程</a:t>
            </a:r>
            <a:r>
              <a:rPr lang="zh-CN" altLang="en-US" sz="3200" b="1" dirty="0">
                <a:solidFill>
                  <a:srgbClr val="000000"/>
                </a:solidFill>
                <a:latin typeface="宋体" pitchFamily="2" charset="-122"/>
                <a:ea typeface="宋体"/>
              </a:rPr>
              <a:t>。</a:t>
            </a:r>
          </a:p>
        </p:txBody>
      </p:sp>
      <p:graphicFrame>
        <p:nvGraphicFramePr>
          <p:cNvPr id="12" name="对象 11"/>
          <p:cNvGraphicFramePr>
            <a:graphicFrameLocks noChangeAspect="1"/>
          </p:cNvGraphicFramePr>
          <p:nvPr>
            <p:extLst/>
          </p:nvPr>
        </p:nvGraphicFramePr>
        <p:xfrm>
          <a:off x="4644008" y="1183724"/>
          <a:ext cx="1278493" cy="498924"/>
        </p:xfrm>
        <a:graphic>
          <a:graphicData uri="http://schemas.openxmlformats.org/presentationml/2006/ole">
            <mc:AlternateContent xmlns:mc="http://schemas.openxmlformats.org/markup-compatibility/2006">
              <mc:Choice xmlns:v="urn:schemas-microsoft-com:vml" Requires="v">
                <p:oleObj spid="_x0000_s204825" name="公式" r:id="rId13" imgW="520560" imgH="203040" progId="Equation.3">
                  <p:embed/>
                </p:oleObj>
              </mc:Choice>
              <mc:Fallback>
                <p:oleObj name="公式" r:id="rId13" imgW="520560" imgH="203040" progId="Equation.3">
                  <p:embed/>
                  <p:pic>
                    <p:nvPicPr>
                      <p:cNvPr id="12" name="对象 11"/>
                      <p:cNvPicPr/>
                      <p:nvPr/>
                    </p:nvPicPr>
                    <p:blipFill>
                      <a:blip r:embed="rId14"/>
                      <a:stretch>
                        <a:fillRect/>
                      </a:stretch>
                    </p:blipFill>
                    <p:spPr>
                      <a:xfrm>
                        <a:off x="4644008" y="1183724"/>
                        <a:ext cx="1278493" cy="498924"/>
                      </a:xfrm>
                      <a:prstGeom prst="rect">
                        <a:avLst/>
                      </a:prstGeom>
                    </p:spPr>
                  </p:pic>
                </p:oleObj>
              </mc:Fallback>
            </mc:AlternateContent>
          </a:graphicData>
        </a:graphic>
      </p:graphicFrame>
    </p:spTree>
    <p:extLst>
      <p:ext uri="{BB962C8B-B14F-4D97-AF65-F5344CB8AC3E}">
        <p14:creationId xmlns:p14="http://schemas.microsoft.com/office/powerpoint/2010/main" val="173041749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52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52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85786" y="51470"/>
            <a:ext cx="6143668" cy="3086100"/>
          </a:xfrm>
        </p:spPr>
        <p:txBody>
          <a:bodyPr/>
          <a:lstStyle/>
          <a:p>
            <a:pPr>
              <a:buNone/>
            </a:pPr>
            <a:r>
              <a:rPr lang="zh-CN" altLang="en-US" dirty="0" smtClean="0"/>
              <a:t>                     可分为</a:t>
            </a:r>
            <a:r>
              <a:rPr lang="en-US" altLang="zh-CN" dirty="0" smtClean="0"/>
              <a:t>3</a:t>
            </a:r>
            <a:r>
              <a:rPr lang="zh-CN" altLang="en-US" dirty="0" smtClean="0"/>
              <a:t>个标量方程</a:t>
            </a:r>
            <a:endParaRPr lang="en-US" altLang="zh-CN" dirty="0" smtClean="0"/>
          </a:p>
          <a:p>
            <a:pPr>
              <a:buNone/>
            </a:pPr>
            <a:endParaRPr lang="en-US" altLang="zh-CN" dirty="0" smtClean="0"/>
          </a:p>
          <a:p>
            <a:pPr>
              <a:buNone/>
            </a:pPr>
            <a:endParaRPr lang="en-US" altLang="zh-CN" dirty="0" smtClean="0"/>
          </a:p>
          <a:p>
            <a:pPr>
              <a:buNone/>
            </a:pPr>
            <a:endParaRPr lang="en-US" altLang="zh-CN" dirty="0" smtClean="0"/>
          </a:p>
        </p:txBody>
      </p:sp>
      <p:graphicFrame>
        <p:nvGraphicFramePr>
          <p:cNvPr id="189442" name="Object 2"/>
          <p:cNvGraphicFramePr>
            <a:graphicFrameLocks noChangeAspect="1"/>
          </p:cNvGraphicFramePr>
          <p:nvPr>
            <p:extLst/>
          </p:nvPr>
        </p:nvGraphicFramePr>
        <p:xfrm>
          <a:off x="611560" y="97488"/>
          <a:ext cx="2328862" cy="508000"/>
        </p:xfrm>
        <a:graphic>
          <a:graphicData uri="http://schemas.openxmlformats.org/presentationml/2006/ole">
            <mc:AlternateContent xmlns:mc="http://schemas.openxmlformats.org/markup-compatibility/2006">
              <mc:Choice xmlns:v="urn:schemas-microsoft-com:vml" Requires="v">
                <p:oleObj spid="_x0000_s205844" name="公式" r:id="rId3" imgW="812520" imgH="241200" progId="Equation.3">
                  <p:embed/>
                </p:oleObj>
              </mc:Choice>
              <mc:Fallback>
                <p:oleObj name="公式" r:id="rId3" imgW="812520" imgH="241200" progId="Equation.3">
                  <p:embed/>
                  <p:pic>
                    <p:nvPicPr>
                      <p:cNvPr id="189442" name="Object 2"/>
                      <p:cNvPicPr>
                        <a:picLocks noChangeAspect="1" noChangeArrowheads="1"/>
                      </p:cNvPicPr>
                      <p:nvPr/>
                    </p:nvPicPr>
                    <p:blipFill>
                      <a:blip r:embed="rId4"/>
                      <a:srcRect/>
                      <a:stretch>
                        <a:fillRect/>
                      </a:stretch>
                    </p:blipFill>
                    <p:spPr bwMode="auto">
                      <a:xfrm>
                        <a:off x="611560" y="97488"/>
                        <a:ext cx="2328862"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9443" name="Object 3"/>
          <p:cNvGraphicFramePr>
            <a:graphicFrameLocks noChangeAspect="1"/>
          </p:cNvGraphicFramePr>
          <p:nvPr>
            <p:extLst/>
          </p:nvPr>
        </p:nvGraphicFramePr>
        <p:xfrm>
          <a:off x="1115616" y="699542"/>
          <a:ext cx="2947988" cy="1630363"/>
        </p:xfrm>
        <a:graphic>
          <a:graphicData uri="http://schemas.openxmlformats.org/presentationml/2006/ole">
            <mc:AlternateContent xmlns:mc="http://schemas.openxmlformats.org/markup-compatibility/2006">
              <mc:Choice xmlns:v="urn:schemas-microsoft-com:vml" Requires="v">
                <p:oleObj spid="_x0000_s205845" name="公式" r:id="rId5" imgW="1028520" imgH="774360" progId="Equation.3">
                  <p:embed/>
                </p:oleObj>
              </mc:Choice>
              <mc:Fallback>
                <p:oleObj name="公式" r:id="rId5" imgW="1028520" imgH="774360" progId="Equation.3">
                  <p:embed/>
                  <p:pic>
                    <p:nvPicPr>
                      <p:cNvPr id="18944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5616" y="699542"/>
                        <a:ext cx="2947988" cy="163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9444" name="Object 4"/>
          <p:cNvGraphicFramePr>
            <a:graphicFrameLocks noChangeAspect="1"/>
          </p:cNvGraphicFramePr>
          <p:nvPr>
            <p:extLst/>
          </p:nvPr>
        </p:nvGraphicFramePr>
        <p:xfrm>
          <a:off x="323528" y="3075806"/>
          <a:ext cx="2954337" cy="749300"/>
        </p:xfrm>
        <a:graphic>
          <a:graphicData uri="http://schemas.openxmlformats.org/presentationml/2006/ole">
            <mc:AlternateContent xmlns:mc="http://schemas.openxmlformats.org/markup-compatibility/2006">
              <mc:Choice xmlns:v="urn:schemas-microsoft-com:vml" Requires="v">
                <p:oleObj spid="_x0000_s205846" name="公式" r:id="rId7" imgW="1193760" imgH="406080" progId="Equation.3">
                  <p:embed/>
                </p:oleObj>
              </mc:Choice>
              <mc:Fallback>
                <p:oleObj name="公式" r:id="rId7" imgW="1193760" imgH="406080" progId="Equation.3">
                  <p:embed/>
                  <p:pic>
                    <p:nvPicPr>
                      <p:cNvPr id="189444"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528" y="3075806"/>
                        <a:ext cx="2954337" cy="749300"/>
                      </a:xfrm>
                      <a:prstGeom prst="rect">
                        <a:avLst/>
                      </a:prstGeom>
                      <a:solidFill>
                        <a:srgbClr val="FFFF99"/>
                      </a:solidFill>
                    </p:spPr>
                  </p:pic>
                </p:oleObj>
              </mc:Fallback>
            </mc:AlternateContent>
          </a:graphicData>
        </a:graphic>
      </p:graphicFrame>
      <p:graphicFrame>
        <p:nvGraphicFramePr>
          <p:cNvPr id="189445" name="Object 5"/>
          <p:cNvGraphicFramePr>
            <a:graphicFrameLocks noChangeAspect="1"/>
          </p:cNvGraphicFramePr>
          <p:nvPr>
            <p:extLst/>
          </p:nvPr>
        </p:nvGraphicFramePr>
        <p:xfrm>
          <a:off x="3299032" y="3028181"/>
          <a:ext cx="2986088" cy="796925"/>
        </p:xfrm>
        <a:graphic>
          <a:graphicData uri="http://schemas.openxmlformats.org/presentationml/2006/ole">
            <mc:AlternateContent xmlns:mc="http://schemas.openxmlformats.org/markup-compatibility/2006">
              <mc:Choice xmlns:v="urn:schemas-microsoft-com:vml" Requires="v">
                <p:oleObj spid="_x0000_s205847" name="公式" r:id="rId9" imgW="1206360" imgH="431640" progId="Equation.3">
                  <p:embed/>
                </p:oleObj>
              </mc:Choice>
              <mc:Fallback>
                <p:oleObj name="公式" r:id="rId9" imgW="1206360" imgH="431640" progId="Equation.3">
                  <p:embed/>
                  <p:pic>
                    <p:nvPicPr>
                      <p:cNvPr id="189445"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99032" y="3028181"/>
                        <a:ext cx="2986088" cy="796925"/>
                      </a:xfrm>
                      <a:prstGeom prst="rect">
                        <a:avLst/>
                      </a:prstGeom>
                      <a:solidFill>
                        <a:srgbClr val="CCFFFF"/>
                      </a:solidFill>
                    </p:spPr>
                  </p:pic>
                </p:oleObj>
              </mc:Fallback>
            </mc:AlternateContent>
          </a:graphicData>
        </a:graphic>
      </p:graphicFrame>
      <p:graphicFrame>
        <p:nvGraphicFramePr>
          <p:cNvPr id="189446" name="Object 6"/>
          <p:cNvGraphicFramePr>
            <a:graphicFrameLocks noChangeAspect="1"/>
          </p:cNvGraphicFramePr>
          <p:nvPr>
            <p:extLst/>
          </p:nvPr>
        </p:nvGraphicFramePr>
        <p:xfrm>
          <a:off x="6300192" y="3073193"/>
          <a:ext cx="2922587" cy="773112"/>
        </p:xfrm>
        <a:graphic>
          <a:graphicData uri="http://schemas.openxmlformats.org/presentationml/2006/ole">
            <mc:AlternateContent xmlns:mc="http://schemas.openxmlformats.org/markup-compatibility/2006">
              <mc:Choice xmlns:v="urn:schemas-microsoft-com:vml" Requires="v">
                <p:oleObj spid="_x0000_s205848" name="公式" r:id="rId11" imgW="1180800" imgH="419040" progId="Equation.3">
                  <p:embed/>
                </p:oleObj>
              </mc:Choice>
              <mc:Fallback>
                <p:oleObj name="公式" r:id="rId11" imgW="1180800" imgH="419040" progId="Equation.3">
                  <p:embed/>
                  <p:pic>
                    <p:nvPicPr>
                      <p:cNvPr id="189446"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00192" y="3073193"/>
                        <a:ext cx="2922587" cy="773112"/>
                      </a:xfrm>
                      <a:prstGeom prst="rect">
                        <a:avLst/>
                      </a:prstGeom>
                      <a:solidFill>
                        <a:srgbClr val="FFFF99"/>
                      </a:solidFill>
                    </p:spPr>
                  </p:pic>
                </p:oleObj>
              </mc:Fallback>
            </mc:AlternateContent>
          </a:graphicData>
        </a:graphic>
      </p:graphicFrame>
      <p:graphicFrame>
        <p:nvGraphicFramePr>
          <p:cNvPr id="8" name="Object 4"/>
          <p:cNvGraphicFramePr>
            <a:graphicFrameLocks noChangeAspect="1"/>
          </p:cNvGraphicFramePr>
          <p:nvPr>
            <p:extLst/>
          </p:nvPr>
        </p:nvGraphicFramePr>
        <p:xfrm>
          <a:off x="2940324" y="4051605"/>
          <a:ext cx="2419350" cy="771525"/>
        </p:xfrm>
        <a:graphic>
          <a:graphicData uri="http://schemas.openxmlformats.org/presentationml/2006/ole">
            <mc:AlternateContent xmlns:mc="http://schemas.openxmlformats.org/markup-compatibility/2006">
              <mc:Choice xmlns:v="urn:schemas-microsoft-com:vml" Requires="v">
                <p:oleObj spid="_x0000_s205849" name="公式" r:id="rId13" imgW="977760" imgH="419040" progId="Equation.3">
                  <p:embed/>
                </p:oleObj>
              </mc:Choice>
              <mc:Fallback>
                <p:oleObj name="公式" r:id="rId13" imgW="977760" imgH="419040" progId="Equation.3">
                  <p:embed/>
                  <p:pic>
                    <p:nvPicPr>
                      <p:cNvPr id="8" name="Object 4"/>
                      <p:cNvPicPr>
                        <a:picLocks noChangeAspect="1" noChangeArrowheads="1"/>
                      </p:cNvPicPr>
                      <p:nvPr/>
                    </p:nvPicPr>
                    <p:blipFill>
                      <a:blip r:embed="rId14"/>
                      <a:srcRect/>
                      <a:stretch>
                        <a:fillRect/>
                      </a:stretch>
                    </p:blipFill>
                    <p:spPr bwMode="auto">
                      <a:xfrm>
                        <a:off x="2940324" y="4051605"/>
                        <a:ext cx="2419350" cy="771525"/>
                      </a:xfrm>
                      <a:prstGeom prst="rect">
                        <a:avLst/>
                      </a:prstGeom>
                      <a:solidFill>
                        <a:schemeClr val="tx2">
                          <a:lumMod val="20000"/>
                          <a:lumOff val="80000"/>
                        </a:schemeClr>
                      </a:solidFill>
                    </p:spPr>
                  </p:pic>
                </p:oleObj>
              </mc:Fallback>
            </mc:AlternateContent>
          </a:graphicData>
        </a:graphic>
      </p:graphicFrame>
      <p:sp>
        <p:nvSpPr>
          <p:cNvPr id="2" name="矩形 1"/>
          <p:cNvSpPr/>
          <p:nvPr/>
        </p:nvSpPr>
        <p:spPr>
          <a:xfrm>
            <a:off x="1142644" y="4155926"/>
            <a:ext cx="1266693" cy="523220"/>
          </a:xfrm>
          <a:prstGeom prst="rect">
            <a:avLst/>
          </a:prstGeom>
        </p:spPr>
        <p:txBody>
          <a:bodyPr wrap="none">
            <a:spAutoFit/>
          </a:bodyPr>
          <a:lstStyle/>
          <a:p>
            <a:r>
              <a:rPr lang="zh-CN" altLang="en-US" sz="2800" b="1" dirty="0" smtClean="0"/>
              <a:t>合并后</a:t>
            </a:r>
            <a:endParaRPr lang="zh-CN" altLang="en-US" sz="2800" b="1" dirty="0"/>
          </a:p>
        </p:txBody>
      </p:sp>
      <p:sp>
        <p:nvSpPr>
          <p:cNvPr id="5" name="矩形 4"/>
          <p:cNvSpPr/>
          <p:nvPr/>
        </p:nvSpPr>
        <p:spPr>
          <a:xfrm>
            <a:off x="395536" y="2364382"/>
            <a:ext cx="6318448" cy="584775"/>
          </a:xfrm>
          <a:prstGeom prst="rect">
            <a:avLst/>
          </a:prstGeom>
        </p:spPr>
        <p:txBody>
          <a:bodyPr wrap="square">
            <a:spAutoFit/>
          </a:bodyPr>
          <a:lstStyle/>
          <a:p>
            <a:pPr marL="342900" lvl="0" indent="-342900">
              <a:spcBef>
                <a:spcPct val="20000"/>
              </a:spcBef>
              <a:buClr>
                <a:srgbClr val="A50021"/>
              </a:buClr>
              <a:buSzPct val="75000"/>
            </a:pPr>
            <a:r>
              <a:rPr lang="zh-CN" altLang="en-US" sz="3200" b="1" dirty="0">
                <a:solidFill>
                  <a:srgbClr val="000000"/>
                </a:solidFill>
                <a:latin typeface="Times New Roman"/>
                <a:ea typeface="宋体"/>
              </a:rPr>
              <a:t>解也与静电场中解的形式类似</a:t>
            </a:r>
          </a:p>
        </p:txBody>
      </p:sp>
    </p:spTree>
    <p:extLst>
      <p:ext uri="{BB962C8B-B14F-4D97-AF65-F5344CB8AC3E}">
        <p14:creationId xmlns:p14="http://schemas.microsoft.com/office/powerpoint/2010/main" val="75193885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944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94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944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eaLnBrk="1" hangingPunct="1"/>
            <a:r>
              <a:rPr lang="en-US" altLang="zh-CN" smtClean="0"/>
              <a:t> </a:t>
            </a:r>
          </a:p>
        </p:txBody>
      </p:sp>
      <p:sp>
        <p:nvSpPr>
          <p:cNvPr id="96262" name="Rectangle 3" descr="Rectangle: Click to edit Master text styles&#10;Second level&#10;Third level&#10;Fourth level&#10;Fifth level"/>
          <p:cNvSpPr>
            <a:spLocks noGrp="1" noChangeArrowheads="1"/>
          </p:cNvSpPr>
          <p:nvPr>
            <p:ph type="body" idx="1"/>
          </p:nvPr>
        </p:nvSpPr>
        <p:spPr>
          <a:xfrm>
            <a:off x="395536" y="267494"/>
            <a:ext cx="7772400" cy="3096344"/>
          </a:xfrm>
        </p:spPr>
        <p:txBody>
          <a:bodyPr/>
          <a:lstStyle/>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对应不同形式的源，矢量泊松方程的解为</a:t>
            </a:r>
          </a:p>
          <a:p>
            <a:pPr marL="0" indent="0" eaLnBrk="1" hangingPunct="1">
              <a:buFont typeface="Wingdings" pitchFamily="2" charset="2"/>
              <a:buNone/>
            </a:pPr>
            <a:r>
              <a:rPr lang="zh-CN" altLang="en-US" dirty="0" smtClean="0">
                <a:latin typeface="宋体" pitchFamily="2" charset="-122"/>
              </a:rPr>
              <a:t>                            </a:t>
            </a:r>
          </a:p>
        </p:txBody>
      </p:sp>
      <p:sp>
        <p:nvSpPr>
          <p:cNvPr id="96263" name="Rectangle 5"/>
          <p:cNvSpPr>
            <a:spLocks noChangeArrowheads="1"/>
          </p:cNvSpPr>
          <p:nvPr/>
        </p:nvSpPr>
        <p:spPr bwMode="auto">
          <a:xfrm>
            <a:off x="0" y="223349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96258" name="Object 4"/>
          <p:cNvGraphicFramePr>
            <a:graphicFrameLocks noChangeAspect="1"/>
          </p:cNvGraphicFramePr>
          <p:nvPr>
            <p:extLst/>
          </p:nvPr>
        </p:nvGraphicFramePr>
        <p:xfrm>
          <a:off x="2261866" y="1015240"/>
          <a:ext cx="2484437" cy="735012"/>
        </p:xfrm>
        <a:graphic>
          <a:graphicData uri="http://schemas.openxmlformats.org/presentationml/2006/ole">
            <mc:AlternateContent xmlns:mc="http://schemas.openxmlformats.org/markup-compatibility/2006">
              <mc:Choice xmlns:v="urn:schemas-microsoft-com:vml" Requires="v">
                <p:oleObj spid="_x0000_s206862" name="公式" r:id="rId3" imgW="1002960" imgH="393480" progId="Equation.3">
                  <p:embed/>
                </p:oleObj>
              </mc:Choice>
              <mc:Fallback>
                <p:oleObj name="公式" r:id="rId3" imgW="1002960" imgH="393480" progId="Equation.3">
                  <p:embed/>
                  <p:pic>
                    <p:nvPicPr>
                      <p:cNvPr id="96258" name="Object 4"/>
                      <p:cNvPicPr>
                        <a:picLocks noChangeAspect="1" noChangeArrowheads="1"/>
                      </p:cNvPicPr>
                      <p:nvPr/>
                    </p:nvPicPr>
                    <p:blipFill>
                      <a:blip r:embed="rId4"/>
                      <a:srcRect/>
                      <a:stretch>
                        <a:fillRect/>
                      </a:stretch>
                    </p:blipFill>
                    <p:spPr bwMode="auto">
                      <a:xfrm>
                        <a:off x="2261866" y="1015240"/>
                        <a:ext cx="2484437" cy="735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6264" name="Rectangle 7"/>
          <p:cNvSpPr>
            <a:spLocks noChangeArrowheads="1"/>
          </p:cNvSpPr>
          <p:nvPr/>
        </p:nvSpPr>
        <p:spPr bwMode="auto">
          <a:xfrm>
            <a:off x="0" y="223349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96259" name="Object 6"/>
          <p:cNvGraphicFramePr>
            <a:graphicFrameLocks noChangeAspect="1"/>
          </p:cNvGraphicFramePr>
          <p:nvPr>
            <p:extLst/>
          </p:nvPr>
        </p:nvGraphicFramePr>
        <p:xfrm>
          <a:off x="2267744" y="1746559"/>
          <a:ext cx="2667000" cy="722710"/>
        </p:xfrm>
        <a:graphic>
          <a:graphicData uri="http://schemas.openxmlformats.org/presentationml/2006/ole">
            <mc:AlternateContent xmlns:mc="http://schemas.openxmlformats.org/markup-compatibility/2006">
              <mc:Choice xmlns:v="urn:schemas-microsoft-com:vml" Requires="v">
                <p:oleObj spid="_x0000_s206863" name="公式" r:id="rId5" imgW="1129810" imgH="406224" progId="Equation.3">
                  <p:embed/>
                </p:oleObj>
              </mc:Choice>
              <mc:Fallback>
                <p:oleObj name="公式" r:id="rId5" imgW="1129810" imgH="406224" progId="Equation.3">
                  <p:embed/>
                  <p:pic>
                    <p:nvPicPr>
                      <p:cNvPr id="96259"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7744" y="1746559"/>
                        <a:ext cx="2667000" cy="7227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6265" name="Rectangle 9"/>
          <p:cNvSpPr>
            <a:spLocks noChangeArrowheads="1"/>
          </p:cNvSpPr>
          <p:nvPr/>
        </p:nvSpPr>
        <p:spPr bwMode="auto">
          <a:xfrm>
            <a:off x="0" y="223349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96260" name="Object 8"/>
          <p:cNvGraphicFramePr>
            <a:graphicFrameLocks noChangeAspect="1"/>
          </p:cNvGraphicFramePr>
          <p:nvPr>
            <p:extLst/>
          </p:nvPr>
        </p:nvGraphicFramePr>
        <p:xfrm>
          <a:off x="2386395" y="2465575"/>
          <a:ext cx="2286000" cy="709613"/>
        </p:xfrm>
        <a:graphic>
          <a:graphicData uri="http://schemas.openxmlformats.org/presentationml/2006/ole">
            <mc:AlternateContent xmlns:mc="http://schemas.openxmlformats.org/markup-compatibility/2006">
              <mc:Choice xmlns:v="urn:schemas-microsoft-com:vml" Requires="v">
                <p:oleObj spid="_x0000_s206864" name="公式" r:id="rId7" imgW="990170" imgH="406224" progId="Equation.3">
                  <p:embed/>
                </p:oleObj>
              </mc:Choice>
              <mc:Fallback>
                <p:oleObj name="公式" r:id="rId7" imgW="990170" imgH="406224" progId="Equation.3">
                  <p:embed/>
                  <p:pic>
                    <p:nvPicPr>
                      <p:cNvPr id="9626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6395" y="2465575"/>
                        <a:ext cx="2286000" cy="709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755576" y="3305736"/>
            <a:ext cx="5952270" cy="584775"/>
          </a:xfrm>
          <a:prstGeom prst="rect">
            <a:avLst/>
          </a:prstGeom>
        </p:spPr>
        <p:txBody>
          <a:bodyPr wrap="none">
            <a:spAutoFit/>
          </a:bodyPr>
          <a:lstStyle/>
          <a:p>
            <a:r>
              <a:rPr lang="zh-CN" altLang="en-US" sz="3200" b="1" dirty="0">
                <a:solidFill>
                  <a:srgbClr val="000000"/>
                </a:solidFill>
                <a:latin typeface="宋体" pitchFamily="2" charset="-122"/>
                <a:ea typeface="宋体"/>
              </a:rPr>
              <a:t>利用</a:t>
            </a:r>
            <a:r>
              <a:rPr lang="zh-CN" altLang="en-US" sz="3200" b="1" dirty="0" smtClean="0">
                <a:solidFill>
                  <a:srgbClr val="000000"/>
                </a:solidFill>
                <a:latin typeface="宋体" pitchFamily="2" charset="-122"/>
                <a:ea typeface="宋体"/>
              </a:rPr>
              <a:t>矢量磁位和斯托克斯定理，</a:t>
            </a:r>
            <a:endParaRPr lang="zh-CN" altLang="en-US" dirty="0"/>
          </a:p>
        </p:txBody>
      </p:sp>
      <p:graphicFrame>
        <p:nvGraphicFramePr>
          <p:cNvPr id="12" name="Object 4"/>
          <p:cNvGraphicFramePr>
            <a:graphicFrameLocks noChangeAspect="1"/>
          </p:cNvGraphicFramePr>
          <p:nvPr>
            <p:extLst/>
          </p:nvPr>
        </p:nvGraphicFramePr>
        <p:xfrm>
          <a:off x="683568" y="4082927"/>
          <a:ext cx="7113588" cy="688975"/>
        </p:xfrm>
        <a:graphic>
          <a:graphicData uri="http://schemas.openxmlformats.org/presentationml/2006/ole">
            <mc:AlternateContent xmlns:mc="http://schemas.openxmlformats.org/markup-compatibility/2006">
              <mc:Choice xmlns:v="urn:schemas-microsoft-com:vml" Requires="v">
                <p:oleObj spid="_x0000_s206865" name="公式" r:id="rId9" imgW="2298600" imgH="291960" progId="Equation.3">
                  <p:embed/>
                </p:oleObj>
              </mc:Choice>
              <mc:Fallback>
                <p:oleObj name="公式" r:id="rId9" imgW="2298600" imgH="291960" progId="Equation.3">
                  <p:embed/>
                  <p:pic>
                    <p:nvPicPr>
                      <p:cNvPr id="12" name="Object 4"/>
                      <p:cNvPicPr>
                        <a:picLocks noChangeAspect="1" noChangeArrowheads="1"/>
                      </p:cNvPicPr>
                      <p:nvPr/>
                    </p:nvPicPr>
                    <p:blipFill>
                      <a:blip r:embed="rId10"/>
                      <a:srcRect/>
                      <a:stretch>
                        <a:fillRect/>
                      </a:stretch>
                    </p:blipFill>
                    <p:spPr bwMode="auto">
                      <a:xfrm>
                        <a:off x="683568" y="4082927"/>
                        <a:ext cx="7113588" cy="688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27253010"/>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eaLnBrk="1" hangingPunct="1"/>
            <a:r>
              <a:rPr lang="en-US" altLang="zh-CN" smtClean="0"/>
              <a:t> </a:t>
            </a:r>
          </a:p>
        </p:txBody>
      </p:sp>
      <p:sp>
        <p:nvSpPr>
          <p:cNvPr id="124931" name="Rectangle 3" descr="Rectangle: Click to edit Master text styles&#10;Second level&#10;Third level&#10;Fourth level&#10;Fifth level"/>
          <p:cNvSpPr>
            <a:spLocks noGrp="1" noChangeArrowheads="1"/>
          </p:cNvSpPr>
          <p:nvPr>
            <p:ph type="body" idx="1"/>
          </p:nvPr>
        </p:nvSpPr>
        <p:spPr>
          <a:xfrm>
            <a:off x="838200" y="555526"/>
            <a:ext cx="7772400" cy="3086100"/>
          </a:xfrm>
        </p:spPr>
        <p:txBody>
          <a:bodyPr/>
          <a:lstStyle/>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例</a:t>
            </a:r>
            <a:r>
              <a:rPr lang="en-US" altLang="zh-CN" dirty="0" smtClean="0">
                <a:latin typeface="宋体" pitchFamily="2" charset="-122"/>
              </a:rPr>
              <a:t>2.15  </a:t>
            </a:r>
            <a:r>
              <a:rPr lang="zh-CN" altLang="en-US" dirty="0" smtClean="0">
                <a:latin typeface="宋体" pitchFamily="2" charset="-122"/>
              </a:rPr>
              <a:t>求半径为</a:t>
            </a:r>
            <a:r>
              <a:rPr lang="en-US" altLang="zh-CN" i="1" dirty="0" smtClean="0">
                <a:latin typeface="宋体" pitchFamily="2" charset="-122"/>
              </a:rPr>
              <a:t>a</a:t>
            </a:r>
            <a:r>
              <a:rPr lang="zh-CN" altLang="en-US" dirty="0" smtClean="0">
                <a:latin typeface="宋体" pitchFamily="2" charset="-122"/>
              </a:rPr>
              <a:t>、通过电流为</a:t>
            </a:r>
            <a:r>
              <a:rPr lang="en-US" altLang="zh-CN" i="1" dirty="0" smtClean="0">
                <a:latin typeface="宋体" pitchFamily="2" charset="-122"/>
              </a:rPr>
              <a:t>I</a:t>
            </a:r>
            <a:r>
              <a:rPr lang="zh-CN" altLang="en-US" dirty="0" smtClean="0">
                <a:latin typeface="宋体" pitchFamily="2" charset="-122"/>
              </a:rPr>
              <a:t>的小圆环在远离圆环处的</a:t>
            </a:r>
            <a:r>
              <a:rPr lang="en-US" altLang="zh-CN" i="1" dirty="0" smtClean="0">
                <a:latin typeface="宋体" pitchFamily="2" charset="-122"/>
              </a:rPr>
              <a:t>B</a:t>
            </a:r>
            <a:r>
              <a:rPr lang="zh-CN" altLang="en-US" dirty="0" smtClean="0">
                <a:latin typeface="宋体" pitchFamily="2" charset="-122"/>
              </a:rPr>
              <a:t>。</a:t>
            </a:r>
          </a:p>
          <a:p>
            <a:pPr marL="0" indent="0" eaLnBrk="1" hangingPunct="1">
              <a:buFont typeface="Wingdings" pitchFamily="2" charset="2"/>
              <a:buNone/>
            </a:pPr>
            <a:r>
              <a:rPr lang="zh-CN" altLang="en-US" dirty="0" smtClean="0">
                <a:latin typeface="宋体" pitchFamily="2" charset="-122"/>
              </a:rPr>
              <a:t>	</a:t>
            </a:r>
          </a:p>
        </p:txBody>
      </p:sp>
      <p:graphicFrame>
        <p:nvGraphicFramePr>
          <p:cNvPr id="2" name="对象 1"/>
          <p:cNvGraphicFramePr>
            <a:graphicFrameLocks noGrp="1" noChangeAspect="1"/>
          </p:cNvGraphicFramePr>
          <p:nvPr>
            <p:extLst/>
          </p:nvPr>
        </p:nvGraphicFramePr>
        <p:xfrm>
          <a:off x="1763688" y="1923678"/>
          <a:ext cx="5683523" cy="2487341"/>
        </p:xfrm>
        <a:graphic>
          <a:graphicData uri="http://schemas.openxmlformats.org/presentationml/2006/ole">
            <mc:AlternateContent xmlns:mc="http://schemas.openxmlformats.org/markup-compatibility/2006">
              <mc:Choice xmlns:v="urn:schemas-microsoft-com:vml" Requires="v">
                <p:oleObj spid="_x0000_s207877" r:id="rId3" imgW="24333333" imgH="14200000" progId="">
                  <p:embed/>
                </p:oleObj>
              </mc:Choice>
              <mc:Fallback>
                <p:oleObj r:id="rId3" imgW="24333333" imgH="14200000" progId="">
                  <p:embed/>
                  <p:pic>
                    <p:nvPicPr>
                      <p:cNvPr id="2" name="对象 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1923678"/>
                        <a:ext cx="5683523" cy="248734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95707060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9" name="Rectangle 3" descr="Rectangle: Click to edit Master text styles&#10;Second level&#10;Third level&#10;Fourth level&#10;Fifth level"/>
          <p:cNvSpPr>
            <a:spLocks noGrp="1" noChangeArrowheads="1"/>
          </p:cNvSpPr>
          <p:nvPr>
            <p:ph type="body" idx="1"/>
          </p:nvPr>
        </p:nvSpPr>
        <p:spPr>
          <a:xfrm>
            <a:off x="609600" y="1985615"/>
            <a:ext cx="8001000" cy="730151"/>
          </a:xfrm>
        </p:spPr>
        <p:txBody>
          <a:bodyPr/>
          <a:lstStyle/>
          <a:p>
            <a:pPr marL="0" indent="0" eaLnBrk="1" hangingPunct="1">
              <a:buFont typeface="Wingdings" pitchFamily="2" charset="2"/>
              <a:buNone/>
            </a:pPr>
            <a:r>
              <a:rPr lang="zh-CN" altLang="en-US" dirty="0" smtClean="0">
                <a:latin typeface="宋体" pitchFamily="2" charset="-122"/>
              </a:rPr>
              <a:t>这与电偶极子的电场类似，</a:t>
            </a:r>
          </a:p>
        </p:txBody>
      </p:sp>
      <p:sp>
        <p:nvSpPr>
          <p:cNvPr id="98310" name="Rectangle 5"/>
          <p:cNvSpPr>
            <a:spLocks noChangeArrowheads="1"/>
          </p:cNvSpPr>
          <p:nvPr/>
        </p:nvSpPr>
        <p:spPr bwMode="auto">
          <a:xfrm>
            <a:off x="0" y="131842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98306" name="Object 4"/>
          <p:cNvGraphicFramePr>
            <a:graphicFrameLocks noChangeAspect="1"/>
          </p:cNvGraphicFramePr>
          <p:nvPr>
            <p:extLst/>
          </p:nvPr>
        </p:nvGraphicFramePr>
        <p:xfrm>
          <a:off x="1331640" y="505070"/>
          <a:ext cx="5262563" cy="801688"/>
        </p:xfrm>
        <a:graphic>
          <a:graphicData uri="http://schemas.openxmlformats.org/presentationml/2006/ole">
            <mc:AlternateContent xmlns:mc="http://schemas.openxmlformats.org/markup-compatibility/2006">
              <mc:Choice xmlns:v="urn:schemas-microsoft-com:vml" Requires="v">
                <p:oleObj spid="_x0000_s209934" name="公式" r:id="rId3" imgW="2247840" imgH="457200" progId="Equation.3">
                  <p:embed/>
                </p:oleObj>
              </mc:Choice>
              <mc:Fallback>
                <p:oleObj name="公式" r:id="rId3" imgW="2247840" imgH="457200" progId="Equation.3">
                  <p:embed/>
                  <p:pic>
                    <p:nvPicPr>
                      <p:cNvPr id="98306" name="Object 4"/>
                      <p:cNvPicPr>
                        <a:picLocks noChangeAspect="1" noChangeArrowheads="1"/>
                      </p:cNvPicPr>
                      <p:nvPr/>
                    </p:nvPicPr>
                    <p:blipFill>
                      <a:blip r:embed="rId4"/>
                      <a:srcRect/>
                      <a:stretch>
                        <a:fillRect/>
                      </a:stretch>
                    </p:blipFill>
                    <p:spPr bwMode="auto">
                      <a:xfrm>
                        <a:off x="1331640" y="505070"/>
                        <a:ext cx="5262563" cy="801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311" name="Rectangle 7"/>
          <p:cNvSpPr>
            <a:spLocks noChangeArrowheads="1"/>
          </p:cNvSpPr>
          <p:nvPr/>
        </p:nvSpPr>
        <p:spPr bwMode="auto">
          <a:xfrm>
            <a:off x="0" y="132199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98307" name="Object 6"/>
          <p:cNvGraphicFramePr>
            <a:graphicFrameLocks noChangeAspect="1"/>
          </p:cNvGraphicFramePr>
          <p:nvPr>
            <p:extLst/>
          </p:nvPr>
        </p:nvGraphicFramePr>
        <p:xfrm>
          <a:off x="827584" y="1337543"/>
          <a:ext cx="6324600" cy="760810"/>
        </p:xfrm>
        <a:graphic>
          <a:graphicData uri="http://schemas.openxmlformats.org/presentationml/2006/ole">
            <mc:AlternateContent xmlns:mc="http://schemas.openxmlformats.org/markup-compatibility/2006">
              <mc:Choice xmlns:v="urn:schemas-microsoft-com:vml" Requires="v">
                <p:oleObj spid="_x0000_s209935" name="公式" r:id="rId5" imgW="2794000" imgH="444500" progId="Equation.3">
                  <p:embed/>
                </p:oleObj>
              </mc:Choice>
              <mc:Fallback>
                <p:oleObj name="公式" r:id="rId5" imgW="2794000" imgH="444500" progId="Equation.3">
                  <p:embed/>
                  <p:pic>
                    <p:nvPicPr>
                      <p:cNvPr id="9830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584" y="1337543"/>
                        <a:ext cx="6324600" cy="7608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38"/>
          <p:cNvGraphicFramePr>
            <a:graphicFrameLocks noChangeAspect="1"/>
          </p:cNvGraphicFramePr>
          <p:nvPr>
            <p:extLst/>
          </p:nvPr>
        </p:nvGraphicFramePr>
        <p:xfrm>
          <a:off x="1259632" y="3727177"/>
          <a:ext cx="2590800" cy="641350"/>
        </p:xfrm>
        <a:graphic>
          <a:graphicData uri="http://schemas.openxmlformats.org/presentationml/2006/ole">
            <mc:AlternateContent xmlns:mc="http://schemas.openxmlformats.org/markup-compatibility/2006">
              <mc:Choice xmlns:v="urn:schemas-microsoft-com:vml" Requires="v">
                <p:oleObj spid="_x0000_s209936" name="Equation" r:id="rId7" imgW="1079032" imgH="253890" progId="">
                  <p:embed/>
                </p:oleObj>
              </mc:Choice>
              <mc:Fallback>
                <p:oleObj name="Equation" r:id="rId7" imgW="1079032" imgH="253890" progId="">
                  <p:embed/>
                  <p:pic>
                    <p:nvPicPr>
                      <p:cNvPr id="11" name="Object 1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9632" y="3727177"/>
                        <a:ext cx="2590800"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141"/>
          <p:cNvSpPr>
            <a:spLocks noChangeArrowheads="1"/>
          </p:cNvSpPr>
          <p:nvPr/>
        </p:nvSpPr>
        <p:spPr bwMode="auto">
          <a:xfrm>
            <a:off x="4211960" y="3783533"/>
            <a:ext cx="1814522" cy="528637"/>
          </a:xfrm>
          <a:prstGeom prst="rect">
            <a:avLst/>
          </a:prstGeom>
          <a:noFill/>
          <a:ln w="9525">
            <a:solidFill>
              <a:srgbClr val="FF33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800" b="1" dirty="0">
                <a:latin typeface="Times New Roman" pitchFamily="18" charset="0"/>
              </a:rPr>
              <a:t>磁偶极矩</a:t>
            </a:r>
          </a:p>
        </p:txBody>
      </p:sp>
      <p:graphicFrame>
        <p:nvGraphicFramePr>
          <p:cNvPr id="6" name="对象 5"/>
          <p:cNvGraphicFramePr>
            <a:graphicFrameLocks noChangeAspect="1"/>
          </p:cNvGraphicFramePr>
          <p:nvPr>
            <p:extLst/>
          </p:nvPr>
        </p:nvGraphicFramePr>
        <p:xfrm>
          <a:off x="5748028" y="2127870"/>
          <a:ext cx="2808312" cy="558378"/>
        </p:xfrm>
        <a:graphic>
          <a:graphicData uri="http://schemas.openxmlformats.org/presentationml/2006/ole">
            <mc:AlternateContent xmlns:mc="http://schemas.openxmlformats.org/markup-compatibility/2006">
              <mc:Choice xmlns:v="urn:schemas-microsoft-com:vml" Requires="v">
                <p:oleObj spid="_x0000_s209937" name="公式" r:id="rId9" imgW="2171520" imgH="431640" progId="Equation.3">
                  <p:embed/>
                </p:oleObj>
              </mc:Choice>
              <mc:Fallback>
                <p:oleObj name="公式" r:id="rId9" imgW="2171520" imgH="431640" progId="Equation.3">
                  <p:embed/>
                  <p:pic>
                    <p:nvPicPr>
                      <p:cNvPr id="6" name="对象 5"/>
                      <p:cNvPicPr/>
                      <p:nvPr/>
                    </p:nvPicPr>
                    <p:blipFill>
                      <a:blip r:embed="rId10"/>
                      <a:stretch>
                        <a:fillRect/>
                      </a:stretch>
                    </p:blipFill>
                    <p:spPr>
                      <a:xfrm>
                        <a:off x="5748028" y="2127870"/>
                        <a:ext cx="2808312" cy="558378"/>
                      </a:xfrm>
                      <a:prstGeom prst="rect">
                        <a:avLst/>
                      </a:prstGeom>
                      <a:solidFill>
                        <a:schemeClr val="tx2">
                          <a:lumMod val="20000"/>
                          <a:lumOff val="80000"/>
                        </a:schemeClr>
                      </a:solidFill>
                    </p:spPr>
                  </p:pic>
                </p:oleObj>
              </mc:Fallback>
            </mc:AlternateContent>
          </a:graphicData>
        </a:graphic>
      </p:graphicFrame>
      <p:sp>
        <p:nvSpPr>
          <p:cNvPr id="14" name="矩形 13"/>
          <p:cNvSpPr/>
          <p:nvPr/>
        </p:nvSpPr>
        <p:spPr>
          <a:xfrm>
            <a:off x="755576" y="2802264"/>
            <a:ext cx="8136904" cy="584775"/>
          </a:xfrm>
          <a:prstGeom prst="rect">
            <a:avLst/>
          </a:prstGeom>
        </p:spPr>
        <p:txBody>
          <a:bodyPr wrap="square">
            <a:spAutoFit/>
          </a:bodyPr>
          <a:lstStyle/>
          <a:p>
            <a:pPr lvl="0" eaLnBrk="1" hangingPunct="1">
              <a:spcBef>
                <a:spcPct val="20000"/>
              </a:spcBef>
              <a:buClr>
                <a:srgbClr val="A50021"/>
              </a:buClr>
              <a:buSzPct val="75000"/>
            </a:pPr>
            <a:r>
              <a:rPr lang="zh-CN" altLang="en-US" sz="3200" b="1" dirty="0">
                <a:solidFill>
                  <a:srgbClr val="000000"/>
                </a:solidFill>
                <a:latin typeface="宋体" pitchFamily="2" charset="-122"/>
                <a:ea typeface="宋体"/>
              </a:rPr>
              <a:t>我们称一个小圆环电流回路为</a:t>
            </a:r>
            <a:r>
              <a:rPr lang="zh-CN" altLang="en-US" sz="3200" b="1" dirty="0">
                <a:solidFill>
                  <a:srgbClr val="FF0000"/>
                </a:solidFill>
                <a:latin typeface="宋体" pitchFamily="2" charset="-122"/>
                <a:ea typeface="宋体"/>
              </a:rPr>
              <a:t>磁偶极子</a:t>
            </a:r>
            <a:endParaRPr lang="zh-CN" altLang="en-US" sz="3200" b="1" dirty="0">
              <a:solidFill>
                <a:srgbClr val="000000"/>
              </a:solidFill>
              <a:latin typeface="宋体" pitchFamily="2" charset="-122"/>
              <a:ea typeface="宋体"/>
            </a:endParaRPr>
          </a:p>
        </p:txBody>
      </p:sp>
    </p:spTree>
    <p:extLst>
      <p:ext uri="{BB962C8B-B14F-4D97-AF65-F5344CB8AC3E}">
        <p14:creationId xmlns:p14="http://schemas.microsoft.com/office/powerpoint/2010/main" val="1800483755"/>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3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8309">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par>
                                <p:cTn id="18" presetID="1"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9" grpId="0" build="p"/>
      <p:bldP spid="12" grpId="0" animBg="1"/>
      <p:bldP spid="14"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8"/>
          <p:cNvSpPr txBox="1">
            <a:spLocks noChangeArrowheads="1"/>
          </p:cNvSpPr>
          <p:nvPr/>
        </p:nvSpPr>
        <p:spPr bwMode="auto">
          <a:xfrm>
            <a:off x="457200" y="895350"/>
            <a:ext cx="68341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200" b="1" dirty="0" smtClean="0">
                <a:latin typeface="Times New Roman" pitchFamily="18" charset="0"/>
              </a:rPr>
              <a:t>媒质</a:t>
            </a:r>
            <a:r>
              <a:rPr kumimoji="1" lang="zh-CN" altLang="en-US" sz="3200" b="1" dirty="0">
                <a:latin typeface="Times New Roman" pitchFamily="18" charset="0"/>
              </a:rPr>
              <a:t>的磁化与等效磁化电流：</a:t>
            </a:r>
          </a:p>
        </p:txBody>
      </p:sp>
      <p:sp>
        <p:nvSpPr>
          <p:cNvPr id="5" name="Text Box 129"/>
          <p:cNvSpPr txBox="1">
            <a:spLocks noChangeArrowheads="1"/>
          </p:cNvSpPr>
          <p:nvPr/>
        </p:nvSpPr>
        <p:spPr bwMode="auto">
          <a:xfrm>
            <a:off x="971550" y="1504950"/>
            <a:ext cx="6029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latin typeface="Times New Roman" pitchFamily="18" charset="0"/>
              </a:rPr>
              <a:t>1 </a:t>
            </a:r>
            <a:r>
              <a:rPr kumimoji="1" lang="zh-CN" altLang="en-US" sz="2800" b="1" dirty="0">
                <a:latin typeface="Times New Roman" pitchFamily="18" charset="0"/>
              </a:rPr>
              <a:t>、磁偶极子：</a:t>
            </a:r>
            <a:r>
              <a:rPr kumimoji="1" lang="en-US" altLang="zh-CN" sz="2800" b="1" dirty="0">
                <a:latin typeface="Times New Roman" pitchFamily="18" charset="0"/>
              </a:rPr>
              <a:t>——  </a:t>
            </a:r>
            <a:r>
              <a:rPr kumimoji="1" lang="zh-CN" altLang="en-US" sz="2800" b="1" dirty="0">
                <a:solidFill>
                  <a:srgbClr val="FF33CC"/>
                </a:solidFill>
                <a:latin typeface="Times New Roman" pitchFamily="18" charset="0"/>
              </a:rPr>
              <a:t>小圆环电流</a:t>
            </a:r>
            <a:r>
              <a:rPr kumimoji="1" lang="zh-CN" altLang="en-US" sz="2800" b="1" dirty="0">
                <a:latin typeface="Times New Roman" pitchFamily="18" charset="0"/>
              </a:rPr>
              <a:t>。</a:t>
            </a:r>
          </a:p>
        </p:txBody>
      </p:sp>
      <p:sp>
        <p:nvSpPr>
          <p:cNvPr id="6" name="Text Box 130"/>
          <p:cNvSpPr txBox="1">
            <a:spLocks noChangeArrowheads="1"/>
          </p:cNvSpPr>
          <p:nvPr/>
        </p:nvSpPr>
        <p:spPr bwMode="auto">
          <a:xfrm>
            <a:off x="971550" y="2038350"/>
            <a:ext cx="6400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3200" b="1" dirty="0">
                <a:latin typeface="Times New Roman" pitchFamily="18" charset="0"/>
                <a:ea typeface="华文新魏" pitchFamily="2" charset="-122"/>
              </a:rPr>
              <a:t>       </a:t>
            </a:r>
            <a:r>
              <a:rPr kumimoji="1" lang="zh-CN" altLang="en-US" sz="3200" b="1" dirty="0">
                <a:latin typeface="Times New Roman" pitchFamily="18" charset="0"/>
                <a:ea typeface="华文新魏" pitchFamily="2" charset="-122"/>
              </a:rPr>
              <a:t>如电子的自旋与轨道运动，原子核的自旋等都是小圆环电流。</a:t>
            </a:r>
          </a:p>
        </p:txBody>
      </p:sp>
      <p:sp>
        <p:nvSpPr>
          <p:cNvPr id="7" name="Text Box 131"/>
          <p:cNvSpPr txBox="1">
            <a:spLocks noChangeArrowheads="1"/>
          </p:cNvSpPr>
          <p:nvPr/>
        </p:nvSpPr>
        <p:spPr bwMode="auto">
          <a:xfrm>
            <a:off x="838199" y="3257550"/>
            <a:ext cx="7312025"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800" b="1" dirty="0">
                <a:latin typeface="Times New Roman" pitchFamily="18" charset="0"/>
              </a:rPr>
              <a:t>2 </a:t>
            </a:r>
            <a:r>
              <a:rPr kumimoji="1" lang="zh-CN" altLang="en-US" sz="2800" b="1" dirty="0">
                <a:latin typeface="Times New Roman" pitchFamily="18" charset="0"/>
              </a:rPr>
              <a:t>、无外磁场时，物质的分子</a:t>
            </a:r>
            <a:r>
              <a:rPr kumimoji="1" lang="zh-CN" altLang="en-US" sz="2800" b="1" dirty="0">
                <a:solidFill>
                  <a:srgbClr val="FF0000"/>
                </a:solidFill>
                <a:latin typeface="Times New Roman" pitchFamily="18" charset="0"/>
              </a:rPr>
              <a:t>磁矩</a:t>
            </a:r>
            <a:r>
              <a:rPr kumimoji="1" lang="zh-CN" altLang="en-US" sz="2800" b="1" dirty="0">
                <a:latin typeface="Times New Roman" pitchFamily="18" charset="0"/>
              </a:rPr>
              <a:t>由于热运动，大多数因其排列</a:t>
            </a:r>
            <a:r>
              <a:rPr kumimoji="1" lang="zh-CN" altLang="en-US" sz="2800" b="1" dirty="0" smtClean="0">
                <a:latin typeface="Times New Roman" pitchFamily="18" charset="0"/>
              </a:rPr>
              <a:t>杂乱无章而相互抵消，总体</a:t>
            </a:r>
            <a:r>
              <a:rPr kumimoji="1" lang="zh-CN" altLang="en-US" sz="2800" b="1" dirty="0">
                <a:latin typeface="Times New Roman" pitchFamily="18" charset="0"/>
              </a:rPr>
              <a:t>上不显磁性。</a:t>
            </a:r>
          </a:p>
        </p:txBody>
      </p:sp>
      <p:grpSp>
        <p:nvGrpSpPr>
          <p:cNvPr id="8" name="Group 132"/>
          <p:cNvGrpSpPr>
            <a:grpSpLocks/>
          </p:cNvGrpSpPr>
          <p:nvPr/>
        </p:nvGrpSpPr>
        <p:grpSpPr bwMode="auto">
          <a:xfrm>
            <a:off x="7235825" y="2276475"/>
            <a:ext cx="914400" cy="838200"/>
            <a:chOff x="4560" y="2064"/>
            <a:chExt cx="576" cy="528"/>
          </a:xfrm>
        </p:grpSpPr>
        <p:grpSp>
          <p:nvGrpSpPr>
            <p:cNvPr id="9" name="Group 133"/>
            <p:cNvGrpSpPr>
              <a:grpSpLocks/>
            </p:cNvGrpSpPr>
            <p:nvPr/>
          </p:nvGrpSpPr>
          <p:grpSpPr bwMode="auto">
            <a:xfrm>
              <a:off x="4560" y="2064"/>
              <a:ext cx="576" cy="528"/>
              <a:chOff x="4464" y="2064"/>
              <a:chExt cx="576" cy="528"/>
            </a:xfrm>
          </p:grpSpPr>
          <p:sp>
            <p:nvSpPr>
              <p:cNvPr id="11" name="Oval 134"/>
              <p:cNvSpPr>
                <a:spLocks noChangeArrowheads="1"/>
              </p:cNvSpPr>
              <p:nvPr/>
            </p:nvSpPr>
            <p:spPr bwMode="auto">
              <a:xfrm>
                <a:off x="4464" y="2064"/>
                <a:ext cx="576" cy="52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Oval 135"/>
              <p:cNvSpPr>
                <a:spLocks noChangeArrowheads="1"/>
              </p:cNvSpPr>
              <p:nvPr/>
            </p:nvSpPr>
            <p:spPr bwMode="auto">
              <a:xfrm>
                <a:off x="4704" y="230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36"/>
              <p:cNvSpPr>
                <a:spLocks noChangeShapeType="1"/>
              </p:cNvSpPr>
              <p:nvPr/>
            </p:nvSpPr>
            <p:spPr bwMode="auto">
              <a:xfrm>
                <a:off x="4752" y="2328"/>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37"/>
              <p:cNvSpPr>
                <a:spLocks noChangeShapeType="1"/>
              </p:cNvSpPr>
              <p:nvPr/>
            </p:nvSpPr>
            <p:spPr bwMode="auto">
              <a:xfrm flipH="1">
                <a:off x="4704" y="2064"/>
                <a:ext cx="96" cy="0"/>
              </a:xfrm>
              <a:prstGeom prst="line">
                <a:avLst/>
              </a:prstGeom>
              <a:noFill/>
              <a:ln w="952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0" name="Object 138"/>
            <p:cNvGraphicFramePr>
              <a:graphicFrameLocks noChangeAspect="1"/>
            </p:cNvGraphicFramePr>
            <p:nvPr/>
          </p:nvGraphicFramePr>
          <p:xfrm>
            <a:off x="4896" y="2160"/>
            <a:ext cx="158" cy="176"/>
          </p:xfrm>
          <a:graphic>
            <a:graphicData uri="http://schemas.openxmlformats.org/presentationml/2006/ole">
              <mc:AlternateContent xmlns:mc="http://schemas.openxmlformats.org/markup-compatibility/2006">
                <mc:Choice xmlns:v="urn:schemas-microsoft-com:vml" Requires="v">
                  <p:oleObj spid="_x0000_s210952" name="Equation" r:id="rId3" imgW="114102" imgH="126780" progId="Equation.3">
                    <p:embed/>
                  </p:oleObj>
                </mc:Choice>
                <mc:Fallback>
                  <p:oleObj name="Equation" r:id="rId3" imgW="114102" imgH="126780" progId="Equation.3">
                    <p:embed/>
                    <p:pic>
                      <p:nvPicPr>
                        <p:cNvPr id="10" name="Object 1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6" y="2160"/>
                          <a:ext cx="158" cy="1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5" name="Rectangle 139"/>
          <p:cNvSpPr>
            <a:spLocks noChangeArrowheads="1"/>
          </p:cNvSpPr>
          <p:nvPr/>
        </p:nvSpPr>
        <p:spPr bwMode="auto">
          <a:xfrm>
            <a:off x="6927602" y="958682"/>
            <a:ext cx="19880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smtClean="0">
                <a:solidFill>
                  <a:srgbClr val="FF0000"/>
                </a:solidFill>
                <a:latin typeface="Times New Roman" pitchFamily="18" charset="0"/>
              </a:rPr>
              <a:t>磁偶极矩：</a:t>
            </a:r>
            <a:endParaRPr kumimoji="1" lang="zh-CN" altLang="en-US" sz="2800" b="1" dirty="0">
              <a:solidFill>
                <a:srgbClr val="FF0000"/>
              </a:solidFill>
              <a:latin typeface="Times New Roman" pitchFamily="18" charset="0"/>
            </a:endParaRPr>
          </a:p>
        </p:txBody>
      </p:sp>
      <p:graphicFrame>
        <p:nvGraphicFramePr>
          <p:cNvPr id="16" name="Object 140"/>
          <p:cNvGraphicFramePr>
            <a:graphicFrameLocks noChangeAspect="1"/>
          </p:cNvGraphicFramePr>
          <p:nvPr>
            <p:extLst/>
          </p:nvPr>
        </p:nvGraphicFramePr>
        <p:xfrm>
          <a:off x="7164288" y="1548734"/>
          <a:ext cx="1295400" cy="557212"/>
        </p:xfrm>
        <a:graphic>
          <a:graphicData uri="http://schemas.openxmlformats.org/presentationml/2006/ole">
            <mc:AlternateContent xmlns:mc="http://schemas.openxmlformats.org/markup-compatibility/2006">
              <mc:Choice xmlns:v="urn:schemas-microsoft-com:vml" Requires="v">
                <p:oleObj spid="_x0000_s210953" name="Equation" r:id="rId5" imgW="520700" imgH="228600" progId="Equation.3">
                  <p:embed/>
                </p:oleObj>
              </mc:Choice>
              <mc:Fallback>
                <p:oleObj name="Equation" r:id="rId5" imgW="520700" imgH="228600" progId="Equation.3">
                  <p:embed/>
                  <p:pic>
                    <p:nvPicPr>
                      <p:cNvPr id="16" name="Object 1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4288" y="1548734"/>
                        <a:ext cx="1295400" cy="557212"/>
                      </a:xfrm>
                      <a:prstGeom prst="rect">
                        <a:avLst/>
                      </a:prstGeom>
                      <a:noFill/>
                      <a:ln w="28575">
                        <a:solidFill>
                          <a:srgbClr val="CC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矩形 18"/>
          <p:cNvSpPr/>
          <p:nvPr/>
        </p:nvSpPr>
        <p:spPr>
          <a:xfrm>
            <a:off x="0" y="133350"/>
            <a:ext cx="9144000" cy="646331"/>
          </a:xfrm>
          <a:prstGeom prst="rect">
            <a:avLst/>
          </a:prstGeom>
        </p:spPr>
        <p:txBody>
          <a:bodyPr wrap="square">
            <a:spAutoFit/>
          </a:bodyPr>
          <a:lstStyle/>
          <a:p>
            <a:pPr marL="190500" lvl="1" eaLnBrk="1" hangingPunct="1">
              <a:lnSpc>
                <a:spcPct val="90000"/>
              </a:lnSpc>
              <a:spcBef>
                <a:spcPct val="20000"/>
              </a:spcBef>
              <a:buClr>
                <a:srgbClr val="B2B2B2"/>
              </a:buClr>
              <a:buSzPct val="75000"/>
            </a:pPr>
            <a:r>
              <a:rPr kumimoji="1" lang="en-US" altLang="zh-CN" sz="4000" b="1" dirty="0">
                <a:solidFill>
                  <a:srgbClr val="1B285F"/>
                </a:solidFill>
                <a:latin typeface="隶书" pitchFamily="49" charset="-122"/>
                <a:ea typeface="隶书" panose="02010509060101010101" pitchFamily="49" charset="-122"/>
              </a:rPr>
              <a:t>2.4.3 </a:t>
            </a:r>
            <a:r>
              <a:rPr kumimoji="1" lang="zh-CN" altLang="en-US" sz="4000" b="1" dirty="0">
                <a:solidFill>
                  <a:srgbClr val="1B285F"/>
                </a:solidFill>
                <a:latin typeface="隶书" pitchFamily="49" charset="-122"/>
                <a:ea typeface="隶书" panose="02010509060101010101" pitchFamily="49" charset="-122"/>
              </a:rPr>
              <a:t>磁介质中的安培定律及边界条件</a:t>
            </a:r>
          </a:p>
        </p:txBody>
      </p:sp>
    </p:spTree>
    <p:extLst>
      <p:ext uri="{BB962C8B-B14F-4D97-AF65-F5344CB8AC3E}">
        <p14:creationId xmlns:p14="http://schemas.microsoft.com/office/powerpoint/2010/main" val="736308046"/>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blinds(horizontal)">
                                      <p:cBhvr>
                                        <p:cTn id="16" dur="500"/>
                                        <p:tgtEl>
                                          <p:spTgt spid="15"/>
                                        </p:tgtEl>
                                      </p:cBhvr>
                                    </p:animEffect>
                                  </p:childTnLst>
                                </p:cTn>
                              </p:par>
                              <p:par>
                                <p:cTn id="17" presetID="3" presetClass="entr" presetSubtype="1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blinds(horizontal)">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linds(horizontal)">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5"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7"/>
          <p:cNvSpPr txBox="1">
            <a:spLocks noChangeArrowheads="1"/>
          </p:cNvSpPr>
          <p:nvPr/>
        </p:nvSpPr>
        <p:spPr bwMode="auto">
          <a:xfrm>
            <a:off x="666428" y="90098"/>
            <a:ext cx="3200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chemeClr val="bg2">
                    <a:lumMod val="50000"/>
                  </a:schemeClr>
                </a:solidFill>
                <a:latin typeface="Times New Roman" pitchFamily="18" charset="0"/>
              </a:rPr>
              <a:t>3 </a:t>
            </a:r>
            <a:r>
              <a:rPr kumimoji="1" lang="zh-CN" altLang="en-US" sz="2800" b="1" dirty="0">
                <a:solidFill>
                  <a:schemeClr val="bg2">
                    <a:lumMod val="50000"/>
                  </a:schemeClr>
                </a:solidFill>
                <a:latin typeface="Times New Roman" pitchFamily="18" charset="0"/>
              </a:rPr>
              <a:t>、物质的磁化：</a:t>
            </a:r>
          </a:p>
        </p:txBody>
      </p:sp>
      <p:sp>
        <p:nvSpPr>
          <p:cNvPr id="5" name="Text Box 128"/>
          <p:cNvSpPr txBox="1">
            <a:spLocks noChangeArrowheads="1"/>
          </p:cNvSpPr>
          <p:nvPr/>
        </p:nvSpPr>
        <p:spPr bwMode="auto">
          <a:xfrm>
            <a:off x="323528" y="539750"/>
            <a:ext cx="38862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latin typeface="Times New Roman" pitchFamily="18" charset="0"/>
                <a:ea typeface="华文新魏" pitchFamily="2" charset="-122"/>
              </a:rPr>
              <a:t>        </a:t>
            </a:r>
            <a:r>
              <a:rPr kumimoji="1" lang="zh-CN" altLang="en-US" sz="2800" b="1" dirty="0">
                <a:latin typeface="Times New Roman" pitchFamily="18" charset="0"/>
                <a:ea typeface="华文新魏" pitchFamily="2" charset="-122"/>
              </a:rPr>
              <a:t>当有外加磁场时，</a:t>
            </a:r>
            <a:r>
              <a:rPr kumimoji="1" lang="zh-CN" altLang="en-US" sz="2400" b="1" dirty="0">
                <a:latin typeface="Times New Roman" pitchFamily="18" charset="0"/>
                <a:ea typeface="华文新魏" pitchFamily="2" charset="-122"/>
              </a:rPr>
              <a:t>分子磁矩</a:t>
            </a:r>
            <a:r>
              <a:rPr kumimoji="1" lang="zh-CN" altLang="en-US" sz="2800" b="1" dirty="0">
                <a:latin typeface="Times New Roman" pitchFamily="18" charset="0"/>
                <a:ea typeface="华文新魏" pitchFamily="2" charset="-122"/>
              </a:rPr>
              <a:t>会在外加磁场作用下取向排列，结果分子磁矩产生的磁场在宏观上不会相互抵消，此现象称物质的</a:t>
            </a:r>
            <a:r>
              <a:rPr kumimoji="1" lang="zh-CN" altLang="en-US" sz="2800" b="1" dirty="0">
                <a:solidFill>
                  <a:srgbClr val="FF0000"/>
                </a:solidFill>
                <a:latin typeface="Times New Roman" pitchFamily="18" charset="0"/>
                <a:ea typeface="华文新魏" pitchFamily="2" charset="-122"/>
              </a:rPr>
              <a:t>磁化</a:t>
            </a:r>
            <a:r>
              <a:rPr kumimoji="1" lang="zh-CN" altLang="en-US" sz="2800" b="1" dirty="0">
                <a:latin typeface="Times New Roman" pitchFamily="18" charset="0"/>
                <a:ea typeface="华文新魏" pitchFamily="2" charset="-122"/>
              </a:rPr>
              <a:t>。</a:t>
            </a:r>
          </a:p>
        </p:txBody>
      </p:sp>
      <p:sp>
        <p:nvSpPr>
          <p:cNvPr id="6" name="Text Box 129"/>
          <p:cNvSpPr txBox="1">
            <a:spLocks noChangeArrowheads="1"/>
          </p:cNvSpPr>
          <p:nvPr/>
        </p:nvSpPr>
        <p:spPr bwMode="auto">
          <a:xfrm>
            <a:off x="381000" y="3294043"/>
            <a:ext cx="83820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800" b="1" dirty="0">
                <a:latin typeface="Times New Roman" pitchFamily="18" charset="0"/>
                <a:ea typeface="楷体_GB2312" pitchFamily="49" charset="-122"/>
              </a:rPr>
              <a:t>        </a:t>
            </a:r>
            <a:r>
              <a:rPr kumimoji="1" lang="zh-CN" altLang="en-US" sz="2800" b="1" dirty="0">
                <a:latin typeface="Times New Roman" pitchFamily="18" charset="0"/>
                <a:ea typeface="楷体_GB2312" pitchFamily="49" charset="-122"/>
              </a:rPr>
              <a:t>在外加磁场中能被磁化的物质为导磁媒质，亦称</a:t>
            </a:r>
            <a:r>
              <a:rPr kumimoji="1" lang="zh-CN" altLang="en-US" sz="2800" b="1" dirty="0">
                <a:solidFill>
                  <a:srgbClr val="FF0000"/>
                </a:solidFill>
                <a:latin typeface="Times New Roman" pitchFamily="18" charset="0"/>
                <a:ea typeface="楷体_GB2312" pitchFamily="49" charset="-122"/>
              </a:rPr>
              <a:t>磁介质</a:t>
            </a:r>
            <a:r>
              <a:rPr kumimoji="1" lang="zh-CN" altLang="en-US" sz="2800" b="1" dirty="0">
                <a:latin typeface="Times New Roman" pitchFamily="18" charset="0"/>
                <a:ea typeface="楷体_GB2312" pitchFamily="49" charset="-122"/>
              </a:rPr>
              <a:t>。</a:t>
            </a:r>
          </a:p>
        </p:txBody>
      </p:sp>
      <p:sp>
        <p:nvSpPr>
          <p:cNvPr id="7" name="Text Box 130"/>
          <p:cNvSpPr txBox="1">
            <a:spLocks noChangeArrowheads="1"/>
          </p:cNvSpPr>
          <p:nvPr/>
        </p:nvSpPr>
        <p:spPr bwMode="auto">
          <a:xfrm>
            <a:off x="533400" y="4248150"/>
            <a:ext cx="5556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rgbClr val="FF33CC"/>
                </a:solidFill>
                <a:latin typeface="Times New Roman" pitchFamily="18" charset="0"/>
              </a:rPr>
              <a:t>     </a:t>
            </a:r>
            <a:r>
              <a:rPr kumimoji="1" lang="zh-CN" altLang="en-US" sz="2800" b="1" dirty="0">
                <a:latin typeface="Times New Roman" pitchFamily="18" charset="0"/>
              </a:rPr>
              <a:t>磁化后的磁介质有</a:t>
            </a:r>
            <a:r>
              <a:rPr kumimoji="1" lang="zh-CN" altLang="en-US" sz="2800" b="1" dirty="0">
                <a:solidFill>
                  <a:srgbClr val="FF33CC"/>
                </a:solidFill>
                <a:latin typeface="Times New Roman" pitchFamily="18" charset="0"/>
              </a:rPr>
              <a:t>磁性。</a:t>
            </a:r>
          </a:p>
        </p:txBody>
      </p:sp>
      <p:pic>
        <p:nvPicPr>
          <p:cNvPr id="2" name="图片 1"/>
          <p:cNvPicPr>
            <a:picLocks noChangeAspect="1"/>
          </p:cNvPicPr>
          <p:nvPr/>
        </p:nvPicPr>
        <p:blipFill>
          <a:blip r:embed="rId2"/>
          <a:stretch>
            <a:fillRect/>
          </a:stretch>
        </p:blipFill>
        <p:spPr>
          <a:xfrm>
            <a:off x="4283968" y="82451"/>
            <a:ext cx="4674505" cy="3161595"/>
          </a:xfrm>
          <a:prstGeom prst="rect">
            <a:avLst/>
          </a:prstGeom>
        </p:spPr>
      </p:pic>
    </p:spTree>
    <p:extLst>
      <p:ext uri="{BB962C8B-B14F-4D97-AF65-F5344CB8AC3E}">
        <p14:creationId xmlns:p14="http://schemas.microsoft.com/office/powerpoint/2010/main" val="3715997518"/>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127"/>
          <p:cNvGraphicFramePr>
            <a:graphicFrameLocks noChangeAspect="1"/>
          </p:cNvGraphicFramePr>
          <p:nvPr>
            <p:extLst/>
          </p:nvPr>
        </p:nvGraphicFramePr>
        <p:xfrm>
          <a:off x="1676400" y="1428750"/>
          <a:ext cx="3886200" cy="1041400"/>
        </p:xfrm>
        <a:graphic>
          <a:graphicData uri="http://schemas.openxmlformats.org/presentationml/2006/ole">
            <mc:AlternateContent xmlns:mc="http://schemas.openxmlformats.org/markup-compatibility/2006">
              <mc:Choice xmlns:v="urn:schemas-microsoft-com:vml" Requires="v">
                <p:oleObj spid="_x0000_s211985" name="Equation" r:id="rId3" imgW="1688367" imgH="431613" progId="">
                  <p:embed/>
                </p:oleObj>
              </mc:Choice>
              <mc:Fallback>
                <p:oleObj name="Equation" r:id="rId3" imgW="1688367" imgH="431613" progId="">
                  <p:embed/>
                  <p:pic>
                    <p:nvPicPr>
                      <p:cNvPr id="4" name="Object 1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428750"/>
                        <a:ext cx="388620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128"/>
          <p:cNvGrpSpPr>
            <a:grpSpLocks/>
          </p:cNvGrpSpPr>
          <p:nvPr/>
        </p:nvGrpSpPr>
        <p:grpSpPr bwMode="auto">
          <a:xfrm>
            <a:off x="838200" y="133350"/>
            <a:ext cx="3429000" cy="533401"/>
            <a:chOff x="528" y="555"/>
            <a:chExt cx="2160" cy="336"/>
          </a:xfrm>
        </p:grpSpPr>
        <p:sp>
          <p:nvSpPr>
            <p:cNvPr id="6" name="Text Box 129"/>
            <p:cNvSpPr txBox="1">
              <a:spLocks noChangeArrowheads="1"/>
            </p:cNvSpPr>
            <p:nvPr/>
          </p:nvSpPr>
          <p:spPr bwMode="auto">
            <a:xfrm>
              <a:off x="528" y="564"/>
              <a:ext cx="21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Times New Roman" pitchFamily="18" charset="0"/>
                </a:rPr>
                <a:t>４、磁化强度        ：</a:t>
              </a:r>
            </a:p>
          </p:txBody>
        </p:sp>
        <p:graphicFrame>
          <p:nvGraphicFramePr>
            <p:cNvPr id="7" name="Object 130"/>
            <p:cNvGraphicFramePr>
              <a:graphicFrameLocks noChangeAspect="1"/>
            </p:cNvGraphicFramePr>
            <p:nvPr>
              <p:extLst/>
            </p:nvPr>
          </p:nvGraphicFramePr>
          <p:xfrm>
            <a:off x="1952" y="555"/>
            <a:ext cx="304" cy="304"/>
          </p:xfrm>
          <a:graphic>
            <a:graphicData uri="http://schemas.openxmlformats.org/presentationml/2006/ole">
              <mc:AlternateContent xmlns:mc="http://schemas.openxmlformats.org/markup-compatibility/2006">
                <mc:Choice xmlns:v="urn:schemas-microsoft-com:vml" Requires="v">
                  <p:oleObj spid="_x0000_s211986" name="Equation" r:id="rId5" imgW="203024" imgH="203024" progId="">
                    <p:embed/>
                  </p:oleObj>
                </mc:Choice>
                <mc:Fallback>
                  <p:oleObj name="Equation" r:id="rId5" imgW="203024" imgH="203024" progId="">
                    <p:embed/>
                    <p:pic>
                      <p:nvPicPr>
                        <p:cNvPr id="7" name="Object 1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52" y="555"/>
                          <a:ext cx="304"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 name="Text Box 131"/>
          <p:cNvSpPr txBox="1">
            <a:spLocks noChangeArrowheads="1"/>
          </p:cNvSpPr>
          <p:nvPr/>
        </p:nvSpPr>
        <p:spPr bwMode="auto">
          <a:xfrm>
            <a:off x="304800" y="700087"/>
            <a:ext cx="8458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800" b="1" dirty="0">
                <a:latin typeface="Times New Roman" pitchFamily="18" charset="0"/>
                <a:ea typeface="华文新魏" pitchFamily="2" charset="-122"/>
              </a:rPr>
              <a:t>      </a:t>
            </a:r>
            <a:r>
              <a:rPr kumimoji="1" lang="zh-CN" altLang="en-US" sz="2800" b="1" dirty="0">
                <a:latin typeface="Times New Roman" pitchFamily="18" charset="0"/>
                <a:ea typeface="华文新魏" pitchFamily="2" charset="-122"/>
              </a:rPr>
              <a:t>物质的磁化最终均表现为物质产生了宏观的磁场效应。</a:t>
            </a:r>
          </a:p>
        </p:txBody>
      </p:sp>
      <p:sp>
        <p:nvSpPr>
          <p:cNvPr id="9" name="Text Box 132"/>
          <p:cNvSpPr txBox="1">
            <a:spLocks noChangeArrowheads="1"/>
          </p:cNvSpPr>
          <p:nvPr/>
        </p:nvSpPr>
        <p:spPr bwMode="auto">
          <a:xfrm>
            <a:off x="6400800" y="173355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a:latin typeface="Times New Roman" pitchFamily="18" charset="0"/>
              </a:rPr>
              <a:t>（</a:t>
            </a:r>
            <a:r>
              <a:rPr kumimoji="1" lang="en-US" altLang="zh-CN" sz="2400" b="1">
                <a:latin typeface="Times New Roman" pitchFamily="18" charset="0"/>
              </a:rPr>
              <a:t>2.135</a:t>
            </a:r>
            <a:r>
              <a:rPr kumimoji="1" lang="zh-CN" altLang="en-US" sz="2400" b="1">
                <a:latin typeface="Times New Roman" pitchFamily="18" charset="0"/>
              </a:rPr>
              <a:t>）</a:t>
            </a:r>
          </a:p>
        </p:txBody>
      </p:sp>
      <p:sp>
        <p:nvSpPr>
          <p:cNvPr id="10" name="Text Box 133"/>
          <p:cNvSpPr txBox="1">
            <a:spLocks noChangeArrowheads="1"/>
          </p:cNvSpPr>
          <p:nvPr/>
        </p:nvSpPr>
        <p:spPr bwMode="auto">
          <a:xfrm>
            <a:off x="755650" y="2800350"/>
            <a:ext cx="1530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a:latin typeface="Times New Roman" pitchFamily="18" charset="0"/>
              </a:rPr>
              <a:t>其中：</a:t>
            </a:r>
          </a:p>
        </p:txBody>
      </p:sp>
      <p:graphicFrame>
        <p:nvGraphicFramePr>
          <p:cNvPr id="11" name="Object 134"/>
          <p:cNvGraphicFramePr>
            <a:graphicFrameLocks noChangeAspect="1"/>
          </p:cNvGraphicFramePr>
          <p:nvPr>
            <p:extLst/>
          </p:nvPr>
        </p:nvGraphicFramePr>
        <p:xfrm>
          <a:off x="2209800" y="2724150"/>
          <a:ext cx="1717675" cy="696913"/>
        </p:xfrm>
        <a:graphic>
          <a:graphicData uri="http://schemas.openxmlformats.org/presentationml/2006/ole">
            <mc:AlternateContent xmlns:mc="http://schemas.openxmlformats.org/markup-compatibility/2006">
              <mc:Choice xmlns:v="urn:schemas-microsoft-com:vml" Requires="v">
                <p:oleObj spid="_x0000_s211987" name="Equation" r:id="rId7" imgW="533169" imgH="253890" progId="Equation.3">
                  <p:embed/>
                </p:oleObj>
              </mc:Choice>
              <mc:Fallback>
                <p:oleObj name="Equation" r:id="rId7" imgW="533169" imgH="253890" progId="Equation.3">
                  <p:embed/>
                  <p:pic>
                    <p:nvPicPr>
                      <p:cNvPr id="11" name="Object 1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9800" y="2724150"/>
                        <a:ext cx="1717675" cy="69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2" name="Group 135"/>
          <p:cNvGrpSpPr>
            <a:grpSpLocks/>
          </p:cNvGrpSpPr>
          <p:nvPr/>
        </p:nvGrpSpPr>
        <p:grpSpPr bwMode="auto">
          <a:xfrm>
            <a:off x="1295400" y="3562350"/>
            <a:ext cx="5364163" cy="533400"/>
            <a:chOff x="816" y="2880"/>
            <a:chExt cx="3168" cy="336"/>
          </a:xfrm>
        </p:grpSpPr>
        <p:graphicFrame>
          <p:nvGraphicFramePr>
            <p:cNvPr id="13" name="Object 136"/>
            <p:cNvGraphicFramePr>
              <a:graphicFrameLocks noChangeAspect="1"/>
            </p:cNvGraphicFramePr>
            <p:nvPr/>
          </p:nvGraphicFramePr>
          <p:xfrm>
            <a:off x="816" y="2880"/>
            <a:ext cx="212" cy="328"/>
          </p:xfrm>
          <a:graphic>
            <a:graphicData uri="http://schemas.openxmlformats.org/presentationml/2006/ole">
              <mc:AlternateContent xmlns:mc="http://schemas.openxmlformats.org/markup-compatibility/2006">
                <mc:Choice xmlns:v="urn:schemas-microsoft-com:vml" Requires="v">
                  <p:oleObj spid="_x0000_s211988" name="Equation" r:id="rId9" imgW="139579" imgH="215713" progId="Equation.3">
                    <p:embed/>
                  </p:oleObj>
                </mc:Choice>
                <mc:Fallback>
                  <p:oleObj name="Equation" r:id="rId9" imgW="139579" imgH="215713" progId="Equation.3">
                    <p:embed/>
                    <p:pic>
                      <p:nvPicPr>
                        <p:cNvPr id="13" name="Object 1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6" y="2880"/>
                          <a:ext cx="212" cy="3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 Box 137"/>
            <p:cNvSpPr txBox="1">
              <a:spLocks noChangeArrowheads="1"/>
            </p:cNvSpPr>
            <p:nvPr/>
          </p:nvSpPr>
          <p:spPr bwMode="auto">
            <a:xfrm>
              <a:off x="1008" y="2928"/>
              <a:ext cx="29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latin typeface="Times New Roman" pitchFamily="18" charset="0"/>
                </a:rPr>
                <a:t>方向与  </a:t>
              </a:r>
              <a:r>
                <a:rPr kumimoji="1" lang="en-US" altLang="zh-CN" sz="2400" b="1" dirty="0">
                  <a:latin typeface="Times New Roman" pitchFamily="18" charset="0"/>
                </a:rPr>
                <a:t>I </a:t>
              </a:r>
              <a:r>
                <a:rPr kumimoji="1" lang="zh-CN" altLang="en-US" sz="2400" b="1" dirty="0">
                  <a:latin typeface="Times New Roman" pitchFamily="18" charset="0"/>
                </a:rPr>
                <a:t>方向符合右手螺旋关系。</a:t>
              </a:r>
            </a:p>
          </p:txBody>
        </p:sp>
      </p:grpSp>
      <p:grpSp>
        <p:nvGrpSpPr>
          <p:cNvPr id="15" name="Group 138"/>
          <p:cNvGrpSpPr>
            <a:grpSpLocks/>
          </p:cNvGrpSpPr>
          <p:nvPr/>
        </p:nvGrpSpPr>
        <p:grpSpPr bwMode="auto">
          <a:xfrm>
            <a:off x="1619250" y="4291013"/>
            <a:ext cx="6788150" cy="457200"/>
            <a:chOff x="1296" y="3504"/>
            <a:chExt cx="3936" cy="288"/>
          </a:xfrm>
        </p:grpSpPr>
        <p:sp>
          <p:nvSpPr>
            <p:cNvPr id="16" name="Text Box 139"/>
            <p:cNvSpPr txBox="1">
              <a:spLocks noChangeArrowheads="1"/>
            </p:cNvSpPr>
            <p:nvPr/>
          </p:nvSpPr>
          <p:spPr bwMode="auto">
            <a:xfrm>
              <a:off x="1296" y="3504"/>
              <a:ext cx="39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smtClean="0">
                  <a:solidFill>
                    <a:srgbClr val="800000"/>
                  </a:solidFill>
                  <a:latin typeface="Times New Roman" pitchFamily="18" charset="0"/>
                </a:rPr>
                <a:t>磁化强度     </a:t>
              </a:r>
              <a:r>
                <a:rPr kumimoji="1" lang="zh-CN" altLang="en-US" sz="2400" b="1" dirty="0">
                  <a:solidFill>
                    <a:srgbClr val="800000"/>
                  </a:solidFill>
                  <a:latin typeface="Times New Roman" pitchFamily="18" charset="0"/>
                </a:rPr>
                <a:t>为单位体积中分子磁矩的</a:t>
              </a:r>
              <a:r>
                <a:rPr kumimoji="1" lang="zh-CN" altLang="en-US" sz="2400" b="1" dirty="0">
                  <a:solidFill>
                    <a:srgbClr val="FF3300"/>
                  </a:solidFill>
                  <a:latin typeface="Times New Roman" pitchFamily="18" charset="0"/>
                </a:rPr>
                <a:t>矢量和</a:t>
              </a:r>
              <a:r>
                <a:rPr kumimoji="1" lang="zh-CN" altLang="en-US" sz="2400" b="1" dirty="0">
                  <a:solidFill>
                    <a:srgbClr val="800000"/>
                  </a:solidFill>
                  <a:latin typeface="Times New Roman" pitchFamily="18" charset="0"/>
                </a:rPr>
                <a:t>。</a:t>
              </a:r>
            </a:p>
          </p:txBody>
        </p:sp>
        <p:graphicFrame>
          <p:nvGraphicFramePr>
            <p:cNvPr id="17" name="Object 140"/>
            <p:cNvGraphicFramePr>
              <a:graphicFrameLocks noChangeAspect="1"/>
            </p:cNvGraphicFramePr>
            <p:nvPr>
              <p:extLst/>
            </p:nvPr>
          </p:nvGraphicFramePr>
          <p:xfrm>
            <a:off x="2080" y="3525"/>
            <a:ext cx="240" cy="240"/>
          </p:xfrm>
          <a:graphic>
            <a:graphicData uri="http://schemas.openxmlformats.org/presentationml/2006/ole">
              <mc:AlternateContent xmlns:mc="http://schemas.openxmlformats.org/markup-compatibility/2006">
                <mc:Choice xmlns:v="urn:schemas-microsoft-com:vml" Requires="v">
                  <p:oleObj spid="_x0000_s211989" name="Equation" r:id="rId11" imgW="203024" imgH="203024" progId="Equation.3">
                    <p:embed/>
                  </p:oleObj>
                </mc:Choice>
                <mc:Fallback>
                  <p:oleObj name="Equation" r:id="rId11" imgW="203024" imgH="203024" progId="Equation.3">
                    <p:embed/>
                    <p:pic>
                      <p:nvPicPr>
                        <p:cNvPr id="17" name="Object 14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80" y="3525"/>
                          <a:ext cx="240"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8" name="Group 141"/>
          <p:cNvGrpSpPr>
            <a:grpSpLocks/>
          </p:cNvGrpSpPr>
          <p:nvPr/>
        </p:nvGrpSpPr>
        <p:grpSpPr bwMode="auto">
          <a:xfrm>
            <a:off x="6934200" y="2571750"/>
            <a:ext cx="914400" cy="838200"/>
            <a:chOff x="4464" y="2064"/>
            <a:chExt cx="576" cy="528"/>
          </a:xfrm>
        </p:grpSpPr>
        <p:sp>
          <p:nvSpPr>
            <p:cNvPr id="19" name="Oval 142"/>
            <p:cNvSpPr>
              <a:spLocks noChangeArrowheads="1"/>
            </p:cNvSpPr>
            <p:nvPr/>
          </p:nvSpPr>
          <p:spPr bwMode="auto">
            <a:xfrm>
              <a:off x="4464" y="2064"/>
              <a:ext cx="576" cy="52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Oval 143"/>
            <p:cNvSpPr>
              <a:spLocks noChangeArrowheads="1"/>
            </p:cNvSpPr>
            <p:nvPr/>
          </p:nvSpPr>
          <p:spPr bwMode="auto">
            <a:xfrm>
              <a:off x="4704" y="230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44"/>
            <p:cNvSpPr>
              <a:spLocks noChangeShapeType="1"/>
            </p:cNvSpPr>
            <p:nvPr/>
          </p:nvSpPr>
          <p:spPr bwMode="auto">
            <a:xfrm>
              <a:off x="4752" y="2328"/>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145"/>
            <p:cNvSpPr>
              <a:spLocks noChangeShapeType="1"/>
            </p:cNvSpPr>
            <p:nvPr/>
          </p:nvSpPr>
          <p:spPr bwMode="auto">
            <a:xfrm flipH="1">
              <a:off x="4704" y="2064"/>
              <a:ext cx="96" cy="0"/>
            </a:xfrm>
            <a:prstGeom prst="line">
              <a:avLst/>
            </a:prstGeom>
            <a:noFill/>
            <a:ln w="952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558077948"/>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linds(horizontal)">
                                      <p:cBhvr>
                                        <p:cTn id="21" dur="500"/>
                                        <p:tgtEl>
                                          <p:spTgt spid="10"/>
                                        </p:tgtEl>
                                      </p:cBhvr>
                                    </p:animEffect>
                                  </p:childTnLst>
                                </p:cTn>
                              </p:par>
                              <p:par>
                                <p:cTn id="22" presetID="3" presetClass="entr" presetSubtype="1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linds(horizontal)">
                                      <p:cBhvr>
                                        <p:cTn id="24" dur="500"/>
                                        <p:tgtEl>
                                          <p:spTgt spid="11"/>
                                        </p:tgtEl>
                                      </p:cBhvr>
                                    </p:animEffect>
                                  </p:childTnLst>
                                </p:cTn>
                              </p:par>
                              <p:par>
                                <p:cTn id="25" presetID="3" presetClass="entr" presetSubtype="1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500"/>
                                        <p:tgtEl>
                                          <p:spTgt spid="12"/>
                                        </p:tgtEl>
                                      </p:cBhvr>
                                    </p:animEffect>
                                  </p:childTnLst>
                                </p:cTn>
                              </p:par>
                              <p:par>
                                <p:cTn id="28" presetID="3" presetClass="entr" presetSubtype="1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blinds(horizontal)">
                                      <p:cBhvr>
                                        <p:cTn id="30" dur="500"/>
                                        <p:tgtEl>
                                          <p:spTgt spid="15"/>
                                        </p:tgtEl>
                                      </p:cBhvr>
                                    </p:animEffect>
                                  </p:childTnLst>
                                </p:cTn>
                              </p:par>
                              <p:par>
                                <p:cTn id="31" presetID="3" presetClass="entr" presetSubtype="1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blinds(horizontal)">
                                      <p:cBhvr>
                                        <p:cTn id="3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7"/>
          <p:cNvSpPr txBox="1">
            <a:spLocks noChangeArrowheads="1"/>
          </p:cNvSpPr>
          <p:nvPr/>
        </p:nvSpPr>
        <p:spPr bwMode="auto">
          <a:xfrm>
            <a:off x="534988" y="57150"/>
            <a:ext cx="5715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latin typeface="Times New Roman" pitchFamily="18" charset="0"/>
              </a:rPr>
              <a:t>5  </a:t>
            </a:r>
            <a:r>
              <a:rPr kumimoji="1" lang="zh-CN" altLang="en-US" sz="2800" b="1" dirty="0">
                <a:latin typeface="Times New Roman" pitchFamily="18" charset="0"/>
              </a:rPr>
              <a:t>、磁化电流与磁化强度的关系：</a:t>
            </a:r>
          </a:p>
        </p:txBody>
      </p:sp>
      <p:sp>
        <p:nvSpPr>
          <p:cNvPr id="5" name="Text Box 128"/>
          <p:cNvSpPr txBox="1">
            <a:spLocks noChangeArrowheads="1"/>
          </p:cNvSpPr>
          <p:nvPr/>
        </p:nvSpPr>
        <p:spPr bwMode="auto">
          <a:xfrm>
            <a:off x="534988" y="590550"/>
            <a:ext cx="746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Blip>
                <a:blip r:embed="rId3"/>
              </a:buBlip>
            </a:pPr>
            <a:r>
              <a:rPr kumimoji="1" lang="en-US" altLang="zh-CN" sz="2400" b="1" dirty="0">
                <a:latin typeface="Times New Roman" pitchFamily="18" charset="0"/>
              </a:rPr>
              <a:t>    </a:t>
            </a:r>
            <a:r>
              <a:rPr kumimoji="1" lang="zh-CN" altLang="en-US" sz="2400" b="1" dirty="0">
                <a:latin typeface="Times New Roman" pitchFamily="18" charset="0"/>
              </a:rPr>
              <a:t>任意磁偶极子（圆电流）产生的矢量磁位</a:t>
            </a:r>
          </a:p>
        </p:txBody>
      </p:sp>
      <p:graphicFrame>
        <p:nvGraphicFramePr>
          <p:cNvPr id="6" name="Object 129"/>
          <p:cNvGraphicFramePr>
            <a:graphicFrameLocks noChangeAspect="1"/>
          </p:cNvGraphicFramePr>
          <p:nvPr>
            <p:extLst/>
          </p:nvPr>
        </p:nvGraphicFramePr>
        <p:xfrm>
          <a:off x="6630988" y="666750"/>
          <a:ext cx="685800" cy="457200"/>
        </p:xfrm>
        <a:graphic>
          <a:graphicData uri="http://schemas.openxmlformats.org/presentationml/2006/ole">
            <mc:AlternateContent xmlns:mc="http://schemas.openxmlformats.org/markup-compatibility/2006">
              <mc:Choice xmlns:v="urn:schemas-microsoft-com:vml" Requires="v">
                <p:oleObj spid="_x0000_s213054" name="Equation" r:id="rId4" imgW="342751" imgH="241195" progId="Equation.3">
                  <p:embed/>
                </p:oleObj>
              </mc:Choice>
              <mc:Fallback>
                <p:oleObj name="Equation" r:id="rId4" imgW="342751" imgH="241195" progId="Equation.3">
                  <p:embed/>
                  <p:pic>
                    <p:nvPicPr>
                      <p:cNvPr id="6" name="Object 1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30988" y="66675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 name="Group 130"/>
          <p:cNvGrpSpPr>
            <a:grpSpLocks/>
          </p:cNvGrpSpPr>
          <p:nvPr/>
        </p:nvGrpSpPr>
        <p:grpSpPr bwMode="auto">
          <a:xfrm>
            <a:off x="6097588" y="1123950"/>
            <a:ext cx="2549525" cy="1974850"/>
            <a:chOff x="3888" y="1200"/>
            <a:chExt cx="1606" cy="1244"/>
          </a:xfrm>
        </p:grpSpPr>
        <p:graphicFrame>
          <p:nvGraphicFramePr>
            <p:cNvPr id="8" name="Object 131"/>
            <p:cNvGraphicFramePr>
              <a:graphicFrameLocks noChangeAspect="1"/>
            </p:cNvGraphicFramePr>
            <p:nvPr/>
          </p:nvGraphicFramePr>
          <p:xfrm>
            <a:off x="3984" y="2208"/>
            <a:ext cx="215" cy="236"/>
          </p:xfrm>
          <a:graphic>
            <a:graphicData uri="http://schemas.openxmlformats.org/presentationml/2006/ole">
              <mc:AlternateContent xmlns:mc="http://schemas.openxmlformats.org/markup-compatibility/2006">
                <mc:Choice xmlns:v="urn:schemas-microsoft-com:vml" Requires="v">
                  <p:oleObj spid="_x0000_s213055" name="Equation" r:id="rId6" imgW="126835" imgH="139518" progId="Equation.3">
                    <p:embed/>
                  </p:oleObj>
                </mc:Choice>
                <mc:Fallback>
                  <p:oleObj name="Equation" r:id="rId6" imgW="126835" imgH="139518" progId="Equation.3">
                    <p:embed/>
                    <p:pic>
                      <p:nvPicPr>
                        <p:cNvPr id="8" name="Object 1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84" y="2208"/>
                          <a:ext cx="215"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Line 132"/>
            <p:cNvSpPr>
              <a:spLocks noChangeShapeType="1"/>
            </p:cNvSpPr>
            <p:nvPr/>
          </p:nvSpPr>
          <p:spPr bwMode="auto">
            <a:xfrm>
              <a:off x="4272" y="1872"/>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133"/>
            <p:cNvSpPr>
              <a:spLocks noChangeShapeType="1"/>
            </p:cNvSpPr>
            <p:nvPr/>
          </p:nvSpPr>
          <p:spPr bwMode="auto">
            <a:xfrm flipV="1">
              <a:off x="4272" y="1200"/>
              <a:ext cx="0"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134"/>
            <p:cNvSpPr>
              <a:spLocks noChangeShapeType="1"/>
            </p:cNvSpPr>
            <p:nvPr/>
          </p:nvSpPr>
          <p:spPr bwMode="auto">
            <a:xfrm flipH="1">
              <a:off x="3888" y="1872"/>
              <a:ext cx="384"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135"/>
            <p:cNvSpPr>
              <a:spLocks noChangeShapeType="1"/>
            </p:cNvSpPr>
            <p:nvPr/>
          </p:nvSpPr>
          <p:spPr bwMode="auto">
            <a:xfrm flipV="1">
              <a:off x="4272" y="1536"/>
              <a:ext cx="72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 name="Object 136"/>
            <p:cNvGraphicFramePr>
              <a:graphicFrameLocks noChangeAspect="1"/>
            </p:cNvGraphicFramePr>
            <p:nvPr/>
          </p:nvGraphicFramePr>
          <p:xfrm>
            <a:off x="5328" y="1824"/>
            <a:ext cx="166" cy="196"/>
          </p:xfrm>
          <a:graphic>
            <a:graphicData uri="http://schemas.openxmlformats.org/presentationml/2006/ole">
              <mc:AlternateContent xmlns:mc="http://schemas.openxmlformats.org/markup-compatibility/2006">
                <mc:Choice xmlns:v="urn:schemas-microsoft-com:vml" Requires="v">
                  <p:oleObj spid="_x0000_s213056" name="Equation" r:id="rId8" imgW="139579" imgH="164957" progId="Equation.3">
                    <p:embed/>
                  </p:oleObj>
                </mc:Choice>
                <mc:Fallback>
                  <p:oleObj name="Equation" r:id="rId8" imgW="139579" imgH="164957" progId="Equation.3">
                    <p:embed/>
                    <p:pic>
                      <p:nvPicPr>
                        <p:cNvPr id="13" name="Object 1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28" y="1824"/>
                          <a:ext cx="166" cy="1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37"/>
            <p:cNvGraphicFramePr>
              <a:graphicFrameLocks noChangeAspect="1"/>
            </p:cNvGraphicFramePr>
            <p:nvPr/>
          </p:nvGraphicFramePr>
          <p:xfrm>
            <a:off x="4080" y="1248"/>
            <a:ext cx="184" cy="184"/>
          </p:xfrm>
          <a:graphic>
            <a:graphicData uri="http://schemas.openxmlformats.org/presentationml/2006/ole">
              <mc:AlternateContent xmlns:mc="http://schemas.openxmlformats.org/markup-compatibility/2006">
                <mc:Choice xmlns:v="urn:schemas-microsoft-com:vml" Requires="v">
                  <p:oleObj spid="_x0000_s213057" name="Equation" r:id="rId10" imgW="126725" imgH="126725" progId="Equation.3">
                    <p:embed/>
                  </p:oleObj>
                </mc:Choice>
                <mc:Fallback>
                  <p:oleObj name="Equation" r:id="rId10" imgW="126725" imgH="126725" progId="Equation.3">
                    <p:embed/>
                    <p:pic>
                      <p:nvPicPr>
                        <p:cNvPr id="14" name="Object 1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80" y="1248"/>
                          <a:ext cx="184" cy="1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138"/>
            <p:cNvGraphicFramePr>
              <a:graphicFrameLocks noChangeAspect="1"/>
            </p:cNvGraphicFramePr>
            <p:nvPr/>
          </p:nvGraphicFramePr>
          <p:xfrm>
            <a:off x="4032" y="1776"/>
            <a:ext cx="171" cy="188"/>
          </p:xfrm>
          <a:graphic>
            <a:graphicData uri="http://schemas.openxmlformats.org/presentationml/2006/ole">
              <mc:AlternateContent xmlns:mc="http://schemas.openxmlformats.org/markup-compatibility/2006">
                <mc:Choice xmlns:v="urn:schemas-microsoft-com:vml" Requires="v">
                  <p:oleObj spid="_x0000_s213058" name="Equation" r:id="rId12" imgW="126835" imgH="139518" progId="Equation.3">
                    <p:embed/>
                  </p:oleObj>
                </mc:Choice>
                <mc:Fallback>
                  <p:oleObj name="Equation" r:id="rId12" imgW="126835" imgH="139518" progId="Equation.3">
                    <p:embed/>
                    <p:pic>
                      <p:nvPicPr>
                        <p:cNvPr id="15" name="Object 1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32" y="1776"/>
                          <a:ext cx="171" cy="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Oval 139"/>
            <p:cNvSpPr>
              <a:spLocks noChangeArrowheads="1"/>
            </p:cNvSpPr>
            <p:nvPr/>
          </p:nvSpPr>
          <p:spPr bwMode="auto">
            <a:xfrm>
              <a:off x="4272" y="1849"/>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Oval 140"/>
            <p:cNvSpPr>
              <a:spLocks noChangeArrowheads="1"/>
            </p:cNvSpPr>
            <p:nvPr/>
          </p:nvSpPr>
          <p:spPr bwMode="auto">
            <a:xfrm>
              <a:off x="4967" y="1509"/>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8" name="Object 141"/>
            <p:cNvGraphicFramePr>
              <a:graphicFrameLocks noChangeAspect="1"/>
            </p:cNvGraphicFramePr>
            <p:nvPr/>
          </p:nvGraphicFramePr>
          <p:xfrm>
            <a:off x="4464" y="1392"/>
            <a:ext cx="225" cy="292"/>
          </p:xfrm>
          <a:graphic>
            <a:graphicData uri="http://schemas.openxmlformats.org/presentationml/2006/ole">
              <mc:AlternateContent xmlns:mc="http://schemas.openxmlformats.org/markup-compatibility/2006">
                <mc:Choice xmlns:v="urn:schemas-microsoft-com:vml" Requires="v">
                  <p:oleObj spid="_x0000_s213059" name="Equation" r:id="rId14" imgW="126780" imgH="164814" progId="Equation.3">
                    <p:embed/>
                  </p:oleObj>
                </mc:Choice>
                <mc:Fallback>
                  <p:oleObj name="Equation" r:id="rId14" imgW="126780" imgH="164814" progId="Equation.3">
                    <p:embed/>
                    <p:pic>
                      <p:nvPicPr>
                        <p:cNvPr id="18" name="Object 14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64" y="1392"/>
                          <a:ext cx="225"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42"/>
            <p:cNvGraphicFramePr>
              <a:graphicFrameLocks noChangeAspect="1"/>
            </p:cNvGraphicFramePr>
            <p:nvPr/>
          </p:nvGraphicFramePr>
          <p:xfrm>
            <a:off x="5040" y="1248"/>
            <a:ext cx="314" cy="340"/>
          </p:xfrm>
          <a:graphic>
            <a:graphicData uri="http://schemas.openxmlformats.org/presentationml/2006/ole">
              <mc:AlternateContent xmlns:mc="http://schemas.openxmlformats.org/markup-compatibility/2006">
                <mc:Choice xmlns:v="urn:schemas-microsoft-com:vml" Requires="v">
                  <p:oleObj spid="_x0000_s213060" name="Equation" r:id="rId16" imgW="152268" imgH="164957" progId="Equation.3">
                    <p:embed/>
                  </p:oleObj>
                </mc:Choice>
                <mc:Fallback>
                  <p:oleObj name="Equation" r:id="rId16" imgW="152268" imgH="164957" progId="Equation.3">
                    <p:embed/>
                    <p:pic>
                      <p:nvPicPr>
                        <p:cNvPr id="19" name="Object 14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40" y="1248"/>
                          <a:ext cx="314" cy="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0" name="Text Box 143"/>
          <p:cNvSpPr txBox="1">
            <a:spLocks noChangeArrowheads="1"/>
          </p:cNvSpPr>
          <p:nvPr/>
        </p:nvSpPr>
        <p:spPr bwMode="auto">
          <a:xfrm>
            <a:off x="611188" y="1276350"/>
            <a:ext cx="5257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dirty="0">
                <a:latin typeface="Times New Roman" pitchFamily="18" charset="0"/>
              </a:rPr>
              <a:t>∵  </a:t>
            </a:r>
            <a:r>
              <a:rPr kumimoji="1" lang="zh-CN" altLang="en-US" sz="2400" b="1" dirty="0">
                <a:latin typeface="Times New Roman" pitchFamily="18" charset="0"/>
              </a:rPr>
              <a:t>据例</a:t>
            </a:r>
            <a:r>
              <a:rPr kumimoji="1" lang="en-US" altLang="zh-CN" sz="2400" b="1" dirty="0">
                <a:latin typeface="Times New Roman" pitchFamily="18" charset="0"/>
              </a:rPr>
              <a:t>2.15</a:t>
            </a:r>
            <a:r>
              <a:rPr kumimoji="1" lang="zh-CN" altLang="en-US" sz="2400" b="1" dirty="0">
                <a:latin typeface="Times New Roman" pitchFamily="18" charset="0"/>
              </a:rPr>
              <a:t>，</a:t>
            </a:r>
            <a:r>
              <a:rPr kumimoji="1" lang="zh-CN" altLang="en-US" sz="2400" b="1" dirty="0">
                <a:solidFill>
                  <a:srgbClr val="C00000"/>
                </a:solidFill>
                <a:latin typeface="Times New Roman" pitchFamily="18" charset="0"/>
              </a:rPr>
              <a:t>圆心位于原点处的磁偶极子</a:t>
            </a:r>
            <a:r>
              <a:rPr kumimoji="1" lang="zh-CN" altLang="en-US" sz="2400" b="1" dirty="0">
                <a:latin typeface="Times New Roman" pitchFamily="18" charset="0"/>
              </a:rPr>
              <a:t>在任意点</a:t>
            </a:r>
            <a:r>
              <a:rPr kumimoji="1" lang="en-US" altLang="zh-CN" sz="2400" b="1" dirty="0">
                <a:latin typeface="Times New Roman" pitchFamily="18" charset="0"/>
              </a:rPr>
              <a:t>P</a:t>
            </a:r>
            <a:r>
              <a:rPr kumimoji="1" lang="zh-CN" altLang="en-US" sz="2400" b="1" dirty="0">
                <a:latin typeface="Times New Roman" pitchFamily="18" charset="0"/>
              </a:rPr>
              <a:t>产生的矢量位为</a:t>
            </a:r>
          </a:p>
        </p:txBody>
      </p:sp>
      <p:graphicFrame>
        <p:nvGraphicFramePr>
          <p:cNvPr id="21" name="Object 144"/>
          <p:cNvGraphicFramePr>
            <a:graphicFrameLocks noChangeAspect="1"/>
          </p:cNvGraphicFramePr>
          <p:nvPr>
            <p:extLst/>
          </p:nvPr>
        </p:nvGraphicFramePr>
        <p:xfrm>
          <a:off x="4878388" y="1657350"/>
          <a:ext cx="762000" cy="457200"/>
        </p:xfrm>
        <a:graphic>
          <a:graphicData uri="http://schemas.openxmlformats.org/presentationml/2006/ole">
            <mc:AlternateContent xmlns:mc="http://schemas.openxmlformats.org/markup-compatibility/2006">
              <mc:Choice xmlns:v="urn:schemas-microsoft-com:vml" Requires="v">
                <p:oleObj spid="_x0000_s213061" name="Equation" r:id="rId18" imgW="342751" imgH="241195" progId="Equation.3">
                  <p:embed/>
                </p:oleObj>
              </mc:Choice>
              <mc:Fallback>
                <p:oleObj name="Equation" r:id="rId18" imgW="342751" imgH="241195" progId="Equation.3">
                  <p:embed/>
                  <p:pic>
                    <p:nvPicPr>
                      <p:cNvPr id="21" name="Object 1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8388" y="165735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 name="Object 145"/>
          <p:cNvGraphicFramePr>
            <a:graphicFrameLocks noChangeAspect="1"/>
          </p:cNvGraphicFramePr>
          <p:nvPr>
            <p:extLst/>
          </p:nvPr>
        </p:nvGraphicFramePr>
        <p:xfrm>
          <a:off x="1068388" y="2114550"/>
          <a:ext cx="3124200" cy="1066800"/>
        </p:xfrm>
        <a:graphic>
          <a:graphicData uri="http://schemas.openxmlformats.org/presentationml/2006/ole">
            <mc:AlternateContent xmlns:mc="http://schemas.openxmlformats.org/markup-compatibility/2006">
              <mc:Choice xmlns:v="urn:schemas-microsoft-com:vml" Requires="v">
                <p:oleObj spid="_x0000_s213062" name="Equation" r:id="rId19" imgW="1028254" imgH="393529" progId="Equation.3">
                  <p:embed/>
                </p:oleObj>
              </mc:Choice>
              <mc:Fallback>
                <p:oleObj name="Equation" r:id="rId19" imgW="1028254" imgH="393529" progId="Equation.3">
                  <p:embed/>
                  <p:pic>
                    <p:nvPicPr>
                      <p:cNvPr id="22" name="Object 14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68388" y="2114550"/>
                        <a:ext cx="3124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Object 146"/>
          <p:cNvGraphicFramePr>
            <a:graphicFrameLocks noChangeAspect="1"/>
          </p:cNvGraphicFramePr>
          <p:nvPr>
            <p:extLst/>
          </p:nvPr>
        </p:nvGraphicFramePr>
        <p:xfrm>
          <a:off x="876300" y="3867150"/>
          <a:ext cx="4086225" cy="1295400"/>
        </p:xfrm>
        <a:graphic>
          <a:graphicData uri="http://schemas.openxmlformats.org/presentationml/2006/ole">
            <mc:AlternateContent xmlns:mc="http://schemas.openxmlformats.org/markup-compatibility/2006">
              <mc:Choice xmlns:v="urn:schemas-microsoft-com:vml" Requires="v">
                <p:oleObj spid="_x0000_s213063" name="公式" r:id="rId21" imgW="1066680" imgH="419040" progId="Equation.3">
                  <p:embed/>
                </p:oleObj>
              </mc:Choice>
              <mc:Fallback>
                <p:oleObj name="公式" r:id="rId21" imgW="1066680" imgH="419040" progId="Equation.3">
                  <p:embed/>
                  <p:pic>
                    <p:nvPicPr>
                      <p:cNvPr id="23" name="Object 146"/>
                      <p:cNvPicPr>
                        <a:picLocks noChangeAspect="1" noChangeArrowheads="1"/>
                      </p:cNvPicPr>
                      <p:nvPr/>
                    </p:nvPicPr>
                    <p:blipFill>
                      <a:blip r:embed="rId22"/>
                      <a:srcRect/>
                      <a:stretch>
                        <a:fillRect/>
                      </a:stretch>
                    </p:blipFill>
                    <p:spPr bwMode="auto">
                      <a:xfrm>
                        <a:off x="876300" y="3867150"/>
                        <a:ext cx="4086225"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Text Box 147"/>
          <p:cNvSpPr txBox="1">
            <a:spLocks noChangeArrowheads="1"/>
          </p:cNvSpPr>
          <p:nvPr/>
        </p:nvSpPr>
        <p:spPr bwMode="auto">
          <a:xfrm>
            <a:off x="596900" y="3181350"/>
            <a:ext cx="457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b="1" dirty="0">
                <a:latin typeface="Times New Roman" pitchFamily="18" charset="0"/>
              </a:rPr>
              <a:t>∴  </a:t>
            </a:r>
          </a:p>
        </p:txBody>
      </p:sp>
      <p:grpSp>
        <p:nvGrpSpPr>
          <p:cNvPr id="25" name="Group 148"/>
          <p:cNvGrpSpPr>
            <a:grpSpLocks/>
          </p:cNvGrpSpPr>
          <p:nvPr/>
        </p:nvGrpSpPr>
        <p:grpSpPr bwMode="auto">
          <a:xfrm>
            <a:off x="1068388" y="3105150"/>
            <a:ext cx="5287962" cy="831850"/>
            <a:chOff x="912" y="2448"/>
            <a:chExt cx="3264" cy="477"/>
          </a:xfrm>
        </p:grpSpPr>
        <p:sp>
          <p:nvSpPr>
            <p:cNvPr id="26" name="Rectangle 149"/>
            <p:cNvSpPr>
              <a:spLocks noChangeArrowheads="1"/>
            </p:cNvSpPr>
            <p:nvPr/>
          </p:nvSpPr>
          <p:spPr bwMode="auto">
            <a:xfrm>
              <a:off x="912" y="2448"/>
              <a:ext cx="3264"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latin typeface="Times New Roman" pitchFamily="18" charset="0"/>
                </a:rPr>
                <a:t>圆心位于</a:t>
              </a:r>
              <a:r>
                <a:rPr kumimoji="1" lang="zh-CN" altLang="en-US" sz="2400" b="1" dirty="0">
                  <a:solidFill>
                    <a:srgbClr val="C00000"/>
                  </a:solidFill>
                  <a:latin typeface="Times New Roman" pitchFamily="18" charset="0"/>
                </a:rPr>
                <a:t>任意点</a:t>
              </a:r>
              <a:r>
                <a:rPr kumimoji="1" lang="zh-CN" altLang="en-US" sz="2400" b="1" dirty="0">
                  <a:latin typeface="Times New Roman" pitchFamily="18" charset="0"/>
                </a:rPr>
                <a:t>        </a:t>
              </a:r>
              <a:r>
                <a:rPr kumimoji="1" lang="zh-CN" altLang="en-US" sz="2400" b="1" dirty="0">
                  <a:solidFill>
                    <a:srgbClr val="C00000"/>
                  </a:solidFill>
                  <a:latin typeface="Times New Roman" pitchFamily="18" charset="0"/>
                </a:rPr>
                <a:t>处</a:t>
              </a:r>
              <a:r>
                <a:rPr kumimoji="1" lang="zh-CN" altLang="en-US" sz="2400" b="1" dirty="0">
                  <a:latin typeface="Times New Roman" pitchFamily="18" charset="0"/>
                </a:rPr>
                <a:t>的磁偶极子在任意点</a:t>
              </a:r>
              <a:r>
                <a:rPr kumimoji="1" lang="en-US" altLang="zh-CN" sz="2400" b="1" dirty="0">
                  <a:latin typeface="Times New Roman" pitchFamily="18" charset="0"/>
                </a:rPr>
                <a:t>P</a:t>
              </a:r>
              <a:r>
                <a:rPr kumimoji="1" lang="zh-CN" altLang="en-US" sz="2400" b="1" dirty="0">
                  <a:latin typeface="Times New Roman" pitchFamily="18" charset="0"/>
                </a:rPr>
                <a:t>产生的矢量位为</a:t>
              </a:r>
            </a:p>
          </p:txBody>
        </p:sp>
        <p:graphicFrame>
          <p:nvGraphicFramePr>
            <p:cNvPr id="27" name="Object 150"/>
            <p:cNvGraphicFramePr>
              <a:graphicFrameLocks noChangeAspect="1"/>
            </p:cNvGraphicFramePr>
            <p:nvPr/>
          </p:nvGraphicFramePr>
          <p:xfrm>
            <a:off x="3024" y="2688"/>
            <a:ext cx="336" cy="237"/>
          </p:xfrm>
          <a:graphic>
            <a:graphicData uri="http://schemas.openxmlformats.org/presentationml/2006/ole">
              <mc:AlternateContent xmlns:mc="http://schemas.openxmlformats.org/markup-compatibility/2006">
                <mc:Choice xmlns:v="urn:schemas-microsoft-com:vml" Requires="v">
                  <p:oleObj spid="_x0000_s213064" name="Equation" r:id="rId23" imgW="342751" imgH="241195" progId="Equation.3">
                    <p:embed/>
                  </p:oleObj>
                </mc:Choice>
                <mc:Fallback>
                  <p:oleObj name="Equation" r:id="rId23" imgW="342751" imgH="241195" progId="Equation.3">
                    <p:embed/>
                    <p:pic>
                      <p:nvPicPr>
                        <p:cNvPr id="27" name="Object 15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4" y="2688"/>
                          <a:ext cx="336"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151"/>
            <p:cNvGraphicFramePr>
              <a:graphicFrameLocks noChangeAspect="1"/>
            </p:cNvGraphicFramePr>
            <p:nvPr/>
          </p:nvGraphicFramePr>
          <p:xfrm>
            <a:off x="2352" y="2448"/>
            <a:ext cx="213" cy="248"/>
          </p:xfrm>
          <a:graphic>
            <a:graphicData uri="http://schemas.openxmlformats.org/presentationml/2006/ole">
              <mc:AlternateContent xmlns:mc="http://schemas.openxmlformats.org/markup-compatibility/2006">
                <mc:Choice xmlns:v="urn:schemas-microsoft-com:vml" Requires="v">
                  <p:oleObj spid="_x0000_s213065" name="Equation" r:id="rId24" imgW="152202" imgH="177569" progId="Equation.3">
                    <p:embed/>
                  </p:oleObj>
                </mc:Choice>
                <mc:Fallback>
                  <p:oleObj name="Equation" r:id="rId24" imgW="152202" imgH="177569" progId="Equation.3">
                    <p:embed/>
                    <p:pic>
                      <p:nvPicPr>
                        <p:cNvPr id="28" name="Object 15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352" y="2448"/>
                          <a:ext cx="213" cy="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9" name="Group 152"/>
          <p:cNvGrpSpPr>
            <a:grpSpLocks/>
          </p:cNvGrpSpPr>
          <p:nvPr/>
        </p:nvGrpSpPr>
        <p:grpSpPr bwMode="auto">
          <a:xfrm>
            <a:off x="6172200" y="2730500"/>
            <a:ext cx="2549525" cy="2355850"/>
            <a:chOff x="3936" y="2304"/>
            <a:chExt cx="1606" cy="1484"/>
          </a:xfrm>
        </p:grpSpPr>
        <p:sp>
          <p:nvSpPr>
            <p:cNvPr id="30" name="Oval 153"/>
            <p:cNvSpPr>
              <a:spLocks noChangeArrowheads="1"/>
            </p:cNvSpPr>
            <p:nvPr/>
          </p:nvSpPr>
          <p:spPr bwMode="auto">
            <a:xfrm>
              <a:off x="4679" y="249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1" name="Group 154"/>
            <p:cNvGrpSpPr>
              <a:grpSpLocks/>
            </p:cNvGrpSpPr>
            <p:nvPr/>
          </p:nvGrpSpPr>
          <p:grpSpPr bwMode="auto">
            <a:xfrm>
              <a:off x="3936" y="2304"/>
              <a:ext cx="1606" cy="1484"/>
              <a:chOff x="3936" y="2304"/>
              <a:chExt cx="1606" cy="1484"/>
            </a:xfrm>
          </p:grpSpPr>
          <p:graphicFrame>
            <p:nvGraphicFramePr>
              <p:cNvPr id="32" name="Object 155"/>
              <p:cNvGraphicFramePr>
                <a:graphicFrameLocks noChangeAspect="1"/>
              </p:cNvGraphicFramePr>
              <p:nvPr/>
            </p:nvGraphicFramePr>
            <p:xfrm>
              <a:off x="4752" y="2304"/>
              <a:ext cx="213" cy="248"/>
            </p:xfrm>
            <a:graphic>
              <a:graphicData uri="http://schemas.openxmlformats.org/presentationml/2006/ole">
                <mc:AlternateContent xmlns:mc="http://schemas.openxmlformats.org/markup-compatibility/2006">
                  <mc:Choice xmlns:v="urn:schemas-microsoft-com:vml" Requires="v">
                    <p:oleObj spid="_x0000_s213066" name="Equation" r:id="rId26" imgW="152202" imgH="177569" progId="Equation.3">
                      <p:embed/>
                    </p:oleObj>
                  </mc:Choice>
                  <mc:Fallback>
                    <p:oleObj name="Equation" r:id="rId26" imgW="152202" imgH="177569" progId="Equation.3">
                      <p:embed/>
                      <p:pic>
                        <p:nvPicPr>
                          <p:cNvPr id="32" name="Object 15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752" y="2304"/>
                            <a:ext cx="213" cy="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3" name="Group 156"/>
              <p:cNvGrpSpPr>
                <a:grpSpLocks/>
              </p:cNvGrpSpPr>
              <p:nvPr/>
            </p:nvGrpSpPr>
            <p:grpSpPr bwMode="auto">
              <a:xfrm>
                <a:off x="3936" y="2544"/>
                <a:ext cx="1606" cy="1244"/>
                <a:chOff x="3888" y="1200"/>
                <a:chExt cx="1606" cy="1244"/>
              </a:xfrm>
            </p:grpSpPr>
            <p:graphicFrame>
              <p:nvGraphicFramePr>
                <p:cNvPr id="36" name="Object 157"/>
                <p:cNvGraphicFramePr>
                  <a:graphicFrameLocks noChangeAspect="1"/>
                </p:cNvGraphicFramePr>
                <p:nvPr/>
              </p:nvGraphicFramePr>
              <p:xfrm>
                <a:off x="3984" y="2208"/>
                <a:ext cx="215" cy="236"/>
              </p:xfrm>
              <a:graphic>
                <a:graphicData uri="http://schemas.openxmlformats.org/presentationml/2006/ole">
                  <mc:AlternateContent xmlns:mc="http://schemas.openxmlformats.org/markup-compatibility/2006">
                    <mc:Choice xmlns:v="urn:schemas-microsoft-com:vml" Requires="v">
                      <p:oleObj spid="_x0000_s213067" name="Equation" r:id="rId28" imgW="126835" imgH="139518" progId="Equation.3">
                        <p:embed/>
                      </p:oleObj>
                    </mc:Choice>
                    <mc:Fallback>
                      <p:oleObj name="Equation" r:id="rId28" imgW="126835" imgH="139518" progId="Equation.3">
                        <p:embed/>
                        <p:pic>
                          <p:nvPicPr>
                            <p:cNvPr id="36" name="Object 15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984" y="2208"/>
                              <a:ext cx="215"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Line 158"/>
                <p:cNvSpPr>
                  <a:spLocks noChangeShapeType="1"/>
                </p:cNvSpPr>
                <p:nvPr/>
              </p:nvSpPr>
              <p:spPr bwMode="auto">
                <a:xfrm>
                  <a:off x="4272" y="1872"/>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159"/>
                <p:cNvSpPr>
                  <a:spLocks noChangeShapeType="1"/>
                </p:cNvSpPr>
                <p:nvPr/>
              </p:nvSpPr>
              <p:spPr bwMode="auto">
                <a:xfrm flipV="1">
                  <a:off x="4272" y="1200"/>
                  <a:ext cx="0"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160"/>
                <p:cNvSpPr>
                  <a:spLocks noChangeShapeType="1"/>
                </p:cNvSpPr>
                <p:nvPr/>
              </p:nvSpPr>
              <p:spPr bwMode="auto">
                <a:xfrm flipH="1">
                  <a:off x="3888" y="1872"/>
                  <a:ext cx="384"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161"/>
                <p:cNvSpPr>
                  <a:spLocks noChangeShapeType="1"/>
                </p:cNvSpPr>
                <p:nvPr/>
              </p:nvSpPr>
              <p:spPr bwMode="auto">
                <a:xfrm flipV="1">
                  <a:off x="4272" y="1536"/>
                  <a:ext cx="72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1" name="Object 162"/>
                <p:cNvGraphicFramePr>
                  <a:graphicFrameLocks noChangeAspect="1"/>
                </p:cNvGraphicFramePr>
                <p:nvPr/>
              </p:nvGraphicFramePr>
              <p:xfrm>
                <a:off x="5328" y="1824"/>
                <a:ext cx="166" cy="196"/>
              </p:xfrm>
              <a:graphic>
                <a:graphicData uri="http://schemas.openxmlformats.org/presentationml/2006/ole">
                  <mc:AlternateContent xmlns:mc="http://schemas.openxmlformats.org/markup-compatibility/2006">
                    <mc:Choice xmlns:v="urn:schemas-microsoft-com:vml" Requires="v">
                      <p:oleObj spid="_x0000_s213068" name="Equation" r:id="rId30" imgW="139579" imgH="164957" progId="Equation.3">
                        <p:embed/>
                      </p:oleObj>
                    </mc:Choice>
                    <mc:Fallback>
                      <p:oleObj name="Equation" r:id="rId30" imgW="139579" imgH="164957" progId="Equation.3">
                        <p:embed/>
                        <p:pic>
                          <p:nvPicPr>
                            <p:cNvPr id="41" name="Object 16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328" y="1824"/>
                              <a:ext cx="166" cy="1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Object 163"/>
                <p:cNvGraphicFramePr>
                  <a:graphicFrameLocks noChangeAspect="1"/>
                </p:cNvGraphicFramePr>
                <p:nvPr/>
              </p:nvGraphicFramePr>
              <p:xfrm>
                <a:off x="4080" y="1248"/>
                <a:ext cx="184" cy="184"/>
              </p:xfrm>
              <a:graphic>
                <a:graphicData uri="http://schemas.openxmlformats.org/presentationml/2006/ole">
                  <mc:AlternateContent xmlns:mc="http://schemas.openxmlformats.org/markup-compatibility/2006">
                    <mc:Choice xmlns:v="urn:schemas-microsoft-com:vml" Requires="v">
                      <p:oleObj spid="_x0000_s213069" name="Equation" r:id="rId32" imgW="126725" imgH="126725" progId="Equation.3">
                        <p:embed/>
                      </p:oleObj>
                    </mc:Choice>
                    <mc:Fallback>
                      <p:oleObj name="Equation" r:id="rId32" imgW="126725" imgH="126725" progId="Equation.3">
                        <p:embed/>
                        <p:pic>
                          <p:nvPicPr>
                            <p:cNvPr id="42" name="Object 163"/>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080" y="1248"/>
                              <a:ext cx="184" cy="1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Object 164"/>
                <p:cNvGraphicFramePr>
                  <a:graphicFrameLocks noChangeAspect="1"/>
                </p:cNvGraphicFramePr>
                <p:nvPr/>
              </p:nvGraphicFramePr>
              <p:xfrm>
                <a:off x="4032" y="1776"/>
                <a:ext cx="171" cy="188"/>
              </p:xfrm>
              <a:graphic>
                <a:graphicData uri="http://schemas.openxmlformats.org/presentationml/2006/ole">
                  <mc:AlternateContent xmlns:mc="http://schemas.openxmlformats.org/markup-compatibility/2006">
                    <mc:Choice xmlns:v="urn:schemas-microsoft-com:vml" Requires="v">
                      <p:oleObj spid="_x0000_s213070" name="Equation" r:id="rId34" imgW="126835" imgH="139518" progId="Equation.3">
                        <p:embed/>
                      </p:oleObj>
                    </mc:Choice>
                    <mc:Fallback>
                      <p:oleObj name="Equation" r:id="rId34" imgW="126835" imgH="139518" progId="Equation.3">
                        <p:embed/>
                        <p:pic>
                          <p:nvPicPr>
                            <p:cNvPr id="43" name="Object 164"/>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032" y="1776"/>
                              <a:ext cx="171" cy="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Oval 165"/>
                <p:cNvSpPr>
                  <a:spLocks noChangeArrowheads="1"/>
                </p:cNvSpPr>
                <p:nvPr/>
              </p:nvSpPr>
              <p:spPr bwMode="auto">
                <a:xfrm>
                  <a:off x="4272" y="1849"/>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Oval 166"/>
                <p:cNvSpPr>
                  <a:spLocks noChangeArrowheads="1"/>
                </p:cNvSpPr>
                <p:nvPr/>
              </p:nvSpPr>
              <p:spPr bwMode="auto">
                <a:xfrm>
                  <a:off x="4967" y="1509"/>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6" name="Object 167"/>
                <p:cNvGraphicFramePr>
                  <a:graphicFrameLocks noChangeAspect="1"/>
                </p:cNvGraphicFramePr>
                <p:nvPr/>
              </p:nvGraphicFramePr>
              <p:xfrm>
                <a:off x="4464" y="1392"/>
                <a:ext cx="225" cy="292"/>
              </p:xfrm>
              <a:graphic>
                <a:graphicData uri="http://schemas.openxmlformats.org/presentationml/2006/ole">
                  <mc:AlternateContent xmlns:mc="http://schemas.openxmlformats.org/markup-compatibility/2006">
                    <mc:Choice xmlns:v="urn:schemas-microsoft-com:vml" Requires="v">
                      <p:oleObj spid="_x0000_s213071" name="Equation" r:id="rId36" imgW="126780" imgH="164814" progId="Equation.3">
                        <p:embed/>
                      </p:oleObj>
                    </mc:Choice>
                    <mc:Fallback>
                      <p:oleObj name="Equation" r:id="rId36" imgW="126780" imgH="164814" progId="Equation.3">
                        <p:embed/>
                        <p:pic>
                          <p:nvPicPr>
                            <p:cNvPr id="46" name="Object 167"/>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464" y="1392"/>
                              <a:ext cx="225"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 name="Object 168"/>
                <p:cNvGraphicFramePr>
                  <a:graphicFrameLocks noChangeAspect="1"/>
                </p:cNvGraphicFramePr>
                <p:nvPr/>
              </p:nvGraphicFramePr>
              <p:xfrm>
                <a:off x="5040" y="1248"/>
                <a:ext cx="314" cy="340"/>
              </p:xfrm>
              <a:graphic>
                <a:graphicData uri="http://schemas.openxmlformats.org/presentationml/2006/ole">
                  <mc:AlternateContent xmlns:mc="http://schemas.openxmlformats.org/markup-compatibility/2006">
                    <mc:Choice xmlns:v="urn:schemas-microsoft-com:vml" Requires="v">
                      <p:oleObj spid="_x0000_s213072" name="Equation" r:id="rId38" imgW="152268" imgH="164957" progId="Equation.3">
                        <p:embed/>
                      </p:oleObj>
                    </mc:Choice>
                    <mc:Fallback>
                      <p:oleObj name="Equation" r:id="rId38" imgW="152268" imgH="164957" progId="Equation.3">
                        <p:embed/>
                        <p:pic>
                          <p:nvPicPr>
                            <p:cNvPr id="47" name="Object 168"/>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5040" y="1248"/>
                              <a:ext cx="314" cy="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4" name="Line 169"/>
              <p:cNvSpPr>
                <a:spLocks noChangeShapeType="1"/>
              </p:cNvSpPr>
              <p:nvPr/>
            </p:nvSpPr>
            <p:spPr bwMode="auto">
              <a:xfrm>
                <a:off x="4704" y="2496"/>
                <a:ext cx="336"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35" name="Object 170"/>
              <p:cNvGraphicFramePr>
                <a:graphicFrameLocks noChangeAspect="1"/>
              </p:cNvGraphicFramePr>
              <p:nvPr/>
            </p:nvGraphicFramePr>
            <p:xfrm>
              <a:off x="4896" y="2448"/>
              <a:ext cx="192" cy="256"/>
            </p:xfrm>
            <a:graphic>
              <a:graphicData uri="http://schemas.openxmlformats.org/presentationml/2006/ole">
                <mc:AlternateContent xmlns:mc="http://schemas.openxmlformats.org/markup-compatibility/2006">
                  <mc:Choice xmlns:v="urn:schemas-microsoft-com:vml" Requires="v">
                    <p:oleObj spid="_x0000_s213073" name="Equation" r:id="rId40" imgW="152268" imgH="203024" progId="Equation.3">
                      <p:embed/>
                    </p:oleObj>
                  </mc:Choice>
                  <mc:Fallback>
                    <p:oleObj name="Equation" r:id="rId40" imgW="152268" imgH="203024" progId="Equation.3">
                      <p:embed/>
                      <p:pic>
                        <p:nvPicPr>
                          <p:cNvPr id="35" name="Object 170"/>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4896" y="2448"/>
                            <a:ext cx="192"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Tree>
    <p:extLst>
      <p:ext uri="{BB962C8B-B14F-4D97-AF65-F5344CB8AC3E}">
        <p14:creationId xmlns:p14="http://schemas.microsoft.com/office/powerpoint/2010/main" val="4245438377"/>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1"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blinds(horizontal)">
                                      <p:cBhvr>
                                        <p:cTn id="14" dur="500"/>
                                        <p:tgtEl>
                                          <p:spTgt spid="20"/>
                                        </p:tgtEl>
                                      </p:cBhvr>
                                    </p:animEffec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3" presetClass="entr" presetSubtype="1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blinds(horizontal)">
                                      <p:cBhvr>
                                        <p:cTn id="19" dur="500"/>
                                        <p:tgtEl>
                                          <p:spTgt spid="21"/>
                                        </p:tgtEl>
                                      </p:cBhvr>
                                    </p:animEffect>
                                  </p:childTnLst>
                                </p:cTn>
                              </p:par>
                              <p:par>
                                <p:cTn id="20" presetID="3" presetClass="entr" presetSubtype="1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blinds(horizontal)">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blinds(horizontal)">
                                      <p:cBhvr>
                                        <p:cTn id="27" dur="500"/>
                                        <p:tgtEl>
                                          <p:spTgt spid="23"/>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blinds(horizontal)">
                                      <p:cBhvr>
                                        <p:cTn id="30" dur="500"/>
                                        <p:tgtEl>
                                          <p:spTgt spid="24"/>
                                        </p:tgtEl>
                                      </p:cBhvr>
                                    </p:animEffect>
                                  </p:childTnLst>
                                </p:cTn>
                              </p:par>
                              <p:par>
                                <p:cTn id="31" presetID="1" presetClass="entr" presetSubtype="0"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3" presetClass="entr" presetSubtype="1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blinds(horizontal)">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0" grpId="0"/>
      <p:bldP spid="24"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27"/>
          <p:cNvGrpSpPr>
            <a:grpSpLocks/>
          </p:cNvGrpSpPr>
          <p:nvPr/>
        </p:nvGrpSpPr>
        <p:grpSpPr bwMode="auto">
          <a:xfrm>
            <a:off x="611188" y="-44451"/>
            <a:ext cx="5334000" cy="558800"/>
            <a:chOff x="432" y="487"/>
            <a:chExt cx="3360" cy="352"/>
          </a:xfrm>
        </p:grpSpPr>
        <p:sp>
          <p:nvSpPr>
            <p:cNvPr id="5" name="Text Box 128"/>
            <p:cNvSpPr txBox="1">
              <a:spLocks noChangeArrowheads="1"/>
            </p:cNvSpPr>
            <p:nvPr/>
          </p:nvSpPr>
          <p:spPr bwMode="auto">
            <a:xfrm>
              <a:off x="432" y="512"/>
              <a:ext cx="33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Blip>
                  <a:blip r:embed="rId3"/>
                </a:buBlip>
              </a:pPr>
              <a:r>
                <a:rPr kumimoji="1" lang="en-US" altLang="zh-CN" sz="2800" b="1" dirty="0">
                  <a:latin typeface="Times New Roman" pitchFamily="18" charset="0"/>
                </a:rPr>
                <a:t>         </a:t>
              </a:r>
              <a:r>
                <a:rPr kumimoji="1" lang="zh-CN" altLang="en-US" sz="2800" b="1" dirty="0">
                  <a:latin typeface="Times New Roman" pitchFamily="18" charset="0"/>
                </a:rPr>
                <a:t>体积中的磁化强度为</a:t>
              </a:r>
            </a:p>
          </p:txBody>
        </p:sp>
        <p:graphicFrame>
          <p:nvGraphicFramePr>
            <p:cNvPr id="6" name="Object 129"/>
            <p:cNvGraphicFramePr>
              <a:graphicFrameLocks noChangeAspect="1"/>
            </p:cNvGraphicFramePr>
            <p:nvPr>
              <p:extLst/>
            </p:nvPr>
          </p:nvGraphicFramePr>
          <p:xfrm>
            <a:off x="895" y="510"/>
            <a:ext cx="226" cy="329"/>
          </p:xfrm>
          <a:graphic>
            <a:graphicData uri="http://schemas.openxmlformats.org/presentationml/2006/ole">
              <mc:AlternateContent xmlns:mc="http://schemas.openxmlformats.org/markup-compatibility/2006">
                <mc:Choice xmlns:v="urn:schemas-microsoft-com:vml" Requires="v">
                  <p:oleObj spid="_x0000_s214048" name="Equation" r:id="rId4" imgW="139639" imgH="203112" progId="">
                    <p:embed/>
                  </p:oleObj>
                </mc:Choice>
                <mc:Fallback>
                  <p:oleObj name="Equation" r:id="rId4" imgW="139639" imgH="203112" progId="">
                    <p:embed/>
                    <p:pic>
                      <p:nvPicPr>
                        <p:cNvPr id="6" name="Object 1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5" y="510"/>
                          <a:ext cx="226" cy="3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130"/>
            <p:cNvGraphicFramePr>
              <a:graphicFrameLocks noChangeAspect="1"/>
            </p:cNvGraphicFramePr>
            <p:nvPr>
              <p:extLst/>
            </p:nvPr>
          </p:nvGraphicFramePr>
          <p:xfrm>
            <a:off x="3264" y="487"/>
            <a:ext cx="304" cy="304"/>
          </p:xfrm>
          <a:graphic>
            <a:graphicData uri="http://schemas.openxmlformats.org/presentationml/2006/ole">
              <mc:AlternateContent xmlns:mc="http://schemas.openxmlformats.org/markup-compatibility/2006">
                <mc:Choice xmlns:v="urn:schemas-microsoft-com:vml" Requires="v">
                  <p:oleObj spid="_x0000_s214049" name="Equation" r:id="rId6" imgW="203024" imgH="203024" progId="Equation.3">
                    <p:embed/>
                  </p:oleObj>
                </mc:Choice>
                <mc:Fallback>
                  <p:oleObj name="Equation" r:id="rId6" imgW="203024" imgH="203024" progId="Equation.3">
                    <p:embed/>
                    <p:pic>
                      <p:nvPicPr>
                        <p:cNvPr id="7" name="Object 1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64" y="487"/>
                          <a:ext cx="304" cy="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8" name="Object 131"/>
          <p:cNvGraphicFramePr>
            <a:graphicFrameLocks noChangeAspect="1"/>
          </p:cNvGraphicFramePr>
          <p:nvPr>
            <p:extLst/>
          </p:nvPr>
        </p:nvGraphicFramePr>
        <p:xfrm>
          <a:off x="4911725" y="514350"/>
          <a:ext cx="1468438" cy="558800"/>
        </p:xfrm>
        <a:graphic>
          <a:graphicData uri="http://schemas.openxmlformats.org/presentationml/2006/ole">
            <mc:AlternateContent xmlns:mc="http://schemas.openxmlformats.org/markup-compatibility/2006">
              <mc:Choice xmlns:v="urn:schemas-microsoft-com:vml" Requires="v">
                <p:oleObj spid="_x0000_s214050" name="Equation" r:id="rId8" imgW="672808" imgH="253890" progId="">
                  <p:embed/>
                </p:oleObj>
              </mc:Choice>
              <mc:Fallback>
                <p:oleObj name="Equation" r:id="rId8" imgW="672808" imgH="253890" progId="">
                  <p:embed/>
                  <p:pic>
                    <p:nvPicPr>
                      <p:cNvPr id="8" name="Object 1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11725" y="514350"/>
                        <a:ext cx="1468438" cy="55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132"/>
          <p:cNvGraphicFramePr>
            <a:graphicFrameLocks noChangeAspect="1"/>
          </p:cNvGraphicFramePr>
          <p:nvPr>
            <p:extLst/>
          </p:nvPr>
        </p:nvGraphicFramePr>
        <p:xfrm>
          <a:off x="4446588" y="2506662"/>
          <a:ext cx="114300" cy="215900"/>
        </p:xfrm>
        <a:graphic>
          <a:graphicData uri="http://schemas.openxmlformats.org/presentationml/2006/ole">
            <mc:AlternateContent xmlns:mc="http://schemas.openxmlformats.org/markup-compatibility/2006">
              <mc:Choice xmlns:v="urn:schemas-microsoft-com:vml" Requires="v">
                <p:oleObj spid="_x0000_s214051" name="Equation" r:id="rId10" imgW="114151" imgH="215619" progId="Equation.3">
                  <p:embed/>
                </p:oleObj>
              </mc:Choice>
              <mc:Fallback>
                <p:oleObj name="Equation" r:id="rId10" imgW="114151" imgH="215619" progId="Equation.3">
                  <p:embed/>
                  <p:pic>
                    <p:nvPicPr>
                      <p:cNvPr id="9" name="Object 13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46588" y="2506662"/>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133"/>
          <p:cNvSpPr txBox="1">
            <a:spLocks noChangeArrowheads="1"/>
          </p:cNvSpPr>
          <p:nvPr/>
        </p:nvSpPr>
        <p:spPr bwMode="auto">
          <a:xfrm>
            <a:off x="1074738" y="557212"/>
            <a:ext cx="381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latin typeface="Times New Roman" pitchFamily="18" charset="0"/>
              </a:rPr>
              <a:t>则       体积中的分子磁矩为</a:t>
            </a:r>
          </a:p>
        </p:txBody>
      </p:sp>
      <p:graphicFrame>
        <p:nvGraphicFramePr>
          <p:cNvPr id="11" name="Object 134"/>
          <p:cNvGraphicFramePr>
            <a:graphicFrameLocks noChangeAspect="1"/>
          </p:cNvGraphicFramePr>
          <p:nvPr>
            <p:extLst/>
          </p:nvPr>
        </p:nvGraphicFramePr>
        <p:xfrm>
          <a:off x="1497013" y="557212"/>
          <a:ext cx="527050" cy="457200"/>
        </p:xfrm>
        <a:graphic>
          <a:graphicData uri="http://schemas.openxmlformats.org/presentationml/2006/ole">
            <mc:AlternateContent xmlns:mc="http://schemas.openxmlformats.org/markup-compatibility/2006">
              <mc:Choice xmlns:v="urn:schemas-microsoft-com:vml" Requires="v">
                <p:oleObj spid="_x0000_s214052" name="公式" r:id="rId12" imgW="241091" imgH="177646" progId="Equation.3">
                  <p:embed/>
                </p:oleObj>
              </mc:Choice>
              <mc:Fallback>
                <p:oleObj name="公式" r:id="rId12" imgW="241091" imgH="177646" progId="Equation.3">
                  <p:embed/>
                  <p:pic>
                    <p:nvPicPr>
                      <p:cNvPr id="11" name="Object 1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97013" y="557212"/>
                        <a:ext cx="527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2" name="Group 135"/>
          <p:cNvGrpSpPr>
            <a:grpSpLocks/>
          </p:cNvGrpSpPr>
          <p:nvPr/>
        </p:nvGrpSpPr>
        <p:grpSpPr bwMode="auto">
          <a:xfrm>
            <a:off x="684213" y="1047750"/>
            <a:ext cx="7926387" cy="923925"/>
            <a:chOff x="431" y="1325"/>
            <a:chExt cx="3792" cy="582"/>
          </a:xfrm>
        </p:grpSpPr>
        <p:graphicFrame>
          <p:nvGraphicFramePr>
            <p:cNvPr id="13" name="Object 136"/>
            <p:cNvGraphicFramePr>
              <a:graphicFrameLocks noChangeAspect="1"/>
            </p:cNvGraphicFramePr>
            <p:nvPr/>
          </p:nvGraphicFramePr>
          <p:xfrm>
            <a:off x="757" y="1325"/>
            <a:ext cx="347" cy="309"/>
          </p:xfrm>
          <a:graphic>
            <a:graphicData uri="http://schemas.openxmlformats.org/presentationml/2006/ole">
              <mc:AlternateContent xmlns:mc="http://schemas.openxmlformats.org/markup-compatibility/2006">
                <mc:Choice xmlns:v="urn:schemas-microsoft-com:vml" Requires="v">
                  <p:oleObj spid="_x0000_s214053" name="Equation" r:id="rId14" imgW="228501" imgH="203112" progId="">
                    <p:embed/>
                  </p:oleObj>
                </mc:Choice>
                <mc:Fallback>
                  <p:oleObj name="Equation" r:id="rId14" imgW="228501" imgH="203112" progId="">
                    <p:embed/>
                    <p:pic>
                      <p:nvPicPr>
                        <p:cNvPr id="13" name="Object 13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7" y="1325"/>
                          <a:ext cx="347"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137"/>
            <p:cNvSpPr txBox="1">
              <a:spLocks noChangeArrowheads="1"/>
            </p:cNvSpPr>
            <p:nvPr/>
          </p:nvSpPr>
          <p:spPr bwMode="auto">
            <a:xfrm>
              <a:off x="431" y="1389"/>
              <a:ext cx="3792"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Blip>
                  <a:blip r:embed="rId3"/>
                </a:buBlip>
              </a:pPr>
              <a:r>
                <a:rPr kumimoji="1" lang="en-US" altLang="zh-CN" sz="2400" b="1">
                  <a:latin typeface="Times New Roman" pitchFamily="18" charset="0"/>
                </a:rPr>
                <a:t>           </a:t>
              </a:r>
              <a:r>
                <a:rPr kumimoji="1" lang="zh-CN" altLang="en-US" sz="2400" b="1">
                  <a:latin typeface="Times New Roman" pitchFamily="18" charset="0"/>
                </a:rPr>
                <a:t>中的分子磁矩在</a:t>
              </a:r>
              <a:r>
                <a:rPr kumimoji="1" lang="en-US" altLang="zh-CN" sz="2400" b="1">
                  <a:latin typeface="Times New Roman" pitchFamily="18" charset="0"/>
                </a:rPr>
                <a:t>P</a:t>
              </a:r>
              <a:r>
                <a:rPr kumimoji="1" lang="zh-CN" altLang="en-US" sz="2400" b="1">
                  <a:latin typeface="Times New Roman" pitchFamily="18" charset="0"/>
                </a:rPr>
                <a:t>点产生的矢量磁位为</a:t>
              </a:r>
            </a:p>
          </p:txBody>
        </p:sp>
      </p:grpSp>
      <p:graphicFrame>
        <p:nvGraphicFramePr>
          <p:cNvPr id="15" name="Object 138"/>
          <p:cNvGraphicFramePr>
            <a:graphicFrameLocks noChangeAspect="1"/>
          </p:cNvGraphicFramePr>
          <p:nvPr>
            <p:extLst/>
          </p:nvPr>
        </p:nvGraphicFramePr>
        <p:xfrm>
          <a:off x="1092200" y="1581150"/>
          <a:ext cx="6924675" cy="1219200"/>
        </p:xfrm>
        <a:graphic>
          <a:graphicData uri="http://schemas.openxmlformats.org/presentationml/2006/ole">
            <mc:AlternateContent xmlns:mc="http://schemas.openxmlformats.org/markup-compatibility/2006">
              <mc:Choice xmlns:v="urn:schemas-microsoft-com:vml" Requires="v">
                <p:oleObj spid="_x0000_s214054" name="Equation" r:id="rId16" imgW="2171700" imgH="419100" progId="">
                  <p:embed/>
                </p:oleObj>
              </mc:Choice>
              <mc:Fallback>
                <p:oleObj name="Equation" r:id="rId16" imgW="2171700" imgH="419100" progId="">
                  <p:embed/>
                  <p:pic>
                    <p:nvPicPr>
                      <p:cNvPr id="15" name="Object 13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92200" y="1581150"/>
                        <a:ext cx="6924675"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Text Box 139"/>
          <p:cNvSpPr txBox="1">
            <a:spLocks noChangeArrowheads="1"/>
          </p:cNvSpPr>
          <p:nvPr/>
        </p:nvSpPr>
        <p:spPr bwMode="auto">
          <a:xfrm>
            <a:off x="922338" y="3108325"/>
            <a:ext cx="609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Blip>
                <a:blip r:embed="rId3"/>
              </a:buBlip>
            </a:pPr>
            <a:r>
              <a:rPr kumimoji="1" lang="en-US" altLang="zh-CN" sz="2400" b="1" dirty="0">
                <a:latin typeface="Times New Roman" pitchFamily="18" charset="0"/>
              </a:rPr>
              <a:t>            </a:t>
            </a:r>
            <a:r>
              <a:rPr kumimoji="1" lang="zh-CN" altLang="en-US" sz="2400" b="1" dirty="0">
                <a:latin typeface="Times New Roman" pitchFamily="18" charset="0"/>
              </a:rPr>
              <a:t>中的媒质在</a:t>
            </a:r>
            <a:r>
              <a:rPr kumimoji="1" lang="en-US" altLang="zh-CN" sz="2400" b="1" dirty="0">
                <a:latin typeface="Times New Roman" pitchFamily="18" charset="0"/>
              </a:rPr>
              <a:t>P</a:t>
            </a:r>
            <a:r>
              <a:rPr kumimoji="1" lang="zh-CN" altLang="en-US" sz="2400" b="1" dirty="0">
                <a:latin typeface="Times New Roman" pitchFamily="18" charset="0"/>
              </a:rPr>
              <a:t>点产生的矢量磁位为：</a:t>
            </a:r>
          </a:p>
        </p:txBody>
      </p:sp>
      <p:graphicFrame>
        <p:nvGraphicFramePr>
          <p:cNvPr id="17" name="Object 140"/>
          <p:cNvGraphicFramePr>
            <a:graphicFrameLocks noChangeAspect="1"/>
          </p:cNvGraphicFramePr>
          <p:nvPr>
            <p:extLst/>
          </p:nvPr>
        </p:nvGraphicFramePr>
        <p:xfrm>
          <a:off x="1619250" y="3028950"/>
          <a:ext cx="522288" cy="533400"/>
        </p:xfrm>
        <a:graphic>
          <a:graphicData uri="http://schemas.openxmlformats.org/presentationml/2006/ole">
            <mc:AlternateContent xmlns:mc="http://schemas.openxmlformats.org/markup-compatibility/2006">
              <mc:Choice xmlns:v="urn:schemas-microsoft-com:vml" Requires="v">
                <p:oleObj spid="_x0000_s214055" name="公式" r:id="rId18" imgW="152202" imgH="177569" progId="Equation.3">
                  <p:embed/>
                </p:oleObj>
              </mc:Choice>
              <mc:Fallback>
                <p:oleObj name="公式" r:id="rId18" imgW="152202" imgH="177569" progId="Equation.3">
                  <p:embed/>
                  <p:pic>
                    <p:nvPicPr>
                      <p:cNvPr id="17" name="Object 14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19250" y="3028950"/>
                        <a:ext cx="522288"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41"/>
          <p:cNvGraphicFramePr>
            <a:graphicFrameLocks noChangeAspect="1"/>
          </p:cNvGraphicFramePr>
          <p:nvPr>
            <p:extLst/>
          </p:nvPr>
        </p:nvGraphicFramePr>
        <p:xfrm>
          <a:off x="4359275" y="4013200"/>
          <a:ext cx="363538" cy="627063"/>
        </p:xfrm>
        <a:graphic>
          <a:graphicData uri="http://schemas.openxmlformats.org/presentationml/2006/ole">
            <mc:AlternateContent xmlns:mc="http://schemas.openxmlformats.org/markup-compatibility/2006">
              <mc:Choice xmlns:v="urn:schemas-microsoft-com:vml" Requires="v">
                <p:oleObj spid="_x0000_s214056" name="Equation" r:id="rId20" imgW="114151" imgH="215619" progId="Equation.3">
                  <p:embed/>
                </p:oleObj>
              </mc:Choice>
              <mc:Fallback>
                <p:oleObj name="Equation" r:id="rId20" imgW="114151" imgH="215619" progId="Equation.3">
                  <p:embed/>
                  <p:pic>
                    <p:nvPicPr>
                      <p:cNvPr id="18" name="Object 14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59275" y="4013200"/>
                        <a:ext cx="363538" cy="627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142"/>
          <p:cNvGraphicFramePr>
            <a:graphicFrameLocks noChangeAspect="1"/>
          </p:cNvGraphicFramePr>
          <p:nvPr>
            <p:extLst/>
          </p:nvPr>
        </p:nvGraphicFramePr>
        <p:xfrm>
          <a:off x="1763713" y="3676650"/>
          <a:ext cx="4787900" cy="1295400"/>
        </p:xfrm>
        <a:graphic>
          <a:graphicData uri="http://schemas.openxmlformats.org/presentationml/2006/ole">
            <mc:AlternateContent xmlns:mc="http://schemas.openxmlformats.org/markup-compatibility/2006">
              <mc:Choice xmlns:v="urn:schemas-microsoft-com:vml" Requires="v">
                <p:oleObj spid="_x0000_s214057" name="Equation" r:id="rId21" imgW="1371600" imgH="469900" progId="">
                  <p:embed/>
                </p:oleObj>
              </mc:Choice>
              <mc:Fallback>
                <p:oleObj name="Equation" r:id="rId21" imgW="1371600" imgH="469900" progId="">
                  <p:embed/>
                  <p:pic>
                    <p:nvPicPr>
                      <p:cNvPr id="19" name="Object 14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63713" y="3676650"/>
                        <a:ext cx="47879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74189260"/>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par>
                                <p:cTn id="14" presetID="3" presetClass="entr" presetSubtype="1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linds(horizontal)">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linds(horizontal)">
                                      <p:cBhvr>
                                        <p:cTn id="21" dur="500"/>
                                        <p:tgtEl>
                                          <p:spTgt spid="9"/>
                                        </p:tgtEl>
                                      </p:cBhvr>
                                    </p:animEffect>
                                  </p:childTnLst>
                                </p:cTn>
                              </p:par>
                              <p:par>
                                <p:cTn id="22" presetID="3" presetClass="entr" presetSubtype="1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linds(horizontal)">
                                      <p:cBhvr>
                                        <p:cTn id="24" dur="500"/>
                                        <p:tgtEl>
                                          <p:spTgt spid="12"/>
                                        </p:tgtEl>
                                      </p:cBhvr>
                                    </p:animEffect>
                                  </p:childTnLst>
                                </p:cTn>
                              </p:par>
                              <p:par>
                                <p:cTn id="25" presetID="3" presetClass="entr" presetSubtype="1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linds(horizontal)">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blinds(horizontal)">
                                      <p:cBhvr>
                                        <p:cTn id="32" dur="500"/>
                                        <p:tgtEl>
                                          <p:spTgt spid="16"/>
                                        </p:tgtEl>
                                      </p:cBhvr>
                                    </p:animEffect>
                                  </p:childTnLst>
                                </p:cTn>
                              </p:par>
                              <p:par>
                                <p:cTn id="33" presetID="3" presetClass="entr" presetSubtype="1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blinds(horizontal)">
                                      <p:cBhvr>
                                        <p:cTn id="35" dur="500"/>
                                        <p:tgtEl>
                                          <p:spTgt spid="17"/>
                                        </p:tgtEl>
                                      </p:cBhvr>
                                    </p:animEffect>
                                  </p:childTnLst>
                                </p:cTn>
                              </p:par>
                              <p:par>
                                <p:cTn id="36" presetID="3" presetClass="entr" presetSubtype="1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blinds(horizontal)">
                                      <p:cBhvr>
                                        <p:cTn id="38" dur="500"/>
                                        <p:tgtEl>
                                          <p:spTgt spid="18"/>
                                        </p:tgtEl>
                                      </p:cBhvr>
                                    </p:animEffect>
                                  </p:childTnLst>
                                </p:cTn>
                              </p:par>
                              <p:par>
                                <p:cTn id="39" presetID="3" presetClass="entr" presetSubtype="1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blinds(horizontal)">
                                      <p:cBhvr>
                                        <p:cTn id="4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27"/>
          <p:cNvGrpSpPr>
            <a:grpSpLocks/>
          </p:cNvGrpSpPr>
          <p:nvPr/>
        </p:nvGrpSpPr>
        <p:grpSpPr bwMode="auto">
          <a:xfrm>
            <a:off x="827088" y="669925"/>
            <a:ext cx="5851525" cy="595312"/>
            <a:chOff x="720" y="912"/>
            <a:chExt cx="3504" cy="375"/>
          </a:xfrm>
        </p:grpSpPr>
        <p:sp>
          <p:nvSpPr>
            <p:cNvPr id="5" name="Text Box 128"/>
            <p:cNvSpPr txBox="1">
              <a:spLocks noChangeArrowheads="1"/>
            </p:cNvSpPr>
            <p:nvPr/>
          </p:nvSpPr>
          <p:spPr bwMode="auto">
            <a:xfrm>
              <a:off x="720" y="960"/>
              <a:ext cx="350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a:latin typeface="Times New Roman" pitchFamily="18" charset="0"/>
                </a:rPr>
                <a:t>（</a:t>
              </a:r>
              <a:r>
                <a:rPr kumimoji="1" lang="en-US" altLang="zh-CN" sz="2800" b="1">
                  <a:latin typeface="Times New Roman" pitchFamily="18" charset="0"/>
                </a:rPr>
                <a:t>1</a:t>
              </a:r>
              <a:r>
                <a:rPr kumimoji="1" lang="zh-CN" altLang="en-US" sz="2800" b="1">
                  <a:latin typeface="Times New Roman" pitchFamily="18" charset="0"/>
                </a:rPr>
                <a:t>）</a:t>
              </a:r>
              <a:endParaRPr kumimoji="1" lang="zh-CN" altLang="en-US" sz="2400" b="1">
                <a:latin typeface="Times New Roman" pitchFamily="18" charset="0"/>
              </a:endParaRPr>
            </a:p>
          </p:txBody>
        </p:sp>
        <p:sp>
          <p:nvSpPr>
            <p:cNvPr id="6" name="Rectangle 129"/>
            <p:cNvSpPr>
              <a:spLocks noChangeArrowheads="1"/>
            </p:cNvSpPr>
            <p:nvPr/>
          </p:nvSpPr>
          <p:spPr bwMode="auto">
            <a:xfrm>
              <a:off x="1104" y="912"/>
              <a:ext cx="302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800" b="1" dirty="0">
                  <a:latin typeface="Times New Roman" pitchFamily="18" charset="0"/>
                </a:rPr>
                <a:t>真空中的安培定律</a:t>
              </a:r>
              <a:r>
                <a:rPr kumimoji="1" lang="zh-CN" altLang="en-US" sz="3200" b="1" dirty="0">
                  <a:latin typeface="Times New Roman" pitchFamily="18" charset="0"/>
                </a:rPr>
                <a:t>：</a:t>
              </a:r>
            </a:p>
          </p:txBody>
        </p:sp>
      </p:grpSp>
      <p:graphicFrame>
        <p:nvGraphicFramePr>
          <p:cNvPr id="7" name="Object 130"/>
          <p:cNvGraphicFramePr>
            <a:graphicFrameLocks noChangeAspect="1"/>
          </p:cNvGraphicFramePr>
          <p:nvPr>
            <p:extLst/>
          </p:nvPr>
        </p:nvGraphicFramePr>
        <p:xfrm>
          <a:off x="4514850" y="2865437"/>
          <a:ext cx="114300" cy="215900"/>
        </p:xfrm>
        <a:graphic>
          <a:graphicData uri="http://schemas.openxmlformats.org/presentationml/2006/ole">
            <mc:AlternateContent xmlns:mc="http://schemas.openxmlformats.org/markup-compatibility/2006">
              <mc:Choice xmlns:v="urn:schemas-microsoft-com:vml" Requires="v">
                <p:oleObj spid="_x0000_s217110" name="Equation" r:id="rId3" imgW="114151" imgH="215619" progId="Equation.3">
                  <p:embed/>
                </p:oleObj>
              </mc:Choice>
              <mc:Fallback>
                <p:oleObj name="Equation" r:id="rId3" imgW="114151" imgH="215619" progId="Equation.3">
                  <p:embed/>
                  <p:pic>
                    <p:nvPicPr>
                      <p:cNvPr id="7" name="Object 1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2865437"/>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131"/>
          <p:cNvGraphicFramePr>
            <a:graphicFrameLocks noChangeAspect="1"/>
          </p:cNvGraphicFramePr>
          <p:nvPr>
            <p:extLst/>
          </p:nvPr>
        </p:nvGraphicFramePr>
        <p:xfrm>
          <a:off x="1692275" y="1317625"/>
          <a:ext cx="2932113" cy="609600"/>
        </p:xfrm>
        <a:graphic>
          <a:graphicData uri="http://schemas.openxmlformats.org/presentationml/2006/ole">
            <mc:AlternateContent xmlns:mc="http://schemas.openxmlformats.org/markup-compatibility/2006">
              <mc:Choice xmlns:v="urn:schemas-microsoft-com:vml" Requires="v">
                <p:oleObj spid="_x0000_s217111" name="Equation" r:id="rId5" imgW="774364" imgH="253890" progId="">
                  <p:embed/>
                </p:oleObj>
              </mc:Choice>
              <mc:Fallback>
                <p:oleObj name="Equation" r:id="rId5" imgW="774364" imgH="253890" progId="">
                  <p:embed/>
                  <p:pic>
                    <p:nvPicPr>
                      <p:cNvPr id="8" name="Object 1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2275" y="1317625"/>
                        <a:ext cx="2932113"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132"/>
          <p:cNvSpPr txBox="1">
            <a:spLocks noChangeArrowheads="1"/>
          </p:cNvSpPr>
          <p:nvPr/>
        </p:nvSpPr>
        <p:spPr bwMode="auto">
          <a:xfrm>
            <a:off x="827088" y="1965325"/>
            <a:ext cx="6381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Times New Roman" pitchFamily="18" charset="0"/>
              </a:rPr>
              <a:t>（</a:t>
            </a:r>
            <a:r>
              <a:rPr kumimoji="1" lang="en-US" altLang="zh-CN" sz="2800" b="1" dirty="0">
                <a:latin typeface="Times New Roman" pitchFamily="18" charset="0"/>
              </a:rPr>
              <a:t>2</a:t>
            </a:r>
            <a:r>
              <a:rPr kumimoji="1" lang="zh-CN" altLang="en-US" sz="2800" b="1" dirty="0">
                <a:latin typeface="Times New Roman" pitchFamily="18" charset="0"/>
              </a:rPr>
              <a:t>）磁介质中的安培定律：</a:t>
            </a:r>
          </a:p>
        </p:txBody>
      </p:sp>
      <p:graphicFrame>
        <p:nvGraphicFramePr>
          <p:cNvPr id="13" name="Object 137"/>
          <p:cNvGraphicFramePr>
            <a:graphicFrameLocks noChangeAspect="1"/>
          </p:cNvGraphicFramePr>
          <p:nvPr>
            <p:extLst/>
          </p:nvPr>
        </p:nvGraphicFramePr>
        <p:xfrm>
          <a:off x="4514850" y="2865437"/>
          <a:ext cx="114300" cy="215900"/>
        </p:xfrm>
        <a:graphic>
          <a:graphicData uri="http://schemas.openxmlformats.org/presentationml/2006/ole">
            <mc:AlternateContent xmlns:mc="http://schemas.openxmlformats.org/markup-compatibility/2006">
              <mc:Choice xmlns:v="urn:schemas-microsoft-com:vml" Requires="v">
                <p:oleObj spid="_x0000_s217112" name="Equation" r:id="rId7" imgW="114151" imgH="215619" progId="Equation.3">
                  <p:embed/>
                </p:oleObj>
              </mc:Choice>
              <mc:Fallback>
                <p:oleObj name="Equation" r:id="rId7" imgW="114151" imgH="215619" progId="Equation.3">
                  <p:embed/>
                  <p:pic>
                    <p:nvPicPr>
                      <p:cNvPr id="13" name="Object 1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2865437"/>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 Box 139"/>
          <p:cNvSpPr txBox="1">
            <a:spLocks noChangeArrowheads="1"/>
          </p:cNvSpPr>
          <p:nvPr/>
        </p:nvSpPr>
        <p:spPr bwMode="auto">
          <a:xfrm>
            <a:off x="611188" y="93662"/>
            <a:ext cx="5715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a:latin typeface="Times New Roman" pitchFamily="18" charset="0"/>
              </a:rPr>
              <a:t>6 </a:t>
            </a:r>
            <a:r>
              <a:rPr kumimoji="1" lang="zh-CN" altLang="en-US" sz="2800" b="1">
                <a:latin typeface="Times New Roman" pitchFamily="18" charset="0"/>
              </a:rPr>
              <a:t>、磁介质中的安培定律</a:t>
            </a:r>
          </a:p>
        </p:txBody>
      </p:sp>
      <p:graphicFrame>
        <p:nvGraphicFramePr>
          <p:cNvPr id="16" name="Object 134"/>
          <p:cNvGraphicFramePr>
            <a:graphicFrameLocks noChangeAspect="1"/>
          </p:cNvGraphicFramePr>
          <p:nvPr>
            <p:extLst/>
          </p:nvPr>
        </p:nvGraphicFramePr>
        <p:xfrm>
          <a:off x="1055479" y="2495552"/>
          <a:ext cx="2879725" cy="755650"/>
        </p:xfrm>
        <a:graphic>
          <a:graphicData uri="http://schemas.openxmlformats.org/presentationml/2006/ole">
            <mc:AlternateContent xmlns:mc="http://schemas.openxmlformats.org/markup-compatibility/2006">
              <mc:Choice xmlns:v="urn:schemas-microsoft-com:vml" Requires="v">
                <p:oleObj spid="_x0000_s217113" name="Equation" r:id="rId8" imgW="952087" imgH="215806" progId="Equation.3">
                  <p:embed/>
                </p:oleObj>
              </mc:Choice>
              <mc:Fallback>
                <p:oleObj name="Equation" r:id="rId8" imgW="952087" imgH="215806" progId="Equation.3">
                  <p:embed/>
                  <p:pic>
                    <p:nvPicPr>
                      <p:cNvPr id="13" name="Object 13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5479" y="2495552"/>
                        <a:ext cx="2879725" cy="7556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37"/>
          <p:cNvGraphicFramePr>
            <a:graphicFrameLocks noChangeAspect="1"/>
          </p:cNvGraphicFramePr>
          <p:nvPr>
            <p:extLst>
              <p:ext uri="{D42A27DB-BD31-4B8C-83A1-F6EECF244321}">
                <p14:modId xmlns:p14="http://schemas.microsoft.com/office/powerpoint/2010/main" val="1069089177"/>
              </p:ext>
            </p:extLst>
          </p:nvPr>
        </p:nvGraphicFramePr>
        <p:xfrm>
          <a:off x="899592" y="3507854"/>
          <a:ext cx="3600699" cy="1219200"/>
        </p:xfrm>
        <a:graphic>
          <a:graphicData uri="http://schemas.openxmlformats.org/presentationml/2006/ole">
            <mc:AlternateContent xmlns:mc="http://schemas.openxmlformats.org/markup-compatibility/2006">
              <mc:Choice xmlns:v="urn:schemas-microsoft-com:vml" Requires="v">
                <p:oleObj spid="_x0000_s217114" name="Equation" r:id="rId10" imgW="710891" imgH="380835" progId="Equation.3">
                  <p:embed/>
                </p:oleObj>
              </mc:Choice>
              <mc:Fallback>
                <p:oleObj name="Equation" r:id="rId10" imgW="710891" imgH="380835" progId="Equation.3">
                  <p:embed/>
                  <p:pic>
                    <p:nvPicPr>
                      <p:cNvPr id="16" name="Object 1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9592" y="3507854"/>
                        <a:ext cx="3600699" cy="1219200"/>
                      </a:xfrm>
                      <a:prstGeom prst="rect">
                        <a:avLst/>
                      </a:prstGeom>
                      <a:noFill/>
                      <a:ln w="9525">
                        <a:solidFill>
                          <a:srgbClr val="CC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92785369"/>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599281"/>
            <a:ext cx="3048000" cy="2800350"/>
          </a:xfrm>
          <a:prstGeom prst="rect">
            <a:avLst/>
          </a:prstGeom>
          <a:noFill/>
          <a:extLst>
            <a:ext uri="{909E8E84-426E-40DD-AFC4-6F175D3DCCD1}">
              <a14:hiddenFill xmlns:a14="http://schemas.microsoft.com/office/drawing/2010/main">
                <a:solidFill>
                  <a:srgbClr val="FFFFFF"/>
                </a:solidFill>
              </a14:hiddenFill>
            </a:ext>
          </a:extLst>
        </p:spPr>
      </p:pic>
      <p:sp>
        <p:nvSpPr>
          <p:cNvPr id="5" name="Text Box 128"/>
          <p:cNvSpPr txBox="1">
            <a:spLocks noChangeArrowheads="1"/>
          </p:cNvSpPr>
          <p:nvPr/>
        </p:nvSpPr>
        <p:spPr bwMode="auto">
          <a:xfrm>
            <a:off x="338138" y="57150"/>
            <a:ext cx="68976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200" b="1" dirty="0">
                <a:solidFill>
                  <a:srgbClr val="C00000"/>
                </a:solidFill>
                <a:latin typeface="Times New Roman" pitchFamily="18" charset="0"/>
              </a:rPr>
              <a:t>二、不同媒质分界面上的</a:t>
            </a:r>
            <a:r>
              <a:rPr kumimoji="1" lang="zh-CN" altLang="en-US" sz="3200" b="1" dirty="0" smtClean="0">
                <a:solidFill>
                  <a:srgbClr val="C00000"/>
                </a:solidFill>
                <a:latin typeface="Times New Roman" pitchFamily="18" charset="0"/>
              </a:rPr>
              <a:t>边界条件</a:t>
            </a:r>
            <a:endParaRPr kumimoji="1" lang="zh-CN" altLang="en-US" sz="3200" b="1" dirty="0">
              <a:solidFill>
                <a:srgbClr val="C00000"/>
              </a:solidFill>
              <a:latin typeface="Times New Roman" pitchFamily="18" charset="0"/>
            </a:endParaRPr>
          </a:p>
        </p:txBody>
      </p:sp>
      <p:sp>
        <p:nvSpPr>
          <p:cNvPr id="6" name="Text Box 129"/>
          <p:cNvSpPr txBox="1">
            <a:spLocks noChangeArrowheads="1"/>
          </p:cNvSpPr>
          <p:nvPr/>
        </p:nvSpPr>
        <p:spPr bwMode="auto">
          <a:xfrm>
            <a:off x="466725" y="639763"/>
            <a:ext cx="4191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b="1">
                <a:latin typeface="Times New Roman" pitchFamily="18" charset="0"/>
              </a:rPr>
              <a:t>1 </a:t>
            </a:r>
            <a:r>
              <a:rPr kumimoji="1" lang="zh-CN" altLang="en-US" sz="2800" b="1">
                <a:latin typeface="Times New Roman" pitchFamily="18" charset="0"/>
              </a:rPr>
              <a:t>、法向分量关系：</a:t>
            </a:r>
          </a:p>
        </p:txBody>
      </p:sp>
      <p:graphicFrame>
        <p:nvGraphicFramePr>
          <p:cNvPr id="7" name="Object 130"/>
          <p:cNvGraphicFramePr>
            <a:graphicFrameLocks noChangeAspect="1"/>
          </p:cNvGraphicFramePr>
          <p:nvPr>
            <p:extLst/>
          </p:nvPr>
        </p:nvGraphicFramePr>
        <p:xfrm>
          <a:off x="6732588" y="568325"/>
          <a:ext cx="280987" cy="393700"/>
        </p:xfrm>
        <a:graphic>
          <a:graphicData uri="http://schemas.openxmlformats.org/presentationml/2006/ole">
            <mc:AlternateContent xmlns:mc="http://schemas.openxmlformats.org/markup-compatibility/2006">
              <mc:Choice xmlns:v="urn:schemas-microsoft-com:vml" Requires="v">
                <p:oleObj spid="_x0000_s220194" name="Equation" r:id="rId4" imgW="126725" imgH="177415" progId="Equation.3">
                  <p:embed/>
                </p:oleObj>
              </mc:Choice>
              <mc:Fallback>
                <p:oleObj name="Equation" r:id="rId4" imgW="126725" imgH="177415" progId="Equation.3">
                  <p:embed/>
                  <p:pic>
                    <p:nvPicPr>
                      <p:cNvPr id="7" name="Object 1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2588" y="568325"/>
                        <a:ext cx="280987"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132"/>
          <p:cNvGraphicFramePr>
            <a:graphicFrameLocks noChangeAspect="1"/>
          </p:cNvGraphicFramePr>
          <p:nvPr>
            <p:extLst/>
          </p:nvPr>
        </p:nvGraphicFramePr>
        <p:xfrm>
          <a:off x="7451725" y="712788"/>
          <a:ext cx="552450" cy="806450"/>
        </p:xfrm>
        <a:graphic>
          <a:graphicData uri="http://schemas.openxmlformats.org/presentationml/2006/ole">
            <mc:AlternateContent xmlns:mc="http://schemas.openxmlformats.org/markup-compatibility/2006">
              <mc:Choice xmlns:v="urn:schemas-microsoft-com:vml" Requires="v">
                <p:oleObj spid="_x0000_s220195" name="Equation" r:id="rId6" imgW="164957" imgH="241091" progId="Equation.3">
                  <p:embed/>
                </p:oleObj>
              </mc:Choice>
              <mc:Fallback>
                <p:oleObj name="Equation" r:id="rId6" imgW="164957" imgH="241091" progId="Equation.3">
                  <p:embed/>
                  <p:pic>
                    <p:nvPicPr>
                      <p:cNvPr id="9" name="Object 1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51725" y="712788"/>
                        <a:ext cx="552450"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138"/>
          <p:cNvGraphicFramePr>
            <a:graphicFrameLocks noChangeAspect="1"/>
          </p:cNvGraphicFramePr>
          <p:nvPr>
            <p:extLst>
              <p:ext uri="{D42A27DB-BD31-4B8C-83A1-F6EECF244321}">
                <p14:modId xmlns:p14="http://schemas.microsoft.com/office/powerpoint/2010/main" val="2140529127"/>
              </p:ext>
            </p:extLst>
          </p:nvPr>
        </p:nvGraphicFramePr>
        <p:xfrm>
          <a:off x="609653" y="1410607"/>
          <a:ext cx="2051050" cy="781050"/>
        </p:xfrm>
        <a:graphic>
          <a:graphicData uri="http://schemas.openxmlformats.org/presentationml/2006/ole">
            <mc:AlternateContent xmlns:mc="http://schemas.openxmlformats.org/markup-compatibility/2006">
              <mc:Choice xmlns:v="urn:schemas-microsoft-com:vml" Requires="v">
                <p:oleObj spid="_x0000_s220196" name="公式" r:id="rId8" imgW="698400" imgH="228600" progId="Equation.3">
                  <p:embed/>
                </p:oleObj>
              </mc:Choice>
              <mc:Fallback>
                <p:oleObj name="公式" r:id="rId8" imgW="698400" imgH="228600" progId="Equation.3">
                  <p:embed/>
                  <p:pic>
                    <p:nvPicPr>
                      <p:cNvPr id="15" name="Object 138"/>
                      <p:cNvPicPr>
                        <a:picLocks noChangeAspect="1" noChangeArrowheads="1"/>
                      </p:cNvPicPr>
                      <p:nvPr/>
                    </p:nvPicPr>
                    <p:blipFill>
                      <a:blip r:embed="rId9"/>
                      <a:srcRect/>
                      <a:stretch>
                        <a:fillRect/>
                      </a:stretch>
                    </p:blipFill>
                    <p:spPr bwMode="auto">
                      <a:xfrm>
                        <a:off x="609653" y="1410607"/>
                        <a:ext cx="2051050" cy="781050"/>
                      </a:xfrm>
                      <a:prstGeom prst="rect">
                        <a:avLst/>
                      </a:prstGeom>
                      <a:solidFill>
                        <a:schemeClr val="tx2">
                          <a:lumMod val="20000"/>
                          <a:lumOff val="80000"/>
                        </a:schemeClr>
                      </a:solidFill>
                      <a:ln w="9525">
                        <a:solidFill>
                          <a:srgbClr val="FF0000"/>
                        </a:solidFill>
                        <a:miter lim="800000"/>
                        <a:headEnd/>
                        <a:tailEnd/>
                      </a:ln>
                      <a:extLst/>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2111301879"/>
              </p:ext>
            </p:extLst>
          </p:nvPr>
        </p:nvGraphicFramePr>
        <p:xfrm>
          <a:off x="2794000" y="1484313"/>
          <a:ext cx="3017838" cy="419100"/>
        </p:xfrm>
        <a:graphic>
          <a:graphicData uri="http://schemas.openxmlformats.org/presentationml/2006/ole">
            <mc:AlternateContent xmlns:mc="http://schemas.openxmlformats.org/markup-compatibility/2006">
              <mc:Choice xmlns:v="urn:schemas-microsoft-com:vml" Requires="v">
                <p:oleObj spid="_x0000_s220197" name="公式" r:id="rId10" imgW="1257120" imgH="228600" progId="Equation.3">
                  <p:embed/>
                </p:oleObj>
              </mc:Choice>
              <mc:Fallback>
                <p:oleObj name="公式" r:id="rId10" imgW="1257120" imgH="228600" progId="Equation.3">
                  <p:embed/>
                  <p:pic>
                    <p:nvPicPr>
                      <p:cNvPr id="23" name="对象 22"/>
                      <p:cNvPicPr>
                        <a:picLocks noChangeAspect="1" noChangeArrowheads="1"/>
                      </p:cNvPicPr>
                      <p:nvPr/>
                    </p:nvPicPr>
                    <p:blipFill>
                      <a:blip r:embed="rId11"/>
                      <a:srcRect/>
                      <a:stretch>
                        <a:fillRect/>
                      </a:stretch>
                    </p:blipFill>
                    <p:spPr bwMode="auto">
                      <a:xfrm>
                        <a:off x="2794000" y="1484313"/>
                        <a:ext cx="3017838" cy="419100"/>
                      </a:xfrm>
                      <a:prstGeom prst="rect">
                        <a:avLst/>
                      </a:prstGeom>
                      <a:solidFill>
                        <a:srgbClr val="FBF7E6"/>
                      </a:solidFill>
                      <a:ln w="9525">
                        <a:solidFill>
                          <a:srgbClr val="D147FF"/>
                        </a:solidFill>
                        <a:miter lim="800000"/>
                        <a:headEnd/>
                        <a:tailEnd/>
                      </a:ln>
                    </p:spPr>
                  </p:pic>
                </p:oleObj>
              </mc:Fallback>
            </mc:AlternateContent>
          </a:graphicData>
        </a:graphic>
      </p:graphicFrame>
      <p:sp>
        <p:nvSpPr>
          <p:cNvPr id="10" name="Text Box 127"/>
          <p:cNvSpPr txBox="1">
            <a:spLocks noChangeArrowheads="1"/>
          </p:cNvSpPr>
          <p:nvPr/>
        </p:nvSpPr>
        <p:spPr bwMode="auto">
          <a:xfrm>
            <a:off x="539552" y="2529341"/>
            <a:ext cx="3429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latin typeface="Times New Roman" pitchFamily="18" charset="0"/>
              </a:rPr>
              <a:t>2 </a:t>
            </a:r>
            <a:r>
              <a:rPr kumimoji="1" lang="zh-CN" altLang="en-US" sz="2800" b="1" dirty="0">
                <a:latin typeface="Times New Roman" pitchFamily="18" charset="0"/>
              </a:rPr>
              <a:t>、切向分量关系：</a:t>
            </a:r>
          </a:p>
        </p:txBody>
      </p:sp>
      <p:graphicFrame>
        <p:nvGraphicFramePr>
          <p:cNvPr id="11" name="Object 152"/>
          <p:cNvGraphicFramePr>
            <a:graphicFrameLocks noChangeAspect="1"/>
          </p:cNvGraphicFramePr>
          <p:nvPr>
            <p:extLst>
              <p:ext uri="{D42A27DB-BD31-4B8C-83A1-F6EECF244321}">
                <p14:modId xmlns:p14="http://schemas.microsoft.com/office/powerpoint/2010/main" val="3739972832"/>
              </p:ext>
            </p:extLst>
          </p:nvPr>
        </p:nvGraphicFramePr>
        <p:xfrm>
          <a:off x="611560" y="4155926"/>
          <a:ext cx="4879975" cy="776092"/>
        </p:xfrm>
        <a:graphic>
          <a:graphicData uri="http://schemas.openxmlformats.org/presentationml/2006/ole">
            <mc:AlternateContent xmlns:mc="http://schemas.openxmlformats.org/markup-compatibility/2006">
              <mc:Choice xmlns:v="urn:schemas-microsoft-com:vml" Requires="v">
                <p:oleObj spid="_x0000_s220198" name="Equation" r:id="rId12" imgW="1586811" imgH="253890" progId="">
                  <p:embed/>
                </p:oleObj>
              </mc:Choice>
              <mc:Fallback>
                <p:oleObj name="Equation" r:id="rId12" imgW="1586811" imgH="253890" progId="">
                  <p:embed/>
                  <p:pic>
                    <p:nvPicPr>
                      <p:cNvPr id="31" name="Object 15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1560" y="4155926"/>
                        <a:ext cx="4879975" cy="776092"/>
                      </a:xfrm>
                      <a:prstGeom prst="rect">
                        <a:avLst/>
                      </a:prstGeom>
                      <a:solidFill>
                        <a:srgbClr val="99FFCC"/>
                      </a:solidFill>
                      <a:ln w="9525">
                        <a:solidFill>
                          <a:srgbClr val="FF0000"/>
                        </a:solidFill>
                        <a:miter lim="800000"/>
                        <a:headEnd/>
                        <a:tailEnd/>
                      </a:ln>
                      <a:extLst/>
                    </p:spPr>
                  </p:pic>
                </p:oleObj>
              </mc:Fallback>
            </mc:AlternateContent>
          </a:graphicData>
        </a:graphic>
      </p:graphicFrame>
      <p:graphicFrame>
        <p:nvGraphicFramePr>
          <p:cNvPr id="12" name="Object 144"/>
          <p:cNvGraphicFramePr>
            <a:graphicFrameLocks noChangeAspect="1"/>
          </p:cNvGraphicFramePr>
          <p:nvPr>
            <p:extLst>
              <p:ext uri="{D42A27DB-BD31-4B8C-83A1-F6EECF244321}">
                <p14:modId xmlns:p14="http://schemas.microsoft.com/office/powerpoint/2010/main" val="1199750205"/>
              </p:ext>
            </p:extLst>
          </p:nvPr>
        </p:nvGraphicFramePr>
        <p:xfrm>
          <a:off x="1086644" y="3190961"/>
          <a:ext cx="2951162" cy="609600"/>
        </p:xfrm>
        <a:graphic>
          <a:graphicData uri="http://schemas.openxmlformats.org/presentationml/2006/ole">
            <mc:AlternateContent xmlns:mc="http://schemas.openxmlformats.org/markup-compatibility/2006">
              <mc:Choice xmlns:v="urn:schemas-microsoft-com:vml" Requires="v">
                <p:oleObj spid="_x0000_s220199" name="公式" r:id="rId14" imgW="888840" imgH="253800" progId="Equation.3">
                  <p:embed/>
                </p:oleObj>
              </mc:Choice>
              <mc:Fallback>
                <p:oleObj name="公式" r:id="rId14" imgW="888840" imgH="253800" progId="Equation.3">
                  <p:embed/>
                  <p:pic>
                    <p:nvPicPr>
                      <p:cNvPr id="32" name="Object 144"/>
                      <p:cNvPicPr>
                        <a:picLocks noChangeAspect="1" noChangeArrowheads="1"/>
                      </p:cNvPicPr>
                      <p:nvPr/>
                    </p:nvPicPr>
                    <p:blipFill>
                      <a:blip r:embed="rId15"/>
                      <a:srcRect/>
                      <a:stretch>
                        <a:fillRect/>
                      </a:stretch>
                    </p:blipFill>
                    <p:spPr bwMode="auto">
                      <a:xfrm>
                        <a:off x="1086644" y="3190961"/>
                        <a:ext cx="2951162" cy="609600"/>
                      </a:xfrm>
                      <a:prstGeom prst="rect">
                        <a:avLst/>
                      </a:prstGeom>
                      <a:solidFill>
                        <a:schemeClr val="tx2">
                          <a:lumMod val="20000"/>
                          <a:lumOff val="80000"/>
                        </a:schemeClr>
                      </a:solidFill>
                      <a:extLst/>
                    </p:spPr>
                  </p:pic>
                </p:oleObj>
              </mc:Fallback>
            </mc:AlternateContent>
          </a:graphicData>
        </a:graphic>
      </p:graphicFrame>
    </p:spTree>
    <p:extLst>
      <p:ext uri="{BB962C8B-B14F-4D97-AF65-F5344CB8AC3E}">
        <p14:creationId xmlns:p14="http://schemas.microsoft.com/office/powerpoint/2010/main" val="172102738"/>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3" presetClass="entr" presetSubtype="1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501080" y="-202322"/>
            <a:ext cx="7772400" cy="857250"/>
          </a:xfrm>
        </p:spPr>
        <p:txBody>
          <a:bodyPr/>
          <a:lstStyle/>
          <a:p>
            <a:pPr eaLnBrk="1" hangingPunct="1"/>
            <a:r>
              <a:rPr lang="en-US" altLang="zh-CN" dirty="0" smtClean="0"/>
              <a:t> </a:t>
            </a:r>
          </a:p>
        </p:txBody>
      </p:sp>
      <p:sp>
        <p:nvSpPr>
          <p:cNvPr id="103431" name="Rectangle 3" descr="Rectangle: Click to edit Master text styles&#10;Second level&#10;Third level&#10;Fourth level&#10;Fifth level"/>
          <p:cNvSpPr>
            <a:spLocks noGrp="1" noChangeArrowheads="1"/>
          </p:cNvSpPr>
          <p:nvPr>
            <p:ph type="body" idx="1"/>
          </p:nvPr>
        </p:nvSpPr>
        <p:spPr>
          <a:xfrm>
            <a:off x="76210" y="226303"/>
            <a:ext cx="8744261" cy="3086100"/>
          </a:xfrm>
        </p:spPr>
        <p:txBody>
          <a:bodyPr/>
          <a:lstStyle/>
          <a:p>
            <a:pPr marL="0" indent="0" eaLnBrk="1" hangingPunct="1">
              <a:buFont typeface="Wingdings" pitchFamily="2" charset="2"/>
              <a:buNone/>
            </a:pPr>
            <a:r>
              <a:rPr lang="en-US" altLang="zh-CN" dirty="0" smtClean="0">
                <a:latin typeface="宋体" pitchFamily="2" charset="-122"/>
              </a:rPr>
              <a:t>    </a:t>
            </a:r>
            <a:r>
              <a:rPr lang="zh-CN" altLang="en-US" dirty="0" smtClean="0">
                <a:latin typeface="宋体" pitchFamily="2" charset="-122"/>
              </a:rPr>
              <a:t>例</a:t>
            </a:r>
            <a:r>
              <a:rPr lang="en-US" altLang="zh-CN" dirty="0" smtClean="0">
                <a:latin typeface="宋体" pitchFamily="2" charset="-122"/>
              </a:rPr>
              <a:t>2.16  </a:t>
            </a:r>
            <a:r>
              <a:rPr lang="zh-CN" altLang="en-US" dirty="0" smtClean="0">
                <a:latin typeface="宋体" pitchFamily="2" charset="-122"/>
              </a:rPr>
              <a:t>环行铁芯螺线管的半径</a:t>
            </a:r>
            <a:r>
              <a:rPr lang="en-US" altLang="zh-CN" i="1" dirty="0" smtClean="0">
                <a:latin typeface="宋体" pitchFamily="2" charset="-122"/>
              </a:rPr>
              <a:t>a</a:t>
            </a:r>
            <a:r>
              <a:rPr lang="zh-CN" altLang="en-US" dirty="0" smtClean="0">
                <a:latin typeface="宋体" pitchFamily="2" charset="-122"/>
              </a:rPr>
              <a:t>远小于环半径</a:t>
            </a:r>
            <a:r>
              <a:rPr lang="en-US" altLang="zh-CN" i="1" dirty="0" smtClean="0">
                <a:latin typeface="宋体" pitchFamily="2" charset="-122"/>
              </a:rPr>
              <a:t>R</a:t>
            </a:r>
            <a:r>
              <a:rPr lang="zh-CN" altLang="en-US" dirty="0" smtClean="0">
                <a:latin typeface="宋体" pitchFamily="2" charset="-122"/>
              </a:rPr>
              <a:t>，环上均匀密绕</a:t>
            </a:r>
            <a:r>
              <a:rPr lang="en-US" altLang="zh-CN" i="1" dirty="0" smtClean="0">
                <a:latin typeface="宋体" pitchFamily="2" charset="-122"/>
              </a:rPr>
              <a:t>N</a:t>
            </a:r>
            <a:r>
              <a:rPr lang="zh-CN" altLang="en-US" dirty="0" smtClean="0">
                <a:latin typeface="宋体" pitchFamily="2" charset="-122"/>
              </a:rPr>
              <a:t>匝线圈，通过电流为</a:t>
            </a:r>
            <a:r>
              <a:rPr lang="en-US" altLang="zh-CN" i="1" dirty="0" smtClean="0">
                <a:latin typeface="宋体" pitchFamily="2" charset="-122"/>
              </a:rPr>
              <a:t>I</a:t>
            </a:r>
            <a:r>
              <a:rPr lang="zh-CN" altLang="en-US" dirty="0" smtClean="0">
                <a:latin typeface="宋体" pitchFamily="2" charset="-122"/>
              </a:rPr>
              <a:t>，铁芯磁导率为   ，计算环中的</a:t>
            </a:r>
            <a:r>
              <a:rPr lang="en-US" altLang="zh-CN" i="1" dirty="0" smtClean="0">
                <a:latin typeface="宋体" pitchFamily="2" charset="-122"/>
              </a:rPr>
              <a:t>B</a:t>
            </a:r>
            <a:r>
              <a:rPr lang="zh-CN" altLang="en-US" dirty="0" smtClean="0">
                <a:latin typeface="宋体" pitchFamily="2" charset="-122"/>
              </a:rPr>
              <a:t>、磁通   、磁链   和自感</a:t>
            </a:r>
            <a:r>
              <a:rPr lang="en-US" altLang="zh-CN" i="1" dirty="0" smtClean="0">
                <a:latin typeface="宋体" pitchFamily="2" charset="-122"/>
              </a:rPr>
              <a:t>L</a:t>
            </a:r>
            <a:r>
              <a:rPr lang="zh-CN" altLang="en-US" dirty="0" smtClean="0">
                <a:latin typeface="宋体" pitchFamily="2" charset="-122"/>
              </a:rPr>
              <a:t>。如果在环上开一个小的切口，长度为</a:t>
            </a:r>
            <a:r>
              <a:rPr lang="en-US" altLang="zh-CN" i="1" dirty="0" smtClean="0">
                <a:latin typeface="宋体" pitchFamily="2" charset="-122"/>
              </a:rPr>
              <a:t>l</a:t>
            </a:r>
            <a:r>
              <a:rPr lang="zh-CN" altLang="en-US" dirty="0" smtClean="0">
                <a:latin typeface="宋体" pitchFamily="2" charset="-122"/>
              </a:rPr>
              <a:t>，匝数、电流如前，假设铁芯的   也不变，再计算环中和空气隙的</a:t>
            </a:r>
            <a:r>
              <a:rPr lang="en-US" altLang="zh-CN" i="1" dirty="0" smtClean="0">
                <a:latin typeface="宋体" pitchFamily="2" charset="-122"/>
              </a:rPr>
              <a:t>B </a:t>
            </a:r>
            <a:r>
              <a:rPr lang="zh-CN" altLang="en-US" dirty="0" smtClean="0">
                <a:latin typeface="宋体" pitchFamily="2" charset="-122"/>
              </a:rPr>
              <a:t>和</a:t>
            </a:r>
            <a:r>
              <a:rPr lang="en-US" altLang="zh-CN" i="1" dirty="0" smtClean="0">
                <a:latin typeface="宋体" pitchFamily="2" charset="-122"/>
              </a:rPr>
              <a:t>H</a:t>
            </a:r>
            <a:r>
              <a:rPr lang="zh-CN" altLang="en-US" dirty="0" smtClean="0">
                <a:latin typeface="宋体" pitchFamily="2" charset="-122"/>
              </a:rPr>
              <a:t>。</a:t>
            </a:r>
          </a:p>
        </p:txBody>
      </p:sp>
      <p:sp>
        <p:nvSpPr>
          <p:cNvPr id="103432" name="Rectangle 5"/>
          <p:cNvSpPr>
            <a:spLocks noChangeArrowheads="1"/>
          </p:cNvSpPr>
          <p:nvPr/>
        </p:nvSpPr>
        <p:spPr bwMode="auto">
          <a:xfrm>
            <a:off x="-108520" y="189544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03426" name="Object 4"/>
          <p:cNvGraphicFramePr>
            <a:graphicFrameLocks noChangeAspect="1"/>
          </p:cNvGraphicFramePr>
          <p:nvPr>
            <p:extLst/>
          </p:nvPr>
        </p:nvGraphicFramePr>
        <p:xfrm>
          <a:off x="2771800" y="1508759"/>
          <a:ext cx="368300" cy="292894"/>
        </p:xfrm>
        <a:graphic>
          <a:graphicData uri="http://schemas.openxmlformats.org/presentationml/2006/ole">
            <mc:AlternateContent xmlns:mc="http://schemas.openxmlformats.org/markup-compatibility/2006">
              <mc:Choice xmlns:v="urn:schemas-microsoft-com:vml" Requires="v">
                <p:oleObj spid="_x0000_s224278" name="公式" r:id="rId3" imgW="152268" imgH="164957" progId="Equation.3">
                  <p:embed/>
                </p:oleObj>
              </mc:Choice>
              <mc:Fallback>
                <p:oleObj name="公式" r:id="rId3" imgW="152268" imgH="164957" progId="Equation.3">
                  <p:embed/>
                  <p:pic>
                    <p:nvPicPr>
                      <p:cNvPr id="1034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800" y="1508759"/>
                        <a:ext cx="368300" cy="2928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433" name="Rectangle 7"/>
          <p:cNvSpPr>
            <a:spLocks noChangeArrowheads="1"/>
          </p:cNvSpPr>
          <p:nvPr/>
        </p:nvSpPr>
        <p:spPr bwMode="auto">
          <a:xfrm>
            <a:off x="-108520" y="189544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03427" name="Object 6"/>
          <p:cNvGraphicFramePr>
            <a:graphicFrameLocks noChangeAspect="1"/>
          </p:cNvGraphicFramePr>
          <p:nvPr>
            <p:extLst/>
          </p:nvPr>
        </p:nvGraphicFramePr>
        <p:xfrm>
          <a:off x="7308304" y="1419622"/>
          <a:ext cx="381000" cy="285750"/>
        </p:xfrm>
        <a:graphic>
          <a:graphicData uri="http://schemas.openxmlformats.org/presentationml/2006/ole">
            <mc:AlternateContent xmlns:mc="http://schemas.openxmlformats.org/markup-compatibility/2006">
              <mc:Choice xmlns:v="urn:schemas-microsoft-com:vml" Requires="v">
                <p:oleObj spid="_x0000_s224279" name="公式" r:id="rId5" imgW="164885" imgH="164885" progId="Equation.3">
                  <p:embed/>
                </p:oleObj>
              </mc:Choice>
              <mc:Fallback>
                <p:oleObj name="公式" r:id="rId5" imgW="164885" imgH="164885" progId="Equation.3">
                  <p:embed/>
                  <p:pic>
                    <p:nvPicPr>
                      <p:cNvPr id="10342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08304" y="1419622"/>
                        <a:ext cx="381000" cy="28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434" name="Rectangle 9"/>
          <p:cNvSpPr>
            <a:spLocks noChangeArrowheads="1"/>
          </p:cNvSpPr>
          <p:nvPr/>
        </p:nvSpPr>
        <p:spPr bwMode="auto">
          <a:xfrm>
            <a:off x="-108520" y="189544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03428" name="Object 8"/>
          <p:cNvGraphicFramePr>
            <a:graphicFrameLocks noChangeAspect="1"/>
          </p:cNvGraphicFramePr>
          <p:nvPr>
            <p:extLst/>
          </p:nvPr>
        </p:nvGraphicFramePr>
        <p:xfrm>
          <a:off x="733563" y="1840790"/>
          <a:ext cx="381000" cy="285750"/>
        </p:xfrm>
        <a:graphic>
          <a:graphicData uri="http://schemas.openxmlformats.org/presentationml/2006/ole">
            <mc:AlternateContent xmlns:mc="http://schemas.openxmlformats.org/markup-compatibility/2006">
              <mc:Choice xmlns:v="urn:schemas-microsoft-com:vml" Requires="v">
                <p:oleObj spid="_x0000_s224280" name="公式" r:id="rId7" imgW="164885" imgH="164885" progId="Equation.3">
                  <p:embed/>
                </p:oleObj>
              </mc:Choice>
              <mc:Fallback>
                <p:oleObj name="公式" r:id="rId7" imgW="164885" imgH="164885" progId="Equation.3">
                  <p:embed/>
                  <p:pic>
                    <p:nvPicPr>
                      <p:cNvPr id="103428"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3563" y="1840790"/>
                        <a:ext cx="381000" cy="28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435" name="Rectangle 11"/>
          <p:cNvSpPr>
            <a:spLocks noChangeArrowheads="1"/>
          </p:cNvSpPr>
          <p:nvPr/>
        </p:nvSpPr>
        <p:spPr bwMode="auto">
          <a:xfrm>
            <a:off x="-108520" y="189901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03429" name="Object 10"/>
          <p:cNvGraphicFramePr>
            <a:graphicFrameLocks noChangeAspect="1"/>
          </p:cNvGraphicFramePr>
          <p:nvPr>
            <p:extLst/>
          </p:nvPr>
        </p:nvGraphicFramePr>
        <p:xfrm>
          <a:off x="7452320" y="2354977"/>
          <a:ext cx="439738" cy="350044"/>
        </p:xfrm>
        <a:graphic>
          <a:graphicData uri="http://schemas.openxmlformats.org/presentationml/2006/ole">
            <mc:AlternateContent xmlns:mc="http://schemas.openxmlformats.org/markup-compatibility/2006">
              <mc:Choice xmlns:v="urn:schemas-microsoft-com:vml" Requires="v">
                <p:oleObj spid="_x0000_s224281" name="公式" r:id="rId9" imgW="152268" imgH="164957" progId="Equation.3">
                  <p:embed/>
                </p:oleObj>
              </mc:Choice>
              <mc:Fallback>
                <p:oleObj name="公式" r:id="rId9" imgW="152268" imgH="164957" progId="Equation.3">
                  <p:embed/>
                  <p:pic>
                    <p:nvPicPr>
                      <p:cNvPr id="103429"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2354977"/>
                        <a:ext cx="439738" cy="3500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3"/>
          <p:cNvGraphicFramePr>
            <a:graphicFrameLocks noChangeAspect="1"/>
          </p:cNvGraphicFramePr>
          <p:nvPr>
            <p:extLst/>
          </p:nvPr>
        </p:nvGraphicFramePr>
        <p:xfrm>
          <a:off x="5436096" y="3241273"/>
          <a:ext cx="3820518" cy="1759556"/>
        </p:xfrm>
        <a:graphic>
          <a:graphicData uri="http://schemas.openxmlformats.org/presentationml/2006/ole">
            <mc:AlternateContent xmlns:mc="http://schemas.openxmlformats.org/markup-compatibility/2006">
              <mc:Choice xmlns:v="urn:schemas-microsoft-com:vml" Requires="v">
                <p:oleObj spid="_x0000_s224282" r:id="rId10" imgW="17200000" imgH="10561905" progId="">
                  <p:embed/>
                </p:oleObj>
              </mc:Choice>
              <mc:Fallback>
                <p:oleObj r:id="rId10" imgW="17200000" imgH="10561905" progId="">
                  <p:embed/>
                  <p:pic>
                    <p:nvPicPr>
                      <p:cNvPr id="13" name="Object 3"/>
                      <p:cNvPicPr>
                        <a:picLocks noGrp="1"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36096" y="3241273"/>
                        <a:ext cx="3820518" cy="1759556"/>
                      </a:xfrm>
                      <a:prstGeom prst="rect">
                        <a:avLst/>
                      </a:prstGeom>
                      <a:noFill/>
                      <a:extLst/>
                    </p:spPr>
                  </p:pic>
                </p:oleObj>
              </mc:Fallback>
            </mc:AlternateContent>
          </a:graphicData>
        </a:graphic>
      </p:graphicFrame>
    </p:spTree>
    <p:extLst>
      <p:ext uri="{BB962C8B-B14F-4D97-AF65-F5344CB8AC3E}">
        <p14:creationId xmlns:p14="http://schemas.microsoft.com/office/powerpoint/2010/main" val="3422301113"/>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27"/>
          <p:cNvSpPr>
            <a:spLocks noChangeArrowheads="1"/>
          </p:cNvSpPr>
          <p:nvPr/>
        </p:nvSpPr>
        <p:spPr bwMode="auto">
          <a:xfrm>
            <a:off x="395288" y="57150"/>
            <a:ext cx="4535487" cy="6477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3200" b="1">
                <a:solidFill>
                  <a:srgbClr val="FF3300"/>
                </a:solidFill>
              </a:rPr>
              <a:t>2.4.4  </a:t>
            </a:r>
            <a:r>
              <a:rPr lang="zh-CN" altLang="en-US" sz="3200" b="1">
                <a:solidFill>
                  <a:srgbClr val="FF3300"/>
                </a:solidFill>
              </a:rPr>
              <a:t>恒定磁场的能量</a:t>
            </a:r>
          </a:p>
        </p:txBody>
      </p:sp>
      <p:sp>
        <p:nvSpPr>
          <p:cNvPr id="5" name="Text Box 128"/>
          <p:cNvSpPr txBox="1">
            <a:spLocks noChangeArrowheads="1"/>
          </p:cNvSpPr>
          <p:nvPr/>
        </p:nvSpPr>
        <p:spPr bwMode="auto">
          <a:xfrm>
            <a:off x="395288" y="849312"/>
            <a:ext cx="792003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　　实验指出：磁场能量储存于磁场存在的空间，即</a:t>
            </a:r>
            <a:r>
              <a:rPr lang="zh-CN" altLang="en-US" sz="2800" b="1" dirty="0">
                <a:solidFill>
                  <a:srgbClr val="FF3300"/>
                </a:solidFill>
              </a:rPr>
              <a:t>在磁场不为０的地方就存在磁场能量</a:t>
            </a:r>
            <a:r>
              <a:rPr lang="zh-CN" altLang="en-US" sz="2800" b="1" dirty="0"/>
              <a:t>．</a:t>
            </a:r>
          </a:p>
        </p:txBody>
      </p:sp>
      <p:sp>
        <p:nvSpPr>
          <p:cNvPr id="6" name="Text Box 129"/>
          <p:cNvSpPr txBox="1">
            <a:spLocks noChangeArrowheads="1"/>
          </p:cNvSpPr>
          <p:nvPr/>
        </p:nvSpPr>
        <p:spPr bwMode="auto">
          <a:xfrm>
            <a:off x="539750" y="1857375"/>
            <a:ext cx="79200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　　与静电能量体密度的公式相似，</a:t>
            </a:r>
          </a:p>
        </p:txBody>
      </p:sp>
      <p:grpSp>
        <p:nvGrpSpPr>
          <p:cNvPr id="7" name="Group 130"/>
          <p:cNvGrpSpPr>
            <a:grpSpLocks/>
          </p:cNvGrpSpPr>
          <p:nvPr/>
        </p:nvGrpSpPr>
        <p:grpSpPr bwMode="auto">
          <a:xfrm>
            <a:off x="395288" y="2226296"/>
            <a:ext cx="7291387" cy="1354138"/>
            <a:chOff x="411" y="2040"/>
            <a:chExt cx="4593" cy="853"/>
          </a:xfrm>
        </p:grpSpPr>
        <p:grpSp>
          <p:nvGrpSpPr>
            <p:cNvPr id="8" name="Group 131"/>
            <p:cNvGrpSpPr>
              <a:grpSpLocks/>
            </p:cNvGrpSpPr>
            <p:nvPr/>
          </p:nvGrpSpPr>
          <p:grpSpPr bwMode="auto">
            <a:xfrm>
              <a:off x="411" y="2040"/>
              <a:ext cx="3888" cy="384"/>
              <a:chOff x="576" y="624"/>
              <a:chExt cx="3888" cy="384"/>
            </a:xfrm>
          </p:grpSpPr>
          <p:sp>
            <p:nvSpPr>
              <p:cNvPr id="12" name="Text Box 132"/>
              <p:cNvSpPr txBox="1">
                <a:spLocks noChangeArrowheads="1"/>
              </p:cNvSpPr>
              <p:nvPr/>
            </p:nvSpPr>
            <p:spPr bwMode="auto">
              <a:xfrm>
                <a:off x="576" y="672"/>
                <a:ext cx="38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solidFill>
                      <a:srgbClr val="FF0000"/>
                    </a:solidFill>
                    <a:latin typeface="Times New Roman" pitchFamily="18" charset="0"/>
                  </a:rPr>
                  <a:t>磁场的能量密度</a:t>
                </a:r>
              </a:p>
            </p:txBody>
          </p:sp>
          <p:graphicFrame>
            <p:nvGraphicFramePr>
              <p:cNvPr id="13" name="Object 133"/>
              <p:cNvGraphicFramePr>
                <a:graphicFrameLocks noChangeAspect="1"/>
              </p:cNvGraphicFramePr>
              <p:nvPr/>
            </p:nvGraphicFramePr>
            <p:xfrm>
              <a:off x="2208" y="624"/>
              <a:ext cx="528" cy="384"/>
            </p:xfrm>
            <a:graphic>
              <a:graphicData uri="http://schemas.openxmlformats.org/presentationml/2006/ole">
                <mc:AlternateContent xmlns:mc="http://schemas.openxmlformats.org/markup-compatibility/2006">
                  <mc:Choice xmlns:v="urn:schemas-microsoft-com:vml" Requires="v">
                    <p:oleObj spid="_x0000_s227345" name="Equation" r:id="rId3" imgW="215619" imgH="215619" progId="Equation.3">
                      <p:embed/>
                    </p:oleObj>
                  </mc:Choice>
                  <mc:Fallback>
                    <p:oleObj name="Equation" r:id="rId3" imgW="215619" imgH="215619" progId="Equation.3">
                      <p:embed/>
                      <p:pic>
                        <p:nvPicPr>
                          <p:cNvPr id="13" name="Object 1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 y="624"/>
                            <a:ext cx="528" cy="3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9" name="Object 134"/>
            <p:cNvGraphicFramePr>
              <a:graphicFrameLocks noChangeAspect="1"/>
            </p:cNvGraphicFramePr>
            <p:nvPr>
              <p:extLst/>
            </p:nvPr>
          </p:nvGraphicFramePr>
          <p:xfrm>
            <a:off x="975" y="2394"/>
            <a:ext cx="1776" cy="499"/>
          </p:xfrm>
          <a:graphic>
            <a:graphicData uri="http://schemas.openxmlformats.org/presentationml/2006/ole">
              <mc:AlternateContent xmlns:mc="http://schemas.openxmlformats.org/markup-compatibility/2006">
                <mc:Choice xmlns:v="urn:schemas-microsoft-com:vml" Requires="v">
                  <p:oleObj spid="_x0000_s227346" name="Equation" r:id="rId5" imgW="787058" imgH="393529" progId="Equation.3">
                    <p:embed/>
                  </p:oleObj>
                </mc:Choice>
                <mc:Fallback>
                  <p:oleObj name="Equation" r:id="rId5" imgW="787058" imgH="393529" progId="Equation.3">
                    <p:embed/>
                    <p:pic>
                      <p:nvPicPr>
                        <p:cNvPr id="9" name="Object 1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5" y="2394"/>
                          <a:ext cx="1776" cy="499"/>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 Box 135"/>
            <p:cNvSpPr txBox="1">
              <a:spLocks noChangeArrowheads="1"/>
            </p:cNvSpPr>
            <p:nvPr/>
          </p:nvSpPr>
          <p:spPr bwMode="auto">
            <a:xfrm>
              <a:off x="3606" y="2568"/>
              <a:ext cx="1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latin typeface="Times New Roman" pitchFamily="18" charset="0"/>
                </a:rPr>
                <a:t>单位：</a:t>
              </a:r>
            </a:p>
          </p:txBody>
        </p:sp>
        <p:graphicFrame>
          <p:nvGraphicFramePr>
            <p:cNvPr id="11" name="Object 136"/>
            <p:cNvGraphicFramePr>
              <a:graphicFrameLocks noChangeAspect="1"/>
            </p:cNvGraphicFramePr>
            <p:nvPr/>
          </p:nvGraphicFramePr>
          <p:xfrm>
            <a:off x="4332" y="2478"/>
            <a:ext cx="672" cy="391"/>
          </p:xfrm>
          <a:graphic>
            <a:graphicData uri="http://schemas.openxmlformats.org/presentationml/2006/ole">
              <mc:AlternateContent xmlns:mc="http://schemas.openxmlformats.org/markup-compatibility/2006">
                <mc:Choice xmlns:v="urn:schemas-microsoft-com:vml" Requires="v">
                  <p:oleObj spid="_x0000_s227347" name="Equation" r:id="rId7" imgW="330057" imgH="304668" progId="Equation.3">
                    <p:embed/>
                  </p:oleObj>
                </mc:Choice>
                <mc:Fallback>
                  <p:oleObj name="Equation" r:id="rId7" imgW="330057" imgH="304668" progId="Equation.3">
                    <p:embed/>
                    <p:pic>
                      <p:nvPicPr>
                        <p:cNvPr id="11" name="Object 1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32" y="2478"/>
                          <a:ext cx="672" cy="3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4" name="Text Box 137"/>
          <p:cNvSpPr txBox="1">
            <a:spLocks noChangeArrowheads="1"/>
          </p:cNvSpPr>
          <p:nvPr/>
        </p:nvSpPr>
        <p:spPr bwMode="auto">
          <a:xfrm>
            <a:off x="152400" y="3795886"/>
            <a:ext cx="92059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b="1" dirty="0"/>
              <a:t>　　在各向同性的磁介质中　　　　　　上式可写为：</a:t>
            </a:r>
          </a:p>
        </p:txBody>
      </p:sp>
      <p:graphicFrame>
        <p:nvGraphicFramePr>
          <p:cNvPr id="15" name="Object 138"/>
          <p:cNvGraphicFramePr>
            <a:graphicFrameLocks noChangeAspect="1"/>
          </p:cNvGraphicFramePr>
          <p:nvPr>
            <p:extLst/>
          </p:nvPr>
        </p:nvGraphicFramePr>
        <p:xfrm>
          <a:off x="2195513" y="4324350"/>
          <a:ext cx="3092450" cy="792162"/>
        </p:xfrm>
        <a:graphic>
          <a:graphicData uri="http://schemas.openxmlformats.org/presentationml/2006/ole">
            <mc:AlternateContent xmlns:mc="http://schemas.openxmlformats.org/markup-compatibility/2006">
              <mc:Choice xmlns:v="urn:schemas-microsoft-com:vml" Requires="v">
                <p:oleObj spid="_x0000_s227348" name="Equation" r:id="rId9" imgW="863225" imgH="393529" progId="">
                  <p:embed/>
                </p:oleObj>
              </mc:Choice>
              <mc:Fallback>
                <p:oleObj name="Equation" r:id="rId9" imgW="863225" imgH="393529" progId="">
                  <p:embed/>
                  <p:pic>
                    <p:nvPicPr>
                      <p:cNvPr id="15" name="Object 1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95513" y="4324350"/>
                        <a:ext cx="3092450" cy="792162"/>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139"/>
          <p:cNvGraphicFramePr>
            <a:graphicFrameLocks noChangeAspect="1"/>
          </p:cNvGraphicFramePr>
          <p:nvPr>
            <p:extLst/>
          </p:nvPr>
        </p:nvGraphicFramePr>
        <p:xfrm>
          <a:off x="4724400" y="3723878"/>
          <a:ext cx="1727200" cy="692150"/>
        </p:xfrm>
        <a:graphic>
          <a:graphicData uri="http://schemas.openxmlformats.org/presentationml/2006/ole">
            <mc:AlternateContent xmlns:mc="http://schemas.openxmlformats.org/markup-compatibility/2006">
              <mc:Choice xmlns:v="urn:schemas-microsoft-com:vml" Requires="v">
                <p:oleObj spid="_x0000_s227349" name="Equation" r:id="rId11" imgW="571252" imgH="241195" progId="">
                  <p:embed/>
                </p:oleObj>
              </mc:Choice>
              <mc:Fallback>
                <p:oleObj name="Equation" r:id="rId11" imgW="571252" imgH="241195" progId="">
                  <p:embed/>
                  <p:pic>
                    <p:nvPicPr>
                      <p:cNvPr id="16" name="Object 13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24400" y="3723878"/>
                        <a:ext cx="1727200" cy="692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1192017"/>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339502"/>
            <a:ext cx="7772400" cy="3086100"/>
          </a:xfrm>
        </p:spPr>
        <p:txBody>
          <a:bodyPr/>
          <a:lstStyle/>
          <a:p>
            <a:pPr marL="0" indent="0">
              <a:buNone/>
            </a:pPr>
            <a:r>
              <a:rPr lang="zh-CN" altLang="en-US" dirty="0" smtClean="0"/>
              <a:t>例</a:t>
            </a:r>
            <a:r>
              <a:rPr lang="en-US" altLang="zh-CN" dirty="0" smtClean="0"/>
              <a:t>2.17</a:t>
            </a:r>
            <a:r>
              <a:rPr lang="zh-CN" altLang="en-US" dirty="0"/>
              <a:t> </a:t>
            </a:r>
            <a:r>
              <a:rPr lang="zh-CN" altLang="en-US" dirty="0" smtClean="0"/>
              <a:t>一条很长的同轴线，内导体的半径为</a:t>
            </a:r>
            <a:r>
              <a:rPr lang="en-US" altLang="zh-CN" dirty="0" smtClean="0"/>
              <a:t>a</a:t>
            </a:r>
            <a:r>
              <a:rPr lang="zh-CN" altLang="en-US" dirty="0" smtClean="0"/>
              <a:t>，外导体的内半径为</a:t>
            </a:r>
            <a:r>
              <a:rPr lang="en-US" altLang="zh-CN" dirty="0" smtClean="0"/>
              <a:t>b</a:t>
            </a:r>
            <a:r>
              <a:rPr lang="zh-CN" altLang="en-US" dirty="0" smtClean="0"/>
              <a:t>，外半径为</a:t>
            </a:r>
            <a:r>
              <a:rPr lang="en-US" altLang="zh-CN" dirty="0" smtClean="0"/>
              <a:t>c</a:t>
            </a:r>
            <a:r>
              <a:rPr lang="zh-CN" altLang="en-US" dirty="0" smtClean="0"/>
              <a:t>，导体的磁导率为    ，内外导体在两端闭合形成回路，并通有电流 </a:t>
            </a:r>
            <a:r>
              <a:rPr lang="en-US" altLang="zh-CN" i="1" dirty="0" smtClean="0"/>
              <a:t>I</a:t>
            </a:r>
            <a:r>
              <a:rPr lang="zh-CN" altLang="en-US" dirty="0" smtClean="0"/>
              <a:t>。</a:t>
            </a:r>
            <a:endParaRPr lang="en-US" altLang="zh-CN" dirty="0" smtClean="0"/>
          </a:p>
          <a:p>
            <a:pPr marL="0" indent="0">
              <a:buNone/>
            </a:pPr>
            <a:r>
              <a:rPr lang="zh-CN" altLang="en-US" dirty="0" smtClean="0"/>
              <a:t>求单位长度导体储存的磁能。</a:t>
            </a:r>
            <a:endParaRPr lang="zh-CN" altLang="en-US" dirty="0"/>
          </a:p>
        </p:txBody>
      </p:sp>
      <p:graphicFrame>
        <p:nvGraphicFramePr>
          <p:cNvPr id="5" name="对象 4"/>
          <p:cNvGraphicFramePr>
            <a:graphicFrameLocks noChangeAspect="1"/>
          </p:cNvGraphicFramePr>
          <p:nvPr>
            <p:extLst/>
          </p:nvPr>
        </p:nvGraphicFramePr>
        <p:xfrm>
          <a:off x="2843808" y="1419622"/>
          <a:ext cx="311274" cy="373529"/>
        </p:xfrm>
        <a:graphic>
          <a:graphicData uri="http://schemas.openxmlformats.org/presentationml/2006/ole">
            <mc:AlternateContent xmlns:mc="http://schemas.openxmlformats.org/markup-compatibility/2006">
              <mc:Choice xmlns:v="urn:schemas-microsoft-com:vml" Requires="v">
                <p:oleObj spid="_x0000_s228357" name="公式" r:id="rId3" imgW="190440" imgH="228600" progId="Equation.3">
                  <p:embed/>
                </p:oleObj>
              </mc:Choice>
              <mc:Fallback>
                <p:oleObj name="公式" r:id="rId3" imgW="190440" imgH="228600" progId="Equation.3">
                  <p:embed/>
                  <p:pic>
                    <p:nvPicPr>
                      <p:cNvPr id="5" name="对象 4"/>
                      <p:cNvPicPr/>
                      <p:nvPr/>
                    </p:nvPicPr>
                    <p:blipFill>
                      <a:blip r:embed="rId4"/>
                      <a:stretch>
                        <a:fillRect/>
                      </a:stretch>
                    </p:blipFill>
                    <p:spPr>
                      <a:xfrm>
                        <a:off x="2843808" y="1419622"/>
                        <a:ext cx="311274" cy="373529"/>
                      </a:xfrm>
                      <a:prstGeom prst="rect">
                        <a:avLst/>
                      </a:prstGeom>
                    </p:spPr>
                  </p:pic>
                </p:oleObj>
              </mc:Fallback>
            </mc:AlternateContent>
          </a:graphicData>
        </a:graphic>
      </p:graphicFrame>
      <p:pic>
        <p:nvPicPr>
          <p:cNvPr id="8" name="图片 7"/>
          <p:cNvPicPr>
            <a:picLocks noChangeAspect="1"/>
          </p:cNvPicPr>
          <p:nvPr/>
        </p:nvPicPr>
        <p:blipFill>
          <a:blip r:embed="rId5"/>
          <a:stretch>
            <a:fillRect/>
          </a:stretch>
        </p:blipFill>
        <p:spPr>
          <a:xfrm>
            <a:off x="2699792" y="2859782"/>
            <a:ext cx="4594374" cy="1872208"/>
          </a:xfrm>
          <a:prstGeom prst="rect">
            <a:avLst/>
          </a:prstGeom>
        </p:spPr>
      </p:pic>
    </p:spTree>
    <p:extLst>
      <p:ext uri="{BB962C8B-B14F-4D97-AF65-F5344CB8AC3E}">
        <p14:creationId xmlns:p14="http://schemas.microsoft.com/office/powerpoint/2010/main" val="3758781554"/>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defRPr/>
            </a:pPr>
            <a:r>
              <a:rPr lang="en-US" altLang="zh-CN" smtClean="0"/>
              <a:t> </a:t>
            </a:r>
          </a:p>
        </p:txBody>
      </p:sp>
      <p:sp>
        <p:nvSpPr>
          <p:cNvPr id="3075" name="Rectangle 3" descr="Rectangle: Click to edit Master text styles&#10;Second level&#10;Third level&#10;Fourth level&#10;Fifth level"/>
          <p:cNvSpPr>
            <a:spLocks noGrp="1" noChangeArrowheads="1"/>
          </p:cNvSpPr>
          <p:nvPr>
            <p:ph type="body" idx="1"/>
          </p:nvPr>
        </p:nvSpPr>
        <p:spPr>
          <a:xfrm>
            <a:off x="762000" y="1428750"/>
            <a:ext cx="7772400" cy="3086100"/>
          </a:xfrm>
        </p:spPr>
        <p:txBody>
          <a:bodyPr/>
          <a:lstStyle/>
          <a:p>
            <a:pPr marL="0" indent="0" algn="ctr" eaLnBrk="1" hangingPunct="1">
              <a:buNone/>
            </a:pPr>
            <a:r>
              <a:rPr lang="zh-CN" altLang="en-US" sz="5400" dirty="0" smtClean="0">
                <a:solidFill>
                  <a:srgbClr val="FF0000"/>
                </a:solidFill>
                <a:latin typeface="隶书" pitchFamily="49" charset="-122"/>
                <a:ea typeface="隶书" pitchFamily="49" charset="-122"/>
              </a:rPr>
              <a:t>第</a:t>
            </a:r>
            <a:r>
              <a:rPr lang="en-US" altLang="zh-CN" sz="5400" dirty="0" smtClean="0">
                <a:solidFill>
                  <a:srgbClr val="FF0000"/>
                </a:solidFill>
                <a:latin typeface="隶书" pitchFamily="49" charset="-122"/>
                <a:ea typeface="隶书" pitchFamily="49" charset="-122"/>
              </a:rPr>
              <a:t>3</a:t>
            </a:r>
            <a:r>
              <a:rPr lang="zh-CN" altLang="en-US" sz="5400" dirty="0" smtClean="0">
                <a:solidFill>
                  <a:srgbClr val="FF0000"/>
                </a:solidFill>
                <a:latin typeface="隶书" pitchFamily="49" charset="-122"/>
                <a:ea typeface="隶书" pitchFamily="49" charset="-122"/>
              </a:rPr>
              <a:t>章   </a:t>
            </a:r>
          </a:p>
          <a:p>
            <a:pPr marL="0" indent="0" algn="ctr" eaLnBrk="1" hangingPunct="1">
              <a:buNone/>
            </a:pPr>
            <a:r>
              <a:rPr lang="zh-CN" altLang="en-US" sz="5400" dirty="0" smtClean="0">
                <a:solidFill>
                  <a:srgbClr val="808000"/>
                </a:solidFill>
                <a:latin typeface="隶书" pitchFamily="49" charset="-122"/>
                <a:ea typeface="隶书" pitchFamily="49" charset="-122"/>
              </a:rPr>
              <a:t>时变电磁场</a:t>
            </a:r>
          </a:p>
        </p:txBody>
      </p:sp>
    </p:spTree>
    <p:extLst>
      <p:ext uri="{BB962C8B-B14F-4D97-AF65-F5344CB8AC3E}">
        <p14:creationId xmlns:p14="http://schemas.microsoft.com/office/powerpoint/2010/main" val="84454628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defRPr/>
            </a:pPr>
            <a:r>
              <a:rPr lang="en-US" altLang="zh-CN" smtClean="0"/>
              <a:t> </a:t>
            </a:r>
          </a:p>
        </p:txBody>
      </p:sp>
      <p:sp>
        <p:nvSpPr>
          <p:cNvPr id="4099" name="Rectangle 3" descr="Rectangle: Click to edit Master text styles&#10;Second level&#10;Third level&#10;Fourth level&#10;Fifth level"/>
          <p:cNvSpPr>
            <a:spLocks noGrp="1" noChangeArrowheads="1"/>
          </p:cNvSpPr>
          <p:nvPr>
            <p:ph type="body" idx="1"/>
          </p:nvPr>
        </p:nvSpPr>
        <p:spPr/>
        <p:txBody>
          <a:bodyPr/>
          <a:lstStyle/>
          <a:p>
            <a:pPr marL="0" indent="0" eaLnBrk="1" hangingPunct="1">
              <a:buNone/>
            </a:pPr>
            <a:r>
              <a:rPr lang="en-US" altLang="zh-CN" dirty="0" smtClean="0"/>
              <a:t> </a:t>
            </a:r>
          </a:p>
          <a:p>
            <a:pPr eaLnBrk="1" hangingPunct="1"/>
            <a:endParaRPr lang="en-US" altLang="zh-CN" dirty="0" smtClean="0"/>
          </a:p>
        </p:txBody>
      </p:sp>
      <p:grpSp>
        <p:nvGrpSpPr>
          <p:cNvPr id="4100" name="Group 4"/>
          <p:cNvGrpSpPr>
            <a:grpSpLocks noChangeAspect="1"/>
          </p:cNvGrpSpPr>
          <p:nvPr/>
        </p:nvGrpSpPr>
        <p:grpSpPr bwMode="auto">
          <a:xfrm>
            <a:off x="1600201" y="742951"/>
            <a:ext cx="5668963" cy="618172"/>
            <a:chOff x="1296" y="1824"/>
            <a:chExt cx="2976" cy="433"/>
          </a:xfrm>
        </p:grpSpPr>
        <p:sp>
          <p:nvSpPr>
            <p:cNvPr id="4121" name="AutoShape 5"/>
            <p:cNvSpPr>
              <a:spLocks noChangeAspect="1" noChangeArrowheads="1"/>
            </p:cNvSpPr>
            <p:nvPr/>
          </p:nvSpPr>
          <p:spPr bwMode="gray">
            <a:xfrm>
              <a:off x="1536" y="1899"/>
              <a:ext cx="2736" cy="288"/>
            </a:xfrm>
            <a:prstGeom prst="roundRect">
              <a:avLst>
                <a:gd name="adj" fmla="val 16667"/>
              </a:avLst>
            </a:prstGeom>
            <a:solidFill>
              <a:srgbClr val="CC6600"/>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endParaRPr lang="zh-CN" altLang="en-US"/>
            </a:p>
          </p:txBody>
        </p:sp>
        <p:sp>
          <p:nvSpPr>
            <p:cNvPr id="4122" name="AutoShape 6"/>
            <p:cNvSpPr>
              <a:spLocks noChangeAspect="1" noChangeArrowheads="1"/>
            </p:cNvSpPr>
            <p:nvPr/>
          </p:nvSpPr>
          <p:spPr bwMode="gray">
            <a:xfrm>
              <a:off x="1296" y="1824"/>
              <a:ext cx="432" cy="432"/>
            </a:xfrm>
            <a:prstGeom prst="diamond">
              <a:avLst/>
            </a:prstGeom>
            <a:solidFill>
              <a:srgbClr val="CC6600"/>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endParaRPr lang="zh-CN" altLang="en-US"/>
            </a:p>
          </p:txBody>
        </p:sp>
        <p:sp>
          <p:nvSpPr>
            <p:cNvPr id="4123" name="Text Box 7">
              <a:hlinkClick r:id="rId2" action="ppaction://hlinksldjump"/>
            </p:cNvPr>
            <p:cNvSpPr txBox="1">
              <a:spLocks noChangeAspect="1" noChangeArrowheads="1"/>
            </p:cNvSpPr>
            <p:nvPr/>
          </p:nvSpPr>
          <p:spPr bwMode="gray">
            <a:xfrm>
              <a:off x="1680" y="1934"/>
              <a:ext cx="2160" cy="323"/>
            </a:xfrm>
            <a:prstGeom prst="rect">
              <a:avLst/>
            </a:prstGeom>
            <a:solidFill>
              <a:srgbClr val="CC66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3200" b="1">
                  <a:solidFill>
                    <a:srgbClr val="000000"/>
                  </a:solidFill>
                  <a:latin typeface="Times New Roman" pitchFamily="18" charset="0"/>
                  <a:ea typeface="宋体" pitchFamily="2" charset="-122"/>
                  <a:cs typeface="Tahoma" pitchFamily="34" charset="0"/>
                </a:defRPr>
              </a:lvl1pPr>
              <a:lvl2pPr marL="742950" indent="-285750">
                <a:defRPr kumimoji="1" sz="4000" b="1">
                  <a:solidFill>
                    <a:schemeClr val="bg2"/>
                  </a:solidFill>
                  <a:latin typeface="Times New Roman" pitchFamily="18" charset="0"/>
                  <a:ea typeface="隶书" pitchFamily="49" charset="-122"/>
                  <a:cs typeface="Tahoma" pitchFamily="34" charset="0"/>
                </a:defRPr>
              </a:lvl2pPr>
              <a:lvl3pPr marL="1143000" indent="-228600">
                <a:defRPr kumimoji="1" sz="3600" b="1">
                  <a:solidFill>
                    <a:srgbClr val="FF0066"/>
                  </a:solidFill>
                  <a:latin typeface="Times New Roman" pitchFamily="18" charset="0"/>
                  <a:ea typeface="华文行楷" pitchFamily="2" charset="-122"/>
                  <a:cs typeface="Tahoma" pitchFamily="34" charset="0"/>
                </a:defRPr>
              </a:lvl3pPr>
              <a:lvl4pPr marL="1600200" indent="-228600">
                <a:defRPr sz="3400" b="1">
                  <a:solidFill>
                    <a:srgbClr val="9900CC"/>
                  </a:solidFill>
                  <a:latin typeface="Times New Roman" pitchFamily="18" charset="0"/>
                  <a:ea typeface="黑体" pitchFamily="49" charset="-122"/>
                  <a:cs typeface="Tahoma" pitchFamily="34" charset="0"/>
                </a:defRPr>
              </a:lvl4pPr>
              <a:lvl5pPr marL="2057400" indent="-228600">
                <a:defRPr sz="3200" b="1">
                  <a:solidFill>
                    <a:srgbClr val="008080"/>
                  </a:solidFill>
                  <a:latin typeface="Times New Roman" pitchFamily="18" charset="0"/>
                  <a:ea typeface="宋体" pitchFamily="2" charset="-122"/>
                  <a:cs typeface="Tahoma" pitchFamily="34" charset="0"/>
                </a:defRPr>
              </a:lvl5pPr>
              <a:lvl6pPr marL="2514600" indent="-228600" eaLnBrk="0" hangingPunct="0">
                <a:defRPr sz="3200" b="1">
                  <a:solidFill>
                    <a:srgbClr val="008080"/>
                  </a:solidFill>
                  <a:latin typeface="Times New Roman" pitchFamily="18" charset="0"/>
                  <a:ea typeface="宋体" pitchFamily="2" charset="-122"/>
                  <a:cs typeface="Tahoma" pitchFamily="34" charset="0"/>
                </a:defRPr>
              </a:lvl6pPr>
              <a:lvl7pPr marL="2971800" indent="-228600" eaLnBrk="0" hangingPunct="0">
                <a:defRPr sz="3200" b="1">
                  <a:solidFill>
                    <a:srgbClr val="008080"/>
                  </a:solidFill>
                  <a:latin typeface="Times New Roman" pitchFamily="18" charset="0"/>
                  <a:ea typeface="宋体" pitchFamily="2" charset="-122"/>
                  <a:cs typeface="Tahoma" pitchFamily="34" charset="0"/>
                </a:defRPr>
              </a:lvl7pPr>
              <a:lvl8pPr marL="3429000" indent="-228600" eaLnBrk="0" hangingPunct="0">
                <a:defRPr sz="3200" b="1">
                  <a:solidFill>
                    <a:srgbClr val="008080"/>
                  </a:solidFill>
                  <a:latin typeface="Times New Roman" pitchFamily="18" charset="0"/>
                  <a:ea typeface="宋体" pitchFamily="2" charset="-122"/>
                  <a:cs typeface="Tahoma" pitchFamily="34" charset="0"/>
                </a:defRPr>
              </a:lvl8pPr>
              <a:lvl9pPr marL="3886200" indent="-228600" eaLnBrk="0" hangingPunct="0">
                <a:defRPr sz="3200" b="1">
                  <a:solidFill>
                    <a:srgbClr val="008080"/>
                  </a:solidFill>
                  <a:latin typeface="Times New Roman" pitchFamily="18" charset="0"/>
                  <a:ea typeface="宋体" pitchFamily="2" charset="-122"/>
                  <a:cs typeface="Tahoma" pitchFamily="34" charset="0"/>
                </a:defRPr>
              </a:lvl9pPr>
            </a:lstStyle>
            <a:p>
              <a:pPr algn="ctr"/>
              <a:r>
                <a:rPr lang="zh-CN" altLang="en-US" sz="2400">
                  <a:solidFill>
                    <a:schemeClr val="bg1"/>
                  </a:solidFill>
                  <a:latin typeface="Arial" charset="0"/>
                  <a:ea typeface="华文新魏" pitchFamily="2" charset="-122"/>
                </a:rPr>
                <a:t>麦克斯韦方程组</a:t>
              </a:r>
            </a:p>
          </p:txBody>
        </p:sp>
        <p:sp>
          <p:nvSpPr>
            <p:cNvPr id="4124" name="Text Box 8"/>
            <p:cNvSpPr txBox="1">
              <a:spLocks noChangeAspect="1" noChangeArrowheads="1"/>
            </p:cNvSpPr>
            <p:nvPr/>
          </p:nvSpPr>
          <p:spPr bwMode="gray">
            <a:xfrm>
              <a:off x="1363" y="1911"/>
              <a:ext cx="284" cy="280"/>
            </a:xfrm>
            <a:prstGeom prst="rect">
              <a:avLst/>
            </a:prstGeom>
            <a:solidFill>
              <a:srgbClr val="CC66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3200" b="1">
                  <a:solidFill>
                    <a:srgbClr val="000000"/>
                  </a:solidFill>
                  <a:latin typeface="Times New Roman" pitchFamily="18" charset="0"/>
                  <a:ea typeface="宋体" pitchFamily="2" charset="-122"/>
                  <a:cs typeface="Tahoma" pitchFamily="34" charset="0"/>
                </a:defRPr>
              </a:lvl1pPr>
              <a:lvl2pPr marL="742950" indent="-285750">
                <a:defRPr kumimoji="1" sz="4000" b="1">
                  <a:solidFill>
                    <a:schemeClr val="bg2"/>
                  </a:solidFill>
                  <a:latin typeface="Times New Roman" pitchFamily="18" charset="0"/>
                  <a:ea typeface="隶书" pitchFamily="49" charset="-122"/>
                  <a:cs typeface="Tahoma" pitchFamily="34" charset="0"/>
                </a:defRPr>
              </a:lvl2pPr>
              <a:lvl3pPr marL="1143000" indent="-228600">
                <a:defRPr kumimoji="1" sz="3600" b="1">
                  <a:solidFill>
                    <a:srgbClr val="FF0066"/>
                  </a:solidFill>
                  <a:latin typeface="Times New Roman" pitchFamily="18" charset="0"/>
                  <a:ea typeface="华文行楷" pitchFamily="2" charset="-122"/>
                  <a:cs typeface="Tahoma" pitchFamily="34" charset="0"/>
                </a:defRPr>
              </a:lvl3pPr>
              <a:lvl4pPr marL="1600200" indent="-228600">
                <a:defRPr sz="3400" b="1">
                  <a:solidFill>
                    <a:srgbClr val="9900CC"/>
                  </a:solidFill>
                  <a:latin typeface="Times New Roman" pitchFamily="18" charset="0"/>
                  <a:ea typeface="黑体" pitchFamily="49" charset="-122"/>
                  <a:cs typeface="Tahoma" pitchFamily="34" charset="0"/>
                </a:defRPr>
              </a:lvl4pPr>
              <a:lvl5pPr marL="2057400" indent="-228600">
                <a:defRPr sz="3200" b="1">
                  <a:solidFill>
                    <a:srgbClr val="008080"/>
                  </a:solidFill>
                  <a:latin typeface="Times New Roman" pitchFamily="18" charset="0"/>
                  <a:ea typeface="宋体" pitchFamily="2" charset="-122"/>
                  <a:cs typeface="Tahoma" pitchFamily="34" charset="0"/>
                </a:defRPr>
              </a:lvl5pPr>
              <a:lvl6pPr marL="2514600" indent="-228600" eaLnBrk="0" hangingPunct="0">
                <a:defRPr sz="3200" b="1">
                  <a:solidFill>
                    <a:srgbClr val="008080"/>
                  </a:solidFill>
                  <a:latin typeface="Times New Roman" pitchFamily="18" charset="0"/>
                  <a:ea typeface="宋体" pitchFamily="2" charset="-122"/>
                  <a:cs typeface="Tahoma" pitchFamily="34" charset="0"/>
                </a:defRPr>
              </a:lvl6pPr>
              <a:lvl7pPr marL="2971800" indent="-228600" eaLnBrk="0" hangingPunct="0">
                <a:defRPr sz="3200" b="1">
                  <a:solidFill>
                    <a:srgbClr val="008080"/>
                  </a:solidFill>
                  <a:latin typeface="Times New Roman" pitchFamily="18" charset="0"/>
                  <a:ea typeface="宋体" pitchFamily="2" charset="-122"/>
                  <a:cs typeface="Tahoma" pitchFamily="34" charset="0"/>
                </a:defRPr>
              </a:lvl7pPr>
              <a:lvl8pPr marL="3429000" indent="-228600" eaLnBrk="0" hangingPunct="0">
                <a:defRPr sz="3200" b="1">
                  <a:solidFill>
                    <a:srgbClr val="008080"/>
                  </a:solidFill>
                  <a:latin typeface="Times New Roman" pitchFamily="18" charset="0"/>
                  <a:ea typeface="宋体" pitchFamily="2" charset="-122"/>
                  <a:cs typeface="Tahoma" pitchFamily="34" charset="0"/>
                </a:defRPr>
              </a:lvl8pPr>
              <a:lvl9pPr marL="3886200" indent="-228600" eaLnBrk="0" hangingPunct="0">
                <a:defRPr sz="3200" b="1">
                  <a:solidFill>
                    <a:srgbClr val="008080"/>
                  </a:solidFill>
                  <a:latin typeface="Times New Roman" pitchFamily="18" charset="0"/>
                  <a:ea typeface="宋体" pitchFamily="2" charset="-122"/>
                  <a:cs typeface="Tahoma" pitchFamily="34" charset="0"/>
                </a:defRPr>
              </a:lvl9pPr>
            </a:lstStyle>
            <a:p>
              <a:pPr algn="ctr"/>
              <a:r>
                <a:rPr lang="en-US" altLang="zh-CN" sz="2000">
                  <a:solidFill>
                    <a:schemeClr val="bg1"/>
                  </a:solidFill>
                  <a:latin typeface="Arial" charset="0"/>
                  <a:ea typeface="仿宋_GB2312" pitchFamily="49" charset="-122"/>
                </a:rPr>
                <a:t>3.1</a:t>
              </a:r>
            </a:p>
          </p:txBody>
        </p:sp>
      </p:grpSp>
      <p:grpSp>
        <p:nvGrpSpPr>
          <p:cNvPr id="4101" name="Group 9"/>
          <p:cNvGrpSpPr>
            <a:grpSpLocks noChangeAspect="1"/>
          </p:cNvGrpSpPr>
          <p:nvPr/>
        </p:nvGrpSpPr>
        <p:grpSpPr bwMode="auto">
          <a:xfrm>
            <a:off x="1600201" y="1543051"/>
            <a:ext cx="5668963" cy="618172"/>
            <a:chOff x="1296" y="1824"/>
            <a:chExt cx="2976" cy="433"/>
          </a:xfrm>
        </p:grpSpPr>
        <p:sp>
          <p:nvSpPr>
            <p:cNvPr id="4117" name="AutoShape 10">
              <a:hlinkClick r:id="rId3" action="ppaction://hlinksldjump"/>
            </p:cNvPr>
            <p:cNvSpPr>
              <a:spLocks noChangeAspect="1" noChangeArrowheads="1"/>
            </p:cNvSpPr>
            <p:nvPr/>
          </p:nvSpPr>
          <p:spPr bwMode="gray">
            <a:xfrm>
              <a:off x="1536" y="1899"/>
              <a:ext cx="2736" cy="288"/>
            </a:xfrm>
            <a:prstGeom prst="roundRect">
              <a:avLst>
                <a:gd name="adj" fmla="val 16667"/>
              </a:avLst>
            </a:prstGeom>
            <a:solidFill>
              <a:srgbClr val="0000CC"/>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endParaRPr lang="zh-CN" altLang="en-US"/>
            </a:p>
          </p:txBody>
        </p:sp>
        <p:sp>
          <p:nvSpPr>
            <p:cNvPr id="4118" name="AutoShape 11"/>
            <p:cNvSpPr>
              <a:spLocks noChangeAspect="1" noChangeArrowheads="1"/>
            </p:cNvSpPr>
            <p:nvPr/>
          </p:nvSpPr>
          <p:spPr bwMode="gray">
            <a:xfrm>
              <a:off x="1296" y="1824"/>
              <a:ext cx="432" cy="432"/>
            </a:xfrm>
            <a:prstGeom prst="diamond">
              <a:avLst/>
            </a:prstGeom>
            <a:solidFill>
              <a:srgbClr val="0000CC"/>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endParaRPr lang="zh-CN" altLang="en-US"/>
            </a:p>
          </p:txBody>
        </p:sp>
        <p:sp>
          <p:nvSpPr>
            <p:cNvPr id="4119" name="Text Box 12">
              <a:hlinkClick r:id="rId4" action="ppaction://hlinksldjump"/>
            </p:cNvPr>
            <p:cNvSpPr txBox="1">
              <a:spLocks noChangeAspect="1" noChangeArrowheads="1"/>
            </p:cNvSpPr>
            <p:nvPr/>
          </p:nvSpPr>
          <p:spPr bwMode="gray">
            <a:xfrm>
              <a:off x="1680" y="1934"/>
              <a:ext cx="2160" cy="323"/>
            </a:xfrm>
            <a:prstGeom prst="rect">
              <a:avLst/>
            </a:prstGeom>
            <a:solidFill>
              <a:srgbClr val="0000CC"/>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3200" b="1">
                  <a:solidFill>
                    <a:srgbClr val="000000"/>
                  </a:solidFill>
                  <a:latin typeface="Times New Roman" pitchFamily="18" charset="0"/>
                  <a:ea typeface="宋体" pitchFamily="2" charset="-122"/>
                  <a:cs typeface="Tahoma" pitchFamily="34" charset="0"/>
                </a:defRPr>
              </a:lvl1pPr>
              <a:lvl2pPr marL="742950" indent="-285750">
                <a:defRPr kumimoji="1" sz="4000" b="1">
                  <a:solidFill>
                    <a:schemeClr val="bg2"/>
                  </a:solidFill>
                  <a:latin typeface="Times New Roman" pitchFamily="18" charset="0"/>
                  <a:ea typeface="隶书" pitchFamily="49" charset="-122"/>
                  <a:cs typeface="Tahoma" pitchFamily="34" charset="0"/>
                </a:defRPr>
              </a:lvl2pPr>
              <a:lvl3pPr marL="1143000" indent="-228600">
                <a:defRPr kumimoji="1" sz="3600" b="1">
                  <a:solidFill>
                    <a:srgbClr val="FF0066"/>
                  </a:solidFill>
                  <a:latin typeface="Times New Roman" pitchFamily="18" charset="0"/>
                  <a:ea typeface="华文行楷" pitchFamily="2" charset="-122"/>
                  <a:cs typeface="Tahoma" pitchFamily="34" charset="0"/>
                </a:defRPr>
              </a:lvl3pPr>
              <a:lvl4pPr marL="1600200" indent="-228600">
                <a:defRPr sz="3400" b="1">
                  <a:solidFill>
                    <a:srgbClr val="9900CC"/>
                  </a:solidFill>
                  <a:latin typeface="Times New Roman" pitchFamily="18" charset="0"/>
                  <a:ea typeface="黑体" pitchFamily="49" charset="-122"/>
                  <a:cs typeface="Tahoma" pitchFamily="34" charset="0"/>
                </a:defRPr>
              </a:lvl4pPr>
              <a:lvl5pPr marL="2057400" indent="-228600">
                <a:defRPr sz="3200" b="1">
                  <a:solidFill>
                    <a:srgbClr val="008080"/>
                  </a:solidFill>
                  <a:latin typeface="Times New Roman" pitchFamily="18" charset="0"/>
                  <a:ea typeface="宋体" pitchFamily="2" charset="-122"/>
                  <a:cs typeface="Tahoma" pitchFamily="34" charset="0"/>
                </a:defRPr>
              </a:lvl5pPr>
              <a:lvl6pPr marL="2514600" indent="-228600" eaLnBrk="0" hangingPunct="0">
                <a:defRPr sz="3200" b="1">
                  <a:solidFill>
                    <a:srgbClr val="008080"/>
                  </a:solidFill>
                  <a:latin typeface="Times New Roman" pitchFamily="18" charset="0"/>
                  <a:ea typeface="宋体" pitchFamily="2" charset="-122"/>
                  <a:cs typeface="Tahoma" pitchFamily="34" charset="0"/>
                </a:defRPr>
              </a:lvl6pPr>
              <a:lvl7pPr marL="2971800" indent="-228600" eaLnBrk="0" hangingPunct="0">
                <a:defRPr sz="3200" b="1">
                  <a:solidFill>
                    <a:srgbClr val="008080"/>
                  </a:solidFill>
                  <a:latin typeface="Times New Roman" pitchFamily="18" charset="0"/>
                  <a:ea typeface="宋体" pitchFamily="2" charset="-122"/>
                  <a:cs typeface="Tahoma" pitchFamily="34" charset="0"/>
                </a:defRPr>
              </a:lvl7pPr>
              <a:lvl8pPr marL="3429000" indent="-228600" eaLnBrk="0" hangingPunct="0">
                <a:defRPr sz="3200" b="1">
                  <a:solidFill>
                    <a:srgbClr val="008080"/>
                  </a:solidFill>
                  <a:latin typeface="Times New Roman" pitchFamily="18" charset="0"/>
                  <a:ea typeface="宋体" pitchFamily="2" charset="-122"/>
                  <a:cs typeface="Tahoma" pitchFamily="34" charset="0"/>
                </a:defRPr>
              </a:lvl8pPr>
              <a:lvl9pPr marL="3886200" indent="-228600" eaLnBrk="0" hangingPunct="0">
                <a:defRPr sz="3200" b="1">
                  <a:solidFill>
                    <a:srgbClr val="008080"/>
                  </a:solidFill>
                  <a:latin typeface="Times New Roman" pitchFamily="18" charset="0"/>
                  <a:ea typeface="宋体" pitchFamily="2" charset="-122"/>
                  <a:cs typeface="Tahoma" pitchFamily="34" charset="0"/>
                </a:defRPr>
              </a:lvl9pPr>
            </a:lstStyle>
            <a:p>
              <a:pPr algn="ctr"/>
              <a:r>
                <a:rPr lang="zh-CN" altLang="en-US" sz="2400" dirty="0">
                  <a:solidFill>
                    <a:schemeClr val="bg1"/>
                  </a:solidFill>
                  <a:latin typeface="Arial" charset="0"/>
                  <a:ea typeface="华文新魏" pitchFamily="2" charset="-122"/>
                </a:rPr>
                <a:t>边界条件</a:t>
              </a:r>
            </a:p>
          </p:txBody>
        </p:sp>
        <p:sp>
          <p:nvSpPr>
            <p:cNvPr id="4120" name="Text Box 13"/>
            <p:cNvSpPr txBox="1">
              <a:spLocks noChangeAspect="1" noChangeArrowheads="1"/>
            </p:cNvSpPr>
            <p:nvPr/>
          </p:nvSpPr>
          <p:spPr bwMode="gray">
            <a:xfrm>
              <a:off x="1363" y="1911"/>
              <a:ext cx="284" cy="280"/>
            </a:xfrm>
            <a:prstGeom prst="rect">
              <a:avLst/>
            </a:prstGeom>
            <a:solidFill>
              <a:srgbClr val="0000CC"/>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3200" b="1">
                  <a:solidFill>
                    <a:srgbClr val="000000"/>
                  </a:solidFill>
                  <a:latin typeface="Times New Roman" pitchFamily="18" charset="0"/>
                  <a:ea typeface="宋体" pitchFamily="2" charset="-122"/>
                  <a:cs typeface="Tahoma" pitchFamily="34" charset="0"/>
                </a:defRPr>
              </a:lvl1pPr>
              <a:lvl2pPr marL="742950" indent="-285750">
                <a:defRPr kumimoji="1" sz="4000" b="1">
                  <a:solidFill>
                    <a:schemeClr val="bg2"/>
                  </a:solidFill>
                  <a:latin typeface="Times New Roman" pitchFamily="18" charset="0"/>
                  <a:ea typeface="隶书" pitchFamily="49" charset="-122"/>
                  <a:cs typeface="Tahoma" pitchFamily="34" charset="0"/>
                </a:defRPr>
              </a:lvl2pPr>
              <a:lvl3pPr marL="1143000" indent="-228600">
                <a:defRPr kumimoji="1" sz="3600" b="1">
                  <a:solidFill>
                    <a:srgbClr val="FF0066"/>
                  </a:solidFill>
                  <a:latin typeface="Times New Roman" pitchFamily="18" charset="0"/>
                  <a:ea typeface="华文行楷" pitchFamily="2" charset="-122"/>
                  <a:cs typeface="Tahoma" pitchFamily="34" charset="0"/>
                </a:defRPr>
              </a:lvl3pPr>
              <a:lvl4pPr marL="1600200" indent="-228600">
                <a:defRPr sz="3400" b="1">
                  <a:solidFill>
                    <a:srgbClr val="9900CC"/>
                  </a:solidFill>
                  <a:latin typeface="Times New Roman" pitchFamily="18" charset="0"/>
                  <a:ea typeface="黑体" pitchFamily="49" charset="-122"/>
                  <a:cs typeface="Tahoma" pitchFamily="34" charset="0"/>
                </a:defRPr>
              </a:lvl4pPr>
              <a:lvl5pPr marL="2057400" indent="-228600">
                <a:defRPr sz="3200" b="1">
                  <a:solidFill>
                    <a:srgbClr val="008080"/>
                  </a:solidFill>
                  <a:latin typeface="Times New Roman" pitchFamily="18" charset="0"/>
                  <a:ea typeface="宋体" pitchFamily="2" charset="-122"/>
                  <a:cs typeface="Tahoma" pitchFamily="34" charset="0"/>
                </a:defRPr>
              </a:lvl5pPr>
              <a:lvl6pPr marL="2514600" indent="-228600" eaLnBrk="0" hangingPunct="0">
                <a:defRPr sz="3200" b="1">
                  <a:solidFill>
                    <a:srgbClr val="008080"/>
                  </a:solidFill>
                  <a:latin typeface="Times New Roman" pitchFamily="18" charset="0"/>
                  <a:ea typeface="宋体" pitchFamily="2" charset="-122"/>
                  <a:cs typeface="Tahoma" pitchFamily="34" charset="0"/>
                </a:defRPr>
              </a:lvl6pPr>
              <a:lvl7pPr marL="2971800" indent="-228600" eaLnBrk="0" hangingPunct="0">
                <a:defRPr sz="3200" b="1">
                  <a:solidFill>
                    <a:srgbClr val="008080"/>
                  </a:solidFill>
                  <a:latin typeface="Times New Roman" pitchFamily="18" charset="0"/>
                  <a:ea typeface="宋体" pitchFamily="2" charset="-122"/>
                  <a:cs typeface="Tahoma" pitchFamily="34" charset="0"/>
                </a:defRPr>
              </a:lvl7pPr>
              <a:lvl8pPr marL="3429000" indent="-228600" eaLnBrk="0" hangingPunct="0">
                <a:defRPr sz="3200" b="1">
                  <a:solidFill>
                    <a:srgbClr val="008080"/>
                  </a:solidFill>
                  <a:latin typeface="Times New Roman" pitchFamily="18" charset="0"/>
                  <a:ea typeface="宋体" pitchFamily="2" charset="-122"/>
                  <a:cs typeface="Tahoma" pitchFamily="34" charset="0"/>
                </a:defRPr>
              </a:lvl8pPr>
              <a:lvl9pPr marL="3886200" indent="-228600" eaLnBrk="0" hangingPunct="0">
                <a:defRPr sz="3200" b="1">
                  <a:solidFill>
                    <a:srgbClr val="008080"/>
                  </a:solidFill>
                  <a:latin typeface="Times New Roman" pitchFamily="18" charset="0"/>
                  <a:ea typeface="宋体" pitchFamily="2" charset="-122"/>
                  <a:cs typeface="Tahoma" pitchFamily="34" charset="0"/>
                </a:defRPr>
              </a:lvl9pPr>
            </a:lstStyle>
            <a:p>
              <a:pPr algn="ctr"/>
              <a:r>
                <a:rPr lang="en-US" altLang="zh-CN" sz="2000">
                  <a:solidFill>
                    <a:schemeClr val="bg1"/>
                  </a:solidFill>
                  <a:latin typeface="Arial" charset="0"/>
                  <a:ea typeface="仿宋_GB2312" pitchFamily="49" charset="-122"/>
                </a:rPr>
                <a:t>3.2</a:t>
              </a:r>
            </a:p>
          </p:txBody>
        </p:sp>
      </p:grpSp>
      <p:grpSp>
        <p:nvGrpSpPr>
          <p:cNvPr id="4102" name="Group 14"/>
          <p:cNvGrpSpPr>
            <a:grpSpLocks noChangeAspect="1"/>
          </p:cNvGrpSpPr>
          <p:nvPr/>
        </p:nvGrpSpPr>
        <p:grpSpPr bwMode="auto">
          <a:xfrm>
            <a:off x="1600201" y="2400301"/>
            <a:ext cx="5668963" cy="618172"/>
            <a:chOff x="1296" y="1824"/>
            <a:chExt cx="2976" cy="433"/>
          </a:xfrm>
        </p:grpSpPr>
        <p:sp>
          <p:nvSpPr>
            <p:cNvPr id="4113" name="AutoShape 15">
              <a:hlinkClick r:id="" action="ppaction://noaction"/>
            </p:cNvPr>
            <p:cNvSpPr>
              <a:spLocks noChangeAspect="1" noChangeArrowheads="1"/>
            </p:cNvSpPr>
            <p:nvPr/>
          </p:nvSpPr>
          <p:spPr bwMode="gray">
            <a:xfrm>
              <a:off x="1536" y="1899"/>
              <a:ext cx="2736" cy="288"/>
            </a:xfrm>
            <a:prstGeom prst="roundRect">
              <a:avLst>
                <a:gd name="adj" fmla="val 16667"/>
              </a:avLst>
            </a:prstGeom>
            <a:solidFill>
              <a:srgbClr val="CC0066"/>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endParaRPr lang="zh-CN" altLang="en-US"/>
            </a:p>
          </p:txBody>
        </p:sp>
        <p:sp>
          <p:nvSpPr>
            <p:cNvPr id="4114" name="AutoShape 16"/>
            <p:cNvSpPr>
              <a:spLocks noChangeAspect="1" noChangeArrowheads="1"/>
            </p:cNvSpPr>
            <p:nvPr/>
          </p:nvSpPr>
          <p:spPr bwMode="gray">
            <a:xfrm>
              <a:off x="1296" y="1824"/>
              <a:ext cx="432" cy="432"/>
            </a:xfrm>
            <a:prstGeom prst="diamond">
              <a:avLst/>
            </a:prstGeom>
            <a:solidFill>
              <a:srgbClr val="CC0066"/>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endParaRPr lang="zh-CN" altLang="en-US"/>
            </a:p>
          </p:txBody>
        </p:sp>
        <p:sp>
          <p:nvSpPr>
            <p:cNvPr id="4115" name="Text Box 17">
              <a:hlinkClick r:id="rId3" action="ppaction://hlinksldjump"/>
            </p:cNvPr>
            <p:cNvSpPr txBox="1">
              <a:spLocks noChangeAspect="1" noChangeArrowheads="1"/>
            </p:cNvSpPr>
            <p:nvPr/>
          </p:nvSpPr>
          <p:spPr bwMode="gray">
            <a:xfrm>
              <a:off x="1680" y="1934"/>
              <a:ext cx="2160" cy="323"/>
            </a:xfrm>
            <a:prstGeom prst="rect">
              <a:avLst/>
            </a:prstGeom>
            <a:solidFill>
              <a:srgbClr val="CC00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3200" b="1">
                  <a:solidFill>
                    <a:srgbClr val="000000"/>
                  </a:solidFill>
                  <a:latin typeface="Times New Roman" pitchFamily="18" charset="0"/>
                  <a:ea typeface="宋体" pitchFamily="2" charset="-122"/>
                  <a:cs typeface="Tahoma" pitchFamily="34" charset="0"/>
                </a:defRPr>
              </a:lvl1pPr>
              <a:lvl2pPr marL="742950" indent="-285750">
                <a:defRPr kumimoji="1" sz="4000" b="1">
                  <a:solidFill>
                    <a:schemeClr val="bg2"/>
                  </a:solidFill>
                  <a:latin typeface="Times New Roman" pitchFamily="18" charset="0"/>
                  <a:ea typeface="隶书" pitchFamily="49" charset="-122"/>
                  <a:cs typeface="Tahoma" pitchFamily="34" charset="0"/>
                </a:defRPr>
              </a:lvl2pPr>
              <a:lvl3pPr marL="1143000" indent="-228600">
                <a:defRPr kumimoji="1" sz="3600" b="1">
                  <a:solidFill>
                    <a:srgbClr val="FF0066"/>
                  </a:solidFill>
                  <a:latin typeface="Times New Roman" pitchFamily="18" charset="0"/>
                  <a:ea typeface="华文行楷" pitchFamily="2" charset="-122"/>
                  <a:cs typeface="Tahoma" pitchFamily="34" charset="0"/>
                </a:defRPr>
              </a:lvl3pPr>
              <a:lvl4pPr marL="1600200" indent="-228600">
                <a:defRPr sz="3400" b="1">
                  <a:solidFill>
                    <a:srgbClr val="9900CC"/>
                  </a:solidFill>
                  <a:latin typeface="Times New Roman" pitchFamily="18" charset="0"/>
                  <a:ea typeface="黑体" pitchFamily="49" charset="-122"/>
                  <a:cs typeface="Tahoma" pitchFamily="34" charset="0"/>
                </a:defRPr>
              </a:lvl4pPr>
              <a:lvl5pPr marL="2057400" indent="-228600">
                <a:defRPr sz="3200" b="1">
                  <a:solidFill>
                    <a:srgbClr val="008080"/>
                  </a:solidFill>
                  <a:latin typeface="Times New Roman" pitchFamily="18" charset="0"/>
                  <a:ea typeface="宋体" pitchFamily="2" charset="-122"/>
                  <a:cs typeface="Tahoma" pitchFamily="34" charset="0"/>
                </a:defRPr>
              </a:lvl5pPr>
              <a:lvl6pPr marL="2514600" indent="-228600" eaLnBrk="0" hangingPunct="0">
                <a:defRPr sz="3200" b="1">
                  <a:solidFill>
                    <a:srgbClr val="008080"/>
                  </a:solidFill>
                  <a:latin typeface="Times New Roman" pitchFamily="18" charset="0"/>
                  <a:ea typeface="宋体" pitchFamily="2" charset="-122"/>
                  <a:cs typeface="Tahoma" pitchFamily="34" charset="0"/>
                </a:defRPr>
              </a:lvl6pPr>
              <a:lvl7pPr marL="2971800" indent="-228600" eaLnBrk="0" hangingPunct="0">
                <a:defRPr sz="3200" b="1">
                  <a:solidFill>
                    <a:srgbClr val="008080"/>
                  </a:solidFill>
                  <a:latin typeface="Times New Roman" pitchFamily="18" charset="0"/>
                  <a:ea typeface="宋体" pitchFamily="2" charset="-122"/>
                  <a:cs typeface="Tahoma" pitchFamily="34" charset="0"/>
                </a:defRPr>
              </a:lvl7pPr>
              <a:lvl8pPr marL="3429000" indent="-228600" eaLnBrk="0" hangingPunct="0">
                <a:defRPr sz="3200" b="1">
                  <a:solidFill>
                    <a:srgbClr val="008080"/>
                  </a:solidFill>
                  <a:latin typeface="Times New Roman" pitchFamily="18" charset="0"/>
                  <a:ea typeface="宋体" pitchFamily="2" charset="-122"/>
                  <a:cs typeface="Tahoma" pitchFamily="34" charset="0"/>
                </a:defRPr>
              </a:lvl8pPr>
              <a:lvl9pPr marL="3886200" indent="-228600" eaLnBrk="0" hangingPunct="0">
                <a:defRPr sz="3200" b="1">
                  <a:solidFill>
                    <a:srgbClr val="008080"/>
                  </a:solidFill>
                  <a:latin typeface="Times New Roman" pitchFamily="18" charset="0"/>
                  <a:ea typeface="宋体" pitchFamily="2" charset="-122"/>
                  <a:cs typeface="Tahoma" pitchFamily="34" charset="0"/>
                </a:defRPr>
              </a:lvl9pPr>
            </a:lstStyle>
            <a:p>
              <a:pPr algn="ctr"/>
              <a:r>
                <a:rPr lang="zh-CN" altLang="en-US" sz="2400">
                  <a:solidFill>
                    <a:schemeClr val="bg1"/>
                  </a:solidFill>
                  <a:latin typeface="Arial" charset="0"/>
                  <a:ea typeface="华文新魏" pitchFamily="2" charset="-122"/>
                </a:rPr>
                <a:t>坡印廷定理</a:t>
              </a:r>
            </a:p>
          </p:txBody>
        </p:sp>
        <p:sp>
          <p:nvSpPr>
            <p:cNvPr id="4116" name="Text Box 18"/>
            <p:cNvSpPr txBox="1">
              <a:spLocks noChangeAspect="1" noChangeArrowheads="1"/>
            </p:cNvSpPr>
            <p:nvPr/>
          </p:nvSpPr>
          <p:spPr bwMode="gray">
            <a:xfrm>
              <a:off x="1363" y="1911"/>
              <a:ext cx="284" cy="280"/>
            </a:xfrm>
            <a:prstGeom prst="rect">
              <a:avLst/>
            </a:prstGeom>
            <a:solidFill>
              <a:srgbClr val="CC00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3200" b="1">
                  <a:solidFill>
                    <a:srgbClr val="000000"/>
                  </a:solidFill>
                  <a:latin typeface="Times New Roman" pitchFamily="18" charset="0"/>
                  <a:ea typeface="宋体" pitchFamily="2" charset="-122"/>
                  <a:cs typeface="Tahoma" pitchFamily="34" charset="0"/>
                </a:defRPr>
              </a:lvl1pPr>
              <a:lvl2pPr marL="742950" indent="-285750">
                <a:defRPr kumimoji="1" sz="4000" b="1">
                  <a:solidFill>
                    <a:schemeClr val="bg2"/>
                  </a:solidFill>
                  <a:latin typeface="Times New Roman" pitchFamily="18" charset="0"/>
                  <a:ea typeface="隶书" pitchFamily="49" charset="-122"/>
                  <a:cs typeface="Tahoma" pitchFamily="34" charset="0"/>
                </a:defRPr>
              </a:lvl2pPr>
              <a:lvl3pPr marL="1143000" indent="-228600">
                <a:defRPr kumimoji="1" sz="3600" b="1">
                  <a:solidFill>
                    <a:srgbClr val="FF0066"/>
                  </a:solidFill>
                  <a:latin typeface="Times New Roman" pitchFamily="18" charset="0"/>
                  <a:ea typeface="华文行楷" pitchFamily="2" charset="-122"/>
                  <a:cs typeface="Tahoma" pitchFamily="34" charset="0"/>
                </a:defRPr>
              </a:lvl3pPr>
              <a:lvl4pPr marL="1600200" indent="-228600">
                <a:defRPr sz="3400" b="1">
                  <a:solidFill>
                    <a:srgbClr val="9900CC"/>
                  </a:solidFill>
                  <a:latin typeface="Times New Roman" pitchFamily="18" charset="0"/>
                  <a:ea typeface="黑体" pitchFamily="49" charset="-122"/>
                  <a:cs typeface="Tahoma" pitchFamily="34" charset="0"/>
                </a:defRPr>
              </a:lvl4pPr>
              <a:lvl5pPr marL="2057400" indent="-228600">
                <a:defRPr sz="3200" b="1">
                  <a:solidFill>
                    <a:srgbClr val="008080"/>
                  </a:solidFill>
                  <a:latin typeface="Times New Roman" pitchFamily="18" charset="0"/>
                  <a:ea typeface="宋体" pitchFamily="2" charset="-122"/>
                  <a:cs typeface="Tahoma" pitchFamily="34" charset="0"/>
                </a:defRPr>
              </a:lvl5pPr>
              <a:lvl6pPr marL="2514600" indent="-228600" eaLnBrk="0" hangingPunct="0">
                <a:defRPr sz="3200" b="1">
                  <a:solidFill>
                    <a:srgbClr val="008080"/>
                  </a:solidFill>
                  <a:latin typeface="Times New Roman" pitchFamily="18" charset="0"/>
                  <a:ea typeface="宋体" pitchFamily="2" charset="-122"/>
                  <a:cs typeface="Tahoma" pitchFamily="34" charset="0"/>
                </a:defRPr>
              </a:lvl6pPr>
              <a:lvl7pPr marL="2971800" indent="-228600" eaLnBrk="0" hangingPunct="0">
                <a:defRPr sz="3200" b="1">
                  <a:solidFill>
                    <a:srgbClr val="008080"/>
                  </a:solidFill>
                  <a:latin typeface="Times New Roman" pitchFamily="18" charset="0"/>
                  <a:ea typeface="宋体" pitchFamily="2" charset="-122"/>
                  <a:cs typeface="Tahoma" pitchFamily="34" charset="0"/>
                </a:defRPr>
              </a:lvl7pPr>
              <a:lvl8pPr marL="3429000" indent="-228600" eaLnBrk="0" hangingPunct="0">
                <a:defRPr sz="3200" b="1">
                  <a:solidFill>
                    <a:srgbClr val="008080"/>
                  </a:solidFill>
                  <a:latin typeface="Times New Roman" pitchFamily="18" charset="0"/>
                  <a:ea typeface="宋体" pitchFamily="2" charset="-122"/>
                  <a:cs typeface="Tahoma" pitchFamily="34" charset="0"/>
                </a:defRPr>
              </a:lvl8pPr>
              <a:lvl9pPr marL="3886200" indent="-228600" eaLnBrk="0" hangingPunct="0">
                <a:defRPr sz="3200" b="1">
                  <a:solidFill>
                    <a:srgbClr val="008080"/>
                  </a:solidFill>
                  <a:latin typeface="Times New Roman" pitchFamily="18" charset="0"/>
                  <a:ea typeface="宋体" pitchFamily="2" charset="-122"/>
                  <a:cs typeface="Tahoma" pitchFamily="34" charset="0"/>
                </a:defRPr>
              </a:lvl9pPr>
            </a:lstStyle>
            <a:p>
              <a:pPr algn="ctr"/>
              <a:r>
                <a:rPr lang="en-US" altLang="zh-CN" sz="2000">
                  <a:solidFill>
                    <a:schemeClr val="bg1"/>
                  </a:solidFill>
                  <a:latin typeface="Arial" charset="0"/>
                  <a:ea typeface="仿宋_GB2312" pitchFamily="49" charset="-122"/>
                </a:rPr>
                <a:t>3.3</a:t>
              </a:r>
            </a:p>
          </p:txBody>
        </p:sp>
      </p:grpSp>
      <p:grpSp>
        <p:nvGrpSpPr>
          <p:cNvPr id="4103" name="Group 19"/>
          <p:cNvGrpSpPr>
            <a:grpSpLocks noChangeAspect="1"/>
          </p:cNvGrpSpPr>
          <p:nvPr/>
        </p:nvGrpSpPr>
        <p:grpSpPr bwMode="auto">
          <a:xfrm>
            <a:off x="1600201" y="3200401"/>
            <a:ext cx="5668963" cy="618172"/>
            <a:chOff x="1296" y="1824"/>
            <a:chExt cx="2976" cy="433"/>
          </a:xfrm>
        </p:grpSpPr>
        <p:sp>
          <p:nvSpPr>
            <p:cNvPr id="4109" name="AutoShape 20">
              <a:hlinkClick r:id="" action="ppaction://noaction"/>
            </p:cNvPr>
            <p:cNvSpPr>
              <a:spLocks noChangeAspect="1" noChangeArrowheads="1"/>
            </p:cNvSpPr>
            <p:nvPr/>
          </p:nvSpPr>
          <p:spPr bwMode="gray">
            <a:xfrm>
              <a:off x="1536" y="1899"/>
              <a:ext cx="2736" cy="288"/>
            </a:xfrm>
            <a:prstGeom prst="roundRect">
              <a:avLst>
                <a:gd name="adj" fmla="val 16667"/>
              </a:avLst>
            </a:prstGeom>
            <a:solidFill>
              <a:srgbClr val="009900"/>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endParaRPr lang="zh-CN" altLang="en-US"/>
            </a:p>
          </p:txBody>
        </p:sp>
        <p:sp>
          <p:nvSpPr>
            <p:cNvPr id="4110" name="AutoShape 21"/>
            <p:cNvSpPr>
              <a:spLocks noChangeAspect="1" noChangeArrowheads="1"/>
            </p:cNvSpPr>
            <p:nvPr/>
          </p:nvSpPr>
          <p:spPr bwMode="gray">
            <a:xfrm>
              <a:off x="1296" y="1824"/>
              <a:ext cx="432" cy="432"/>
            </a:xfrm>
            <a:prstGeom prst="diamond">
              <a:avLst/>
            </a:prstGeom>
            <a:solidFill>
              <a:srgbClr val="009900"/>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endParaRPr lang="zh-CN" altLang="en-US"/>
            </a:p>
          </p:txBody>
        </p:sp>
        <p:sp>
          <p:nvSpPr>
            <p:cNvPr id="4111" name="Text Box 22">
              <a:hlinkClick r:id="" action="ppaction://noaction"/>
            </p:cNvPr>
            <p:cNvSpPr txBox="1">
              <a:spLocks noChangeAspect="1" noChangeArrowheads="1"/>
            </p:cNvSpPr>
            <p:nvPr/>
          </p:nvSpPr>
          <p:spPr bwMode="gray">
            <a:xfrm>
              <a:off x="1680" y="1934"/>
              <a:ext cx="2160" cy="323"/>
            </a:xfrm>
            <a:prstGeom prst="rect">
              <a:avLst/>
            </a:prstGeom>
            <a:solidFill>
              <a:srgbClr val="00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3200" b="1">
                  <a:solidFill>
                    <a:srgbClr val="000000"/>
                  </a:solidFill>
                  <a:latin typeface="Times New Roman" pitchFamily="18" charset="0"/>
                  <a:ea typeface="宋体" pitchFamily="2" charset="-122"/>
                  <a:cs typeface="Tahoma" pitchFamily="34" charset="0"/>
                </a:defRPr>
              </a:lvl1pPr>
              <a:lvl2pPr marL="742950" indent="-285750">
                <a:defRPr kumimoji="1" sz="4000" b="1">
                  <a:solidFill>
                    <a:schemeClr val="bg2"/>
                  </a:solidFill>
                  <a:latin typeface="Times New Roman" pitchFamily="18" charset="0"/>
                  <a:ea typeface="隶书" pitchFamily="49" charset="-122"/>
                  <a:cs typeface="Tahoma" pitchFamily="34" charset="0"/>
                </a:defRPr>
              </a:lvl2pPr>
              <a:lvl3pPr marL="1143000" indent="-228600">
                <a:defRPr kumimoji="1" sz="3600" b="1">
                  <a:solidFill>
                    <a:srgbClr val="FF0066"/>
                  </a:solidFill>
                  <a:latin typeface="Times New Roman" pitchFamily="18" charset="0"/>
                  <a:ea typeface="华文行楷" pitchFamily="2" charset="-122"/>
                  <a:cs typeface="Tahoma" pitchFamily="34" charset="0"/>
                </a:defRPr>
              </a:lvl3pPr>
              <a:lvl4pPr marL="1600200" indent="-228600">
                <a:defRPr sz="3400" b="1">
                  <a:solidFill>
                    <a:srgbClr val="9900CC"/>
                  </a:solidFill>
                  <a:latin typeface="Times New Roman" pitchFamily="18" charset="0"/>
                  <a:ea typeface="黑体" pitchFamily="49" charset="-122"/>
                  <a:cs typeface="Tahoma" pitchFamily="34" charset="0"/>
                </a:defRPr>
              </a:lvl4pPr>
              <a:lvl5pPr marL="2057400" indent="-228600">
                <a:defRPr sz="3200" b="1">
                  <a:solidFill>
                    <a:srgbClr val="008080"/>
                  </a:solidFill>
                  <a:latin typeface="Times New Roman" pitchFamily="18" charset="0"/>
                  <a:ea typeface="宋体" pitchFamily="2" charset="-122"/>
                  <a:cs typeface="Tahoma" pitchFamily="34" charset="0"/>
                </a:defRPr>
              </a:lvl5pPr>
              <a:lvl6pPr marL="2514600" indent="-228600" eaLnBrk="0" hangingPunct="0">
                <a:defRPr sz="3200" b="1">
                  <a:solidFill>
                    <a:srgbClr val="008080"/>
                  </a:solidFill>
                  <a:latin typeface="Times New Roman" pitchFamily="18" charset="0"/>
                  <a:ea typeface="宋体" pitchFamily="2" charset="-122"/>
                  <a:cs typeface="Tahoma" pitchFamily="34" charset="0"/>
                </a:defRPr>
              </a:lvl6pPr>
              <a:lvl7pPr marL="2971800" indent="-228600" eaLnBrk="0" hangingPunct="0">
                <a:defRPr sz="3200" b="1">
                  <a:solidFill>
                    <a:srgbClr val="008080"/>
                  </a:solidFill>
                  <a:latin typeface="Times New Roman" pitchFamily="18" charset="0"/>
                  <a:ea typeface="宋体" pitchFamily="2" charset="-122"/>
                  <a:cs typeface="Tahoma" pitchFamily="34" charset="0"/>
                </a:defRPr>
              </a:lvl7pPr>
              <a:lvl8pPr marL="3429000" indent="-228600" eaLnBrk="0" hangingPunct="0">
                <a:defRPr sz="3200" b="1">
                  <a:solidFill>
                    <a:srgbClr val="008080"/>
                  </a:solidFill>
                  <a:latin typeface="Times New Roman" pitchFamily="18" charset="0"/>
                  <a:ea typeface="宋体" pitchFamily="2" charset="-122"/>
                  <a:cs typeface="Tahoma" pitchFamily="34" charset="0"/>
                </a:defRPr>
              </a:lvl8pPr>
              <a:lvl9pPr marL="3886200" indent="-228600" eaLnBrk="0" hangingPunct="0">
                <a:defRPr sz="3200" b="1">
                  <a:solidFill>
                    <a:srgbClr val="008080"/>
                  </a:solidFill>
                  <a:latin typeface="Times New Roman" pitchFamily="18" charset="0"/>
                  <a:ea typeface="宋体" pitchFamily="2" charset="-122"/>
                  <a:cs typeface="Tahoma" pitchFamily="34" charset="0"/>
                </a:defRPr>
              </a:lvl9pPr>
            </a:lstStyle>
            <a:p>
              <a:pPr algn="ctr"/>
              <a:r>
                <a:rPr lang="zh-CN" altLang="en-US" sz="2400">
                  <a:solidFill>
                    <a:schemeClr val="bg1"/>
                  </a:solidFill>
                  <a:latin typeface="Arial" charset="0"/>
                  <a:ea typeface="华文新魏" pitchFamily="2" charset="-122"/>
                </a:rPr>
                <a:t>波动方程</a:t>
              </a:r>
            </a:p>
          </p:txBody>
        </p:sp>
        <p:sp>
          <p:nvSpPr>
            <p:cNvPr id="4112" name="Text Box 23"/>
            <p:cNvSpPr txBox="1">
              <a:spLocks noChangeAspect="1" noChangeArrowheads="1"/>
            </p:cNvSpPr>
            <p:nvPr/>
          </p:nvSpPr>
          <p:spPr bwMode="gray">
            <a:xfrm>
              <a:off x="1363" y="1911"/>
              <a:ext cx="284" cy="280"/>
            </a:xfrm>
            <a:prstGeom prst="rect">
              <a:avLst/>
            </a:prstGeom>
            <a:solidFill>
              <a:srgbClr val="00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3200" b="1">
                  <a:solidFill>
                    <a:srgbClr val="000000"/>
                  </a:solidFill>
                  <a:latin typeface="Times New Roman" pitchFamily="18" charset="0"/>
                  <a:ea typeface="宋体" pitchFamily="2" charset="-122"/>
                  <a:cs typeface="Tahoma" pitchFamily="34" charset="0"/>
                </a:defRPr>
              </a:lvl1pPr>
              <a:lvl2pPr marL="742950" indent="-285750">
                <a:defRPr kumimoji="1" sz="4000" b="1">
                  <a:solidFill>
                    <a:schemeClr val="bg2"/>
                  </a:solidFill>
                  <a:latin typeface="Times New Roman" pitchFamily="18" charset="0"/>
                  <a:ea typeface="隶书" pitchFamily="49" charset="-122"/>
                  <a:cs typeface="Tahoma" pitchFamily="34" charset="0"/>
                </a:defRPr>
              </a:lvl2pPr>
              <a:lvl3pPr marL="1143000" indent="-228600">
                <a:defRPr kumimoji="1" sz="3600" b="1">
                  <a:solidFill>
                    <a:srgbClr val="FF0066"/>
                  </a:solidFill>
                  <a:latin typeface="Times New Roman" pitchFamily="18" charset="0"/>
                  <a:ea typeface="华文行楷" pitchFamily="2" charset="-122"/>
                  <a:cs typeface="Tahoma" pitchFamily="34" charset="0"/>
                </a:defRPr>
              </a:lvl3pPr>
              <a:lvl4pPr marL="1600200" indent="-228600">
                <a:defRPr sz="3400" b="1">
                  <a:solidFill>
                    <a:srgbClr val="9900CC"/>
                  </a:solidFill>
                  <a:latin typeface="Times New Roman" pitchFamily="18" charset="0"/>
                  <a:ea typeface="黑体" pitchFamily="49" charset="-122"/>
                  <a:cs typeface="Tahoma" pitchFamily="34" charset="0"/>
                </a:defRPr>
              </a:lvl4pPr>
              <a:lvl5pPr marL="2057400" indent="-228600">
                <a:defRPr sz="3200" b="1">
                  <a:solidFill>
                    <a:srgbClr val="008080"/>
                  </a:solidFill>
                  <a:latin typeface="Times New Roman" pitchFamily="18" charset="0"/>
                  <a:ea typeface="宋体" pitchFamily="2" charset="-122"/>
                  <a:cs typeface="Tahoma" pitchFamily="34" charset="0"/>
                </a:defRPr>
              </a:lvl5pPr>
              <a:lvl6pPr marL="2514600" indent="-228600" eaLnBrk="0" hangingPunct="0">
                <a:defRPr sz="3200" b="1">
                  <a:solidFill>
                    <a:srgbClr val="008080"/>
                  </a:solidFill>
                  <a:latin typeface="Times New Roman" pitchFamily="18" charset="0"/>
                  <a:ea typeface="宋体" pitchFamily="2" charset="-122"/>
                  <a:cs typeface="Tahoma" pitchFamily="34" charset="0"/>
                </a:defRPr>
              </a:lvl6pPr>
              <a:lvl7pPr marL="2971800" indent="-228600" eaLnBrk="0" hangingPunct="0">
                <a:defRPr sz="3200" b="1">
                  <a:solidFill>
                    <a:srgbClr val="008080"/>
                  </a:solidFill>
                  <a:latin typeface="Times New Roman" pitchFamily="18" charset="0"/>
                  <a:ea typeface="宋体" pitchFamily="2" charset="-122"/>
                  <a:cs typeface="Tahoma" pitchFamily="34" charset="0"/>
                </a:defRPr>
              </a:lvl7pPr>
              <a:lvl8pPr marL="3429000" indent="-228600" eaLnBrk="0" hangingPunct="0">
                <a:defRPr sz="3200" b="1">
                  <a:solidFill>
                    <a:srgbClr val="008080"/>
                  </a:solidFill>
                  <a:latin typeface="Times New Roman" pitchFamily="18" charset="0"/>
                  <a:ea typeface="宋体" pitchFamily="2" charset="-122"/>
                  <a:cs typeface="Tahoma" pitchFamily="34" charset="0"/>
                </a:defRPr>
              </a:lvl8pPr>
              <a:lvl9pPr marL="3886200" indent="-228600" eaLnBrk="0" hangingPunct="0">
                <a:defRPr sz="3200" b="1">
                  <a:solidFill>
                    <a:srgbClr val="008080"/>
                  </a:solidFill>
                  <a:latin typeface="Times New Roman" pitchFamily="18" charset="0"/>
                  <a:ea typeface="宋体" pitchFamily="2" charset="-122"/>
                  <a:cs typeface="Tahoma" pitchFamily="34" charset="0"/>
                </a:defRPr>
              </a:lvl9pPr>
            </a:lstStyle>
            <a:p>
              <a:pPr algn="ctr"/>
              <a:r>
                <a:rPr lang="en-US" altLang="zh-CN" sz="2000">
                  <a:solidFill>
                    <a:schemeClr val="bg1"/>
                  </a:solidFill>
                  <a:latin typeface="Arial" charset="0"/>
                  <a:ea typeface="仿宋_GB2312" pitchFamily="49" charset="-122"/>
                </a:rPr>
                <a:t>3.4</a:t>
              </a:r>
            </a:p>
          </p:txBody>
        </p:sp>
      </p:grpSp>
      <p:grpSp>
        <p:nvGrpSpPr>
          <p:cNvPr id="4104" name="Group 24"/>
          <p:cNvGrpSpPr>
            <a:grpSpLocks noChangeAspect="1"/>
          </p:cNvGrpSpPr>
          <p:nvPr/>
        </p:nvGrpSpPr>
        <p:grpSpPr bwMode="auto">
          <a:xfrm>
            <a:off x="1600201" y="3943351"/>
            <a:ext cx="5668963" cy="618172"/>
            <a:chOff x="1296" y="1824"/>
            <a:chExt cx="2976" cy="433"/>
          </a:xfrm>
        </p:grpSpPr>
        <p:sp>
          <p:nvSpPr>
            <p:cNvPr id="4105" name="AutoShape 25">
              <a:hlinkClick r:id="" action="ppaction://noaction"/>
            </p:cNvPr>
            <p:cNvSpPr>
              <a:spLocks noChangeAspect="1" noChangeArrowheads="1"/>
            </p:cNvSpPr>
            <p:nvPr/>
          </p:nvSpPr>
          <p:spPr bwMode="gray">
            <a:xfrm>
              <a:off x="1536" y="1899"/>
              <a:ext cx="2736" cy="288"/>
            </a:xfrm>
            <a:prstGeom prst="roundRect">
              <a:avLst>
                <a:gd name="adj" fmla="val 16667"/>
              </a:avLst>
            </a:prstGeom>
            <a:solidFill>
              <a:srgbClr val="666699"/>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endParaRPr lang="zh-CN" altLang="en-US"/>
            </a:p>
          </p:txBody>
        </p:sp>
        <p:sp>
          <p:nvSpPr>
            <p:cNvPr id="4106" name="AutoShape 26"/>
            <p:cNvSpPr>
              <a:spLocks noChangeAspect="1" noChangeArrowheads="1"/>
            </p:cNvSpPr>
            <p:nvPr/>
          </p:nvSpPr>
          <p:spPr bwMode="gray">
            <a:xfrm>
              <a:off x="1296" y="1824"/>
              <a:ext cx="432" cy="432"/>
            </a:xfrm>
            <a:prstGeom prst="diamond">
              <a:avLst/>
            </a:prstGeom>
            <a:solidFill>
              <a:srgbClr val="666699"/>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endParaRPr lang="zh-CN" altLang="en-US"/>
            </a:p>
          </p:txBody>
        </p:sp>
        <p:sp>
          <p:nvSpPr>
            <p:cNvPr id="4107" name="Text Box 27">
              <a:hlinkClick r:id="" action="ppaction://noaction"/>
            </p:cNvPr>
            <p:cNvSpPr txBox="1">
              <a:spLocks noChangeAspect="1" noChangeArrowheads="1"/>
            </p:cNvSpPr>
            <p:nvPr/>
          </p:nvSpPr>
          <p:spPr bwMode="gray">
            <a:xfrm>
              <a:off x="1680" y="1934"/>
              <a:ext cx="2160" cy="323"/>
            </a:xfrm>
            <a:prstGeom prst="rect">
              <a:avLst/>
            </a:prstGeom>
            <a:solidFill>
              <a:srgbClr val="666699"/>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3200" b="1">
                  <a:solidFill>
                    <a:srgbClr val="000000"/>
                  </a:solidFill>
                  <a:latin typeface="Times New Roman" pitchFamily="18" charset="0"/>
                  <a:ea typeface="宋体" pitchFamily="2" charset="-122"/>
                  <a:cs typeface="Tahoma" pitchFamily="34" charset="0"/>
                </a:defRPr>
              </a:lvl1pPr>
              <a:lvl2pPr marL="742950" indent="-285750">
                <a:defRPr kumimoji="1" sz="4000" b="1">
                  <a:solidFill>
                    <a:schemeClr val="bg2"/>
                  </a:solidFill>
                  <a:latin typeface="Times New Roman" pitchFamily="18" charset="0"/>
                  <a:ea typeface="隶书" pitchFamily="49" charset="-122"/>
                  <a:cs typeface="Tahoma" pitchFamily="34" charset="0"/>
                </a:defRPr>
              </a:lvl2pPr>
              <a:lvl3pPr marL="1143000" indent="-228600">
                <a:defRPr kumimoji="1" sz="3600" b="1">
                  <a:solidFill>
                    <a:srgbClr val="FF0066"/>
                  </a:solidFill>
                  <a:latin typeface="Times New Roman" pitchFamily="18" charset="0"/>
                  <a:ea typeface="华文行楷" pitchFamily="2" charset="-122"/>
                  <a:cs typeface="Tahoma" pitchFamily="34" charset="0"/>
                </a:defRPr>
              </a:lvl3pPr>
              <a:lvl4pPr marL="1600200" indent="-228600">
                <a:defRPr sz="3400" b="1">
                  <a:solidFill>
                    <a:srgbClr val="9900CC"/>
                  </a:solidFill>
                  <a:latin typeface="Times New Roman" pitchFamily="18" charset="0"/>
                  <a:ea typeface="黑体" pitchFamily="49" charset="-122"/>
                  <a:cs typeface="Tahoma" pitchFamily="34" charset="0"/>
                </a:defRPr>
              </a:lvl4pPr>
              <a:lvl5pPr marL="2057400" indent="-228600">
                <a:defRPr sz="3200" b="1">
                  <a:solidFill>
                    <a:srgbClr val="008080"/>
                  </a:solidFill>
                  <a:latin typeface="Times New Roman" pitchFamily="18" charset="0"/>
                  <a:ea typeface="宋体" pitchFamily="2" charset="-122"/>
                  <a:cs typeface="Tahoma" pitchFamily="34" charset="0"/>
                </a:defRPr>
              </a:lvl5pPr>
              <a:lvl6pPr marL="2514600" indent="-228600" eaLnBrk="0" hangingPunct="0">
                <a:defRPr sz="3200" b="1">
                  <a:solidFill>
                    <a:srgbClr val="008080"/>
                  </a:solidFill>
                  <a:latin typeface="Times New Roman" pitchFamily="18" charset="0"/>
                  <a:ea typeface="宋体" pitchFamily="2" charset="-122"/>
                  <a:cs typeface="Tahoma" pitchFamily="34" charset="0"/>
                </a:defRPr>
              </a:lvl6pPr>
              <a:lvl7pPr marL="2971800" indent="-228600" eaLnBrk="0" hangingPunct="0">
                <a:defRPr sz="3200" b="1">
                  <a:solidFill>
                    <a:srgbClr val="008080"/>
                  </a:solidFill>
                  <a:latin typeface="Times New Roman" pitchFamily="18" charset="0"/>
                  <a:ea typeface="宋体" pitchFamily="2" charset="-122"/>
                  <a:cs typeface="Tahoma" pitchFamily="34" charset="0"/>
                </a:defRPr>
              </a:lvl7pPr>
              <a:lvl8pPr marL="3429000" indent="-228600" eaLnBrk="0" hangingPunct="0">
                <a:defRPr sz="3200" b="1">
                  <a:solidFill>
                    <a:srgbClr val="008080"/>
                  </a:solidFill>
                  <a:latin typeface="Times New Roman" pitchFamily="18" charset="0"/>
                  <a:ea typeface="宋体" pitchFamily="2" charset="-122"/>
                  <a:cs typeface="Tahoma" pitchFamily="34" charset="0"/>
                </a:defRPr>
              </a:lvl8pPr>
              <a:lvl9pPr marL="3886200" indent="-228600" eaLnBrk="0" hangingPunct="0">
                <a:defRPr sz="3200" b="1">
                  <a:solidFill>
                    <a:srgbClr val="008080"/>
                  </a:solidFill>
                  <a:latin typeface="Times New Roman" pitchFamily="18" charset="0"/>
                  <a:ea typeface="宋体" pitchFamily="2" charset="-122"/>
                  <a:cs typeface="Tahoma" pitchFamily="34" charset="0"/>
                </a:defRPr>
              </a:lvl9pPr>
            </a:lstStyle>
            <a:p>
              <a:pPr algn="ctr"/>
              <a:r>
                <a:rPr lang="zh-CN" altLang="en-US" sz="2400">
                  <a:solidFill>
                    <a:schemeClr val="bg1"/>
                  </a:solidFill>
                  <a:latin typeface="Arial" charset="0"/>
                  <a:ea typeface="华文新魏" pitchFamily="2" charset="-122"/>
                </a:rPr>
                <a:t>时谐电磁场</a:t>
              </a:r>
            </a:p>
          </p:txBody>
        </p:sp>
        <p:sp>
          <p:nvSpPr>
            <p:cNvPr id="4108" name="Text Box 28"/>
            <p:cNvSpPr txBox="1">
              <a:spLocks noChangeAspect="1" noChangeArrowheads="1"/>
            </p:cNvSpPr>
            <p:nvPr/>
          </p:nvSpPr>
          <p:spPr bwMode="gray">
            <a:xfrm>
              <a:off x="1363" y="1911"/>
              <a:ext cx="284" cy="280"/>
            </a:xfrm>
            <a:prstGeom prst="rect">
              <a:avLst/>
            </a:prstGeom>
            <a:solidFill>
              <a:srgbClr val="666699"/>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3200" b="1">
                  <a:solidFill>
                    <a:srgbClr val="000000"/>
                  </a:solidFill>
                  <a:latin typeface="Times New Roman" pitchFamily="18" charset="0"/>
                  <a:ea typeface="宋体" pitchFamily="2" charset="-122"/>
                  <a:cs typeface="Tahoma" pitchFamily="34" charset="0"/>
                </a:defRPr>
              </a:lvl1pPr>
              <a:lvl2pPr marL="742950" indent="-285750">
                <a:defRPr kumimoji="1" sz="4000" b="1">
                  <a:solidFill>
                    <a:schemeClr val="bg2"/>
                  </a:solidFill>
                  <a:latin typeface="Times New Roman" pitchFamily="18" charset="0"/>
                  <a:ea typeface="隶书" pitchFamily="49" charset="-122"/>
                  <a:cs typeface="Tahoma" pitchFamily="34" charset="0"/>
                </a:defRPr>
              </a:lvl2pPr>
              <a:lvl3pPr marL="1143000" indent="-228600">
                <a:defRPr kumimoji="1" sz="3600" b="1">
                  <a:solidFill>
                    <a:srgbClr val="FF0066"/>
                  </a:solidFill>
                  <a:latin typeface="Times New Roman" pitchFamily="18" charset="0"/>
                  <a:ea typeface="华文行楷" pitchFamily="2" charset="-122"/>
                  <a:cs typeface="Tahoma" pitchFamily="34" charset="0"/>
                </a:defRPr>
              </a:lvl3pPr>
              <a:lvl4pPr marL="1600200" indent="-228600">
                <a:defRPr sz="3400" b="1">
                  <a:solidFill>
                    <a:srgbClr val="9900CC"/>
                  </a:solidFill>
                  <a:latin typeface="Times New Roman" pitchFamily="18" charset="0"/>
                  <a:ea typeface="黑体" pitchFamily="49" charset="-122"/>
                  <a:cs typeface="Tahoma" pitchFamily="34" charset="0"/>
                </a:defRPr>
              </a:lvl4pPr>
              <a:lvl5pPr marL="2057400" indent="-228600">
                <a:defRPr sz="3200" b="1">
                  <a:solidFill>
                    <a:srgbClr val="008080"/>
                  </a:solidFill>
                  <a:latin typeface="Times New Roman" pitchFamily="18" charset="0"/>
                  <a:ea typeface="宋体" pitchFamily="2" charset="-122"/>
                  <a:cs typeface="Tahoma" pitchFamily="34" charset="0"/>
                </a:defRPr>
              </a:lvl5pPr>
              <a:lvl6pPr marL="2514600" indent="-228600" eaLnBrk="0" hangingPunct="0">
                <a:defRPr sz="3200" b="1">
                  <a:solidFill>
                    <a:srgbClr val="008080"/>
                  </a:solidFill>
                  <a:latin typeface="Times New Roman" pitchFamily="18" charset="0"/>
                  <a:ea typeface="宋体" pitchFamily="2" charset="-122"/>
                  <a:cs typeface="Tahoma" pitchFamily="34" charset="0"/>
                </a:defRPr>
              </a:lvl6pPr>
              <a:lvl7pPr marL="2971800" indent="-228600" eaLnBrk="0" hangingPunct="0">
                <a:defRPr sz="3200" b="1">
                  <a:solidFill>
                    <a:srgbClr val="008080"/>
                  </a:solidFill>
                  <a:latin typeface="Times New Roman" pitchFamily="18" charset="0"/>
                  <a:ea typeface="宋体" pitchFamily="2" charset="-122"/>
                  <a:cs typeface="Tahoma" pitchFamily="34" charset="0"/>
                </a:defRPr>
              </a:lvl7pPr>
              <a:lvl8pPr marL="3429000" indent="-228600" eaLnBrk="0" hangingPunct="0">
                <a:defRPr sz="3200" b="1">
                  <a:solidFill>
                    <a:srgbClr val="008080"/>
                  </a:solidFill>
                  <a:latin typeface="Times New Roman" pitchFamily="18" charset="0"/>
                  <a:ea typeface="宋体" pitchFamily="2" charset="-122"/>
                  <a:cs typeface="Tahoma" pitchFamily="34" charset="0"/>
                </a:defRPr>
              </a:lvl8pPr>
              <a:lvl9pPr marL="3886200" indent="-228600" eaLnBrk="0" hangingPunct="0">
                <a:defRPr sz="3200" b="1">
                  <a:solidFill>
                    <a:srgbClr val="008080"/>
                  </a:solidFill>
                  <a:latin typeface="Times New Roman" pitchFamily="18" charset="0"/>
                  <a:ea typeface="宋体" pitchFamily="2" charset="-122"/>
                  <a:cs typeface="Tahoma" pitchFamily="34" charset="0"/>
                </a:defRPr>
              </a:lvl9pPr>
            </a:lstStyle>
            <a:p>
              <a:pPr algn="ctr"/>
              <a:r>
                <a:rPr lang="en-US" altLang="zh-CN" sz="2000">
                  <a:solidFill>
                    <a:schemeClr val="bg1"/>
                  </a:solidFill>
                  <a:latin typeface="Arial" charset="0"/>
                  <a:ea typeface="仿宋_GB2312" pitchFamily="49" charset="-122"/>
                </a:rPr>
                <a:t>3.5</a:t>
              </a:r>
            </a:p>
          </p:txBody>
        </p:sp>
      </p:grpSp>
    </p:spTree>
    <p:extLst>
      <p:ext uri="{BB962C8B-B14F-4D97-AF65-F5344CB8AC3E}">
        <p14:creationId xmlns:p14="http://schemas.microsoft.com/office/powerpoint/2010/main" val="51620573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129"/>
          <p:cNvSpPr txBox="1">
            <a:spLocks noChangeArrowheads="1"/>
          </p:cNvSpPr>
          <p:nvPr/>
        </p:nvSpPr>
        <p:spPr bwMode="auto">
          <a:xfrm>
            <a:off x="468313" y="1200150"/>
            <a:ext cx="7920037"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Times New Roman" pitchFamily="18" charset="0"/>
              </a:rPr>
              <a:t>物理意义</a:t>
            </a:r>
            <a:r>
              <a:rPr kumimoji="1" lang="en-US" altLang="zh-CN" sz="2800" b="1" dirty="0">
                <a:latin typeface="Times New Roman" pitchFamily="18" charset="0"/>
              </a:rPr>
              <a:t>:</a:t>
            </a:r>
            <a:r>
              <a:rPr kumimoji="1" lang="zh-CN" altLang="en-US" sz="2800" b="1" dirty="0">
                <a:latin typeface="Times New Roman" pitchFamily="18" charset="0"/>
              </a:rPr>
              <a:t>通过任意</a:t>
            </a:r>
            <a:r>
              <a:rPr kumimoji="1" lang="zh-CN" altLang="en-US" sz="2800" b="1" dirty="0">
                <a:solidFill>
                  <a:srgbClr val="C00000"/>
                </a:solidFill>
                <a:latin typeface="Times New Roman" pitchFamily="18" charset="0"/>
              </a:rPr>
              <a:t>闭合导线</a:t>
            </a:r>
            <a:r>
              <a:rPr kumimoji="1" lang="zh-CN" altLang="en-US" sz="2800" b="1" dirty="0">
                <a:latin typeface="Times New Roman" pitchFamily="18" charset="0"/>
              </a:rPr>
              <a:t>回路的磁通发生变化</a:t>
            </a:r>
            <a:r>
              <a:rPr kumimoji="1" lang="en-US" altLang="zh-CN" sz="2800" b="1" dirty="0">
                <a:latin typeface="Times New Roman" pitchFamily="18" charset="0"/>
              </a:rPr>
              <a:t>,</a:t>
            </a:r>
            <a:r>
              <a:rPr kumimoji="1" lang="zh-CN" altLang="en-US" sz="2800" b="1" dirty="0">
                <a:latin typeface="Times New Roman" pitchFamily="18" charset="0"/>
              </a:rPr>
              <a:t>回路中就会产生感应电流。感应电流的产生可以认为是产生了感应电动势          </a:t>
            </a:r>
            <a:r>
              <a:rPr kumimoji="1" lang="en-US" altLang="zh-CN" sz="2800" b="1" dirty="0">
                <a:latin typeface="Times New Roman" pitchFamily="18" charset="0"/>
              </a:rPr>
              <a:t>,</a:t>
            </a:r>
            <a:r>
              <a:rPr kumimoji="1" lang="zh-CN" altLang="en-US" sz="2800" b="1" dirty="0">
                <a:latin typeface="Times New Roman" pitchFamily="18" charset="0"/>
              </a:rPr>
              <a:t>其</a:t>
            </a:r>
            <a:r>
              <a:rPr kumimoji="1" lang="zh-CN" altLang="en-US" sz="2800" b="1" dirty="0">
                <a:solidFill>
                  <a:srgbClr val="FF0000"/>
                </a:solidFill>
                <a:latin typeface="Times New Roman" pitchFamily="18" charset="0"/>
              </a:rPr>
              <a:t>大小等于回路中磁通对时间的变化率</a:t>
            </a:r>
            <a:r>
              <a:rPr kumimoji="1" lang="en-US" altLang="zh-CN" sz="2800" b="1" dirty="0">
                <a:latin typeface="Times New Roman" pitchFamily="18" charset="0"/>
              </a:rPr>
              <a:t>,</a:t>
            </a:r>
            <a:r>
              <a:rPr kumimoji="1" lang="zh-CN" altLang="en-US" sz="2800" b="1" dirty="0">
                <a:solidFill>
                  <a:srgbClr val="3333CC"/>
                </a:solidFill>
                <a:latin typeface="Times New Roman" pitchFamily="18" charset="0"/>
              </a:rPr>
              <a:t>方向</a:t>
            </a:r>
            <a:r>
              <a:rPr kumimoji="1" lang="zh-CN" altLang="en-US" sz="2800" b="1" dirty="0">
                <a:latin typeface="Times New Roman" pitchFamily="18" charset="0"/>
              </a:rPr>
              <a:t>为感应电流的磁通总是</a:t>
            </a:r>
            <a:r>
              <a:rPr kumimoji="1" lang="zh-CN" altLang="en-US" sz="2800" b="1" dirty="0">
                <a:solidFill>
                  <a:srgbClr val="3333CC"/>
                </a:solidFill>
                <a:latin typeface="Times New Roman" pitchFamily="18" charset="0"/>
              </a:rPr>
              <a:t>阻止</a:t>
            </a:r>
            <a:r>
              <a:rPr kumimoji="1" lang="zh-CN" altLang="en-US" sz="2800" b="1" dirty="0">
                <a:latin typeface="Times New Roman" pitchFamily="18" charset="0"/>
              </a:rPr>
              <a:t>与回路相交链的原来的磁通的变化</a:t>
            </a:r>
            <a:r>
              <a:rPr kumimoji="1" lang="en-US" altLang="zh-CN" sz="2800" b="1" dirty="0">
                <a:latin typeface="Times New Roman" pitchFamily="18" charset="0"/>
              </a:rPr>
              <a:t>.</a:t>
            </a:r>
          </a:p>
        </p:txBody>
      </p:sp>
      <p:graphicFrame>
        <p:nvGraphicFramePr>
          <p:cNvPr id="8" name="Object 130"/>
          <p:cNvGraphicFramePr>
            <a:graphicFrameLocks noChangeAspect="1"/>
          </p:cNvGraphicFramePr>
          <p:nvPr>
            <p:extLst/>
          </p:nvPr>
        </p:nvGraphicFramePr>
        <p:xfrm>
          <a:off x="4622800" y="2122488"/>
          <a:ext cx="508000" cy="373062"/>
        </p:xfrm>
        <a:graphic>
          <a:graphicData uri="http://schemas.openxmlformats.org/presentationml/2006/ole">
            <mc:AlternateContent xmlns:mc="http://schemas.openxmlformats.org/markup-compatibility/2006">
              <mc:Choice xmlns:v="urn:schemas-microsoft-com:vml" Requires="v">
                <p:oleObj spid="_x0000_s231432" name="公式" r:id="rId3" imgW="126720" imgH="139680" progId="Equation.3">
                  <p:embed/>
                </p:oleObj>
              </mc:Choice>
              <mc:Fallback>
                <p:oleObj name="公式" r:id="rId3" imgW="126720" imgH="139680" progId="Equation.3">
                  <p:embed/>
                  <p:pic>
                    <p:nvPicPr>
                      <p:cNvPr id="8" name="Object 130"/>
                      <p:cNvPicPr>
                        <a:picLocks noChangeAspect="1" noChangeArrowheads="1"/>
                      </p:cNvPicPr>
                      <p:nvPr/>
                    </p:nvPicPr>
                    <p:blipFill>
                      <a:blip r:embed="rId4"/>
                      <a:srcRect/>
                      <a:stretch>
                        <a:fillRect/>
                      </a:stretch>
                    </p:blipFill>
                    <p:spPr bwMode="auto">
                      <a:xfrm>
                        <a:off x="4622800" y="2122488"/>
                        <a:ext cx="508000" cy="37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4"/>
          <p:cNvGraphicFramePr>
            <a:graphicFrameLocks noChangeAspect="1"/>
          </p:cNvGraphicFramePr>
          <p:nvPr>
            <p:extLst>
              <p:ext uri="{D42A27DB-BD31-4B8C-83A1-F6EECF244321}">
                <p14:modId xmlns:p14="http://schemas.microsoft.com/office/powerpoint/2010/main" val="2570706001"/>
              </p:ext>
            </p:extLst>
          </p:nvPr>
        </p:nvGraphicFramePr>
        <p:xfrm>
          <a:off x="1979712" y="3579862"/>
          <a:ext cx="1828800" cy="865585"/>
        </p:xfrm>
        <a:graphic>
          <a:graphicData uri="http://schemas.openxmlformats.org/presentationml/2006/ole">
            <mc:AlternateContent xmlns:mc="http://schemas.openxmlformats.org/markup-compatibility/2006">
              <mc:Choice xmlns:v="urn:schemas-microsoft-com:vml" Requires="v">
                <p:oleObj spid="_x0000_s231433" name="公式" r:id="rId5" imgW="622080" imgH="393480" progId="Equation.3">
                  <p:embed/>
                </p:oleObj>
              </mc:Choice>
              <mc:Fallback>
                <p:oleObj name="公式" r:id="rId5" imgW="622080" imgH="393480" progId="Equation.3">
                  <p:embed/>
                  <p:pic>
                    <p:nvPicPr>
                      <p:cNvPr id="6150" name="Object 4"/>
                      <p:cNvPicPr>
                        <a:picLocks noChangeAspect="1" noChangeArrowheads="1"/>
                      </p:cNvPicPr>
                      <p:nvPr/>
                    </p:nvPicPr>
                    <p:blipFill>
                      <a:blip r:embed="rId6"/>
                      <a:srcRect/>
                      <a:stretch>
                        <a:fillRect/>
                      </a:stretch>
                    </p:blipFill>
                    <p:spPr bwMode="auto">
                      <a:xfrm>
                        <a:off x="1979712" y="3579862"/>
                        <a:ext cx="1828800" cy="86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p:cNvSpPr/>
          <p:nvPr/>
        </p:nvSpPr>
        <p:spPr>
          <a:xfrm>
            <a:off x="-143670" y="195486"/>
            <a:ext cx="7523981" cy="707886"/>
          </a:xfrm>
          <a:prstGeom prst="rect">
            <a:avLst/>
          </a:prstGeom>
        </p:spPr>
        <p:txBody>
          <a:bodyPr wrap="square">
            <a:spAutoFit/>
          </a:bodyPr>
          <a:lstStyle/>
          <a:p>
            <a:pPr marL="190500" lvl="1" eaLnBrk="1" hangingPunct="1">
              <a:spcBef>
                <a:spcPct val="20000"/>
              </a:spcBef>
              <a:buClr>
                <a:srgbClr val="B2B2B2"/>
              </a:buClr>
              <a:buSzPct val="75000"/>
            </a:pPr>
            <a:r>
              <a:rPr kumimoji="1" lang="zh-CN" altLang="en-US" sz="4000" b="1" kern="0" dirty="0">
                <a:solidFill>
                  <a:srgbClr val="1B285F"/>
                </a:solidFill>
                <a:latin typeface="隶书" pitchFamily="49" charset="-122"/>
                <a:ea typeface="隶书" pitchFamily="49" charset="-122"/>
              </a:rPr>
              <a:t>法拉第电磁感应定律</a:t>
            </a:r>
          </a:p>
        </p:txBody>
      </p:sp>
    </p:spTree>
    <p:extLst>
      <p:ext uri="{BB962C8B-B14F-4D97-AF65-F5344CB8AC3E}">
        <p14:creationId xmlns:p14="http://schemas.microsoft.com/office/powerpoint/2010/main" val="410640041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descr="Rectangle: Click to edit Master text styles&#10;Second level&#10;Third level&#10;Fourth level&#10;Fifth level"/>
          <p:cNvSpPr>
            <a:spLocks noGrp="1" noChangeArrowheads="1"/>
          </p:cNvSpPr>
          <p:nvPr>
            <p:ph type="body" idx="1"/>
          </p:nvPr>
        </p:nvSpPr>
        <p:spPr>
          <a:xfrm>
            <a:off x="366849" y="3758488"/>
            <a:ext cx="7772400" cy="1175462"/>
          </a:xfrm>
        </p:spPr>
        <p:txBody>
          <a:bodyPr/>
          <a:lstStyle/>
          <a:p>
            <a:pPr marL="0" indent="0" eaLnBrk="1" hangingPunct="1">
              <a:buNone/>
            </a:pPr>
            <a:r>
              <a:rPr lang="zh-CN" altLang="en-US" dirty="0" smtClean="0">
                <a:latin typeface="宋体" pitchFamily="2" charset="-122"/>
              </a:rPr>
              <a:t>    式（</a:t>
            </a:r>
            <a:r>
              <a:rPr lang="en-US" altLang="zh-CN" dirty="0" smtClean="0">
                <a:latin typeface="宋体" pitchFamily="2" charset="-122"/>
              </a:rPr>
              <a:t>3.3</a:t>
            </a:r>
            <a:r>
              <a:rPr lang="zh-CN" altLang="en-US" dirty="0" smtClean="0">
                <a:latin typeface="宋体" pitchFamily="2" charset="-122"/>
              </a:rPr>
              <a:t>）和（</a:t>
            </a:r>
            <a:r>
              <a:rPr lang="en-US" altLang="zh-CN" dirty="0" smtClean="0">
                <a:latin typeface="宋体" pitchFamily="2" charset="-122"/>
              </a:rPr>
              <a:t>3.5</a:t>
            </a:r>
            <a:r>
              <a:rPr lang="zh-CN" altLang="en-US" dirty="0" smtClean="0">
                <a:latin typeface="宋体" pitchFamily="2" charset="-122"/>
              </a:rPr>
              <a:t>）为法拉第电磁感应定律的积分形式和微分形式。</a:t>
            </a:r>
          </a:p>
        </p:txBody>
      </p:sp>
      <p:graphicFrame>
        <p:nvGraphicFramePr>
          <p:cNvPr id="8197" name="Object 4"/>
          <p:cNvGraphicFramePr>
            <a:graphicFrameLocks noChangeAspect="1"/>
          </p:cNvGraphicFramePr>
          <p:nvPr>
            <p:extLst/>
          </p:nvPr>
        </p:nvGraphicFramePr>
        <p:xfrm>
          <a:off x="304800" y="609381"/>
          <a:ext cx="7553325" cy="788988"/>
        </p:xfrm>
        <a:graphic>
          <a:graphicData uri="http://schemas.openxmlformats.org/presentationml/2006/ole">
            <mc:AlternateContent xmlns:mc="http://schemas.openxmlformats.org/markup-compatibility/2006">
              <mc:Choice xmlns:v="urn:schemas-microsoft-com:vml" Requires="v">
                <p:oleObj spid="_x0000_s232456" name="公式" r:id="rId3" imgW="3073320" imgH="431640" progId="Equation.3">
                  <p:embed/>
                </p:oleObj>
              </mc:Choice>
              <mc:Fallback>
                <p:oleObj name="公式" r:id="rId3" imgW="3073320" imgH="431640" progId="Equation.3">
                  <p:embed/>
                  <p:pic>
                    <p:nvPicPr>
                      <p:cNvPr id="8197" name="Object 4"/>
                      <p:cNvPicPr>
                        <a:picLocks noChangeAspect="1" noChangeArrowheads="1"/>
                      </p:cNvPicPr>
                      <p:nvPr/>
                    </p:nvPicPr>
                    <p:blipFill>
                      <a:blip r:embed="rId4"/>
                      <a:srcRect/>
                      <a:stretch>
                        <a:fillRect/>
                      </a:stretch>
                    </p:blipFill>
                    <p:spPr bwMode="auto">
                      <a:xfrm>
                        <a:off x="304800" y="609381"/>
                        <a:ext cx="7553325"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9" name="Object 6"/>
          <p:cNvGraphicFramePr>
            <a:graphicFrameLocks noChangeAspect="1"/>
          </p:cNvGraphicFramePr>
          <p:nvPr>
            <p:extLst/>
          </p:nvPr>
        </p:nvGraphicFramePr>
        <p:xfrm>
          <a:off x="3200400" y="2419350"/>
          <a:ext cx="2362200" cy="831056"/>
        </p:xfrm>
        <a:graphic>
          <a:graphicData uri="http://schemas.openxmlformats.org/presentationml/2006/ole">
            <mc:AlternateContent xmlns:mc="http://schemas.openxmlformats.org/markup-compatibility/2006">
              <mc:Choice xmlns:v="urn:schemas-microsoft-com:vml" Requires="v">
                <p:oleObj spid="_x0000_s232457" name="公式" r:id="rId5" imgW="914400" imgH="431800" progId="Equation.3">
                  <p:embed/>
                </p:oleObj>
              </mc:Choice>
              <mc:Fallback>
                <p:oleObj name="公式" r:id="rId5" imgW="914400" imgH="431800" progId="Equation.3">
                  <p:embed/>
                  <p:pic>
                    <p:nvPicPr>
                      <p:cNvPr id="8199"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2419350"/>
                        <a:ext cx="2362200" cy="83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135"/>
          <p:cNvSpPr txBox="1">
            <a:spLocks noChangeArrowheads="1"/>
          </p:cNvSpPr>
          <p:nvPr/>
        </p:nvSpPr>
        <p:spPr bwMode="auto">
          <a:xfrm>
            <a:off x="685800" y="1428750"/>
            <a:ext cx="74676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200" b="1" dirty="0" smtClean="0">
                <a:solidFill>
                  <a:srgbClr val="FF0000"/>
                </a:solidFill>
                <a:latin typeface="Times New Roman" pitchFamily="18" charset="0"/>
                <a:ea typeface="华文新魏" pitchFamily="2" charset="-122"/>
              </a:rPr>
              <a:t>感应</a:t>
            </a:r>
            <a:r>
              <a:rPr kumimoji="1" lang="zh-CN" altLang="en-US" sz="3200" b="1" dirty="0">
                <a:solidFill>
                  <a:srgbClr val="FF0000"/>
                </a:solidFill>
                <a:latin typeface="Times New Roman" pitchFamily="18" charset="0"/>
                <a:ea typeface="华文新魏" pitchFamily="2" charset="-122"/>
              </a:rPr>
              <a:t>电场的环路线积分值不恒为零</a:t>
            </a:r>
            <a:r>
              <a:rPr kumimoji="1" lang="en-US" altLang="zh-CN" sz="3200" b="1" dirty="0" smtClean="0">
                <a:solidFill>
                  <a:srgbClr val="FF0000"/>
                </a:solidFill>
                <a:latin typeface="Times New Roman" pitchFamily="18" charset="0"/>
                <a:ea typeface="华文新魏" pitchFamily="2" charset="-122"/>
              </a:rPr>
              <a:t>.</a:t>
            </a:r>
          </a:p>
          <a:p>
            <a:pPr>
              <a:spcBef>
                <a:spcPct val="50000"/>
              </a:spcBef>
            </a:pPr>
            <a:endParaRPr kumimoji="1" lang="en-US" altLang="zh-CN" sz="3200" b="1" dirty="0">
              <a:solidFill>
                <a:srgbClr val="FF0000"/>
              </a:solidFill>
              <a:latin typeface="Times New Roman" pitchFamily="18" charset="0"/>
              <a:ea typeface="华文新魏" pitchFamily="2" charset="-122"/>
            </a:endParaRPr>
          </a:p>
        </p:txBody>
      </p:sp>
      <p:sp>
        <p:nvSpPr>
          <p:cNvPr id="4" name="矩形 3"/>
          <p:cNvSpPr/>
          <p:nvPr/>
        </p:nvSpPr>
        <p:spPr>
          <a:xfrm>
            <a:off x="3056215" y="3028950"/>
            <a:ext cx="3877985" cy="646331"/>
          </a:xfrm>
          <a:prstGeom prst="rect">
            <a:avLst/>
          </a:prstGeom>
        </p:spPr>
        <p:txBody>
          <a:bodyPr wrap="none">
            <a:spAutoFit/>
          </a:bodyPr>
          <a:lstStyle/>
          <a:p>
            <a:pPr lvl="0">
              <a:spcBef>
                <a:spcPct val="50000"/>
              </a:spcBef>
            </a:pPr>
            <a:r>
              <a:rPr kumimoji="1" lang="zh-CN" altLang="en-US" sz="3600" b="1" dirty="0">
                <a:solidFill>
                  <a:srgbClr val="3333CC"/>
                </a:solidFill>
                <a:latin typeface="Times New Roman" pitchFamily="18" charset="0"/>
                <a:ea typeface="华文新魏" pitchFamily="2" charset="-122"/>
              </a:rPr>
              <a:t>感应电场为有旋场</a:t>
            </a:r>
            <a:endParaRPr kumimoji="1" lang="zh-CN" altLang="en-US" sz="2800" b="1" dirty="0">
              <a:solidFill>
                <a:srgbClr val="40458C"/>
              </a:solidFill>
              <a:latin typeface="Times New Roman" pitchFamily="18" charset="0"/>
              <a:ea typeface="华文新魏" pitchFamily="2" charset="-122"/>
            </a:endParaRPr>
          </a:p>
        </p:txBody>
      </p:sp>
      <p:sp>
        <p:nvSpPr>
          <p:cNvPr id="14" name="AutoShape 138"/>
          <p:cNvSpPr>
            <a:spLocks noChangeArrowheads="1"/>
          </p:cNvSpPr>
          <p:nvPr/>
        </p:nvSpPr>
        <p:spPr bwMode="auto">
          <a:xfrm>
            <a:off x="2590800" y="2745390"/>
            <a:ext cx="609600" cy="740760"/>
          </a:xfrm>
          <a:prstGeom prst="curvedRightArrow">
            <a:avLst>
              <a:gd name="adj1" fmla="val 20000"/>
              <a:gd name="adj2" fmla="val 40000"/>
              <a:gd name="adj3" fmla="val 44444"/>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矩形 2"/>
          <p:cNvSpPr/>
          <p:nvPr/>
        </p:nvSpPr>
        <p:spPr>
          <a:xfrm>
            <a:off x="7515029" y="663536"/>
            <a:ext cx="1628971" cy="584775"/>
          </a:xfrm>
          <a:prstGeom prst="rect">
            <a:avLst/>
          </a:prstGeom>
        </p:spPr>
        <p:txBody>
          <a:bodyPr wrap="none">
            <a:spAutoFit/>
          </a:bodyPr>
          <a:lstStyle/>
          <a:p>
            <a:pPr lvl="0" algn="r" eaLnBrk="1" hangingPunct="1">
              <a:spcBef>
                <a:spcPct val="20000"/>
              </a:spcBef>
              <a:buClr>
                <a:srgbClr val="A50021"/>
              </a:buClr>
              <a:buSzPct val="75000"/>
            </a:pPr>
            <a:r>
              <a:rPr lang="zh-CN" altLang="en-US" sz="3200" b="1" dirty="0">
                <a:solidFill>
                  <a:srgbClr val="000000"/>
                </a:solidFill>
                <a:latin typeface="宋体" pitchFamily="2" charset="-122"/>
                <a:ea typeface="宋体"/>
              </a:rPr>
              <a:t>（</a:t>
            </a:r>
            <a:r>
              <a:rPr lang="en-US" altLang="zh-CN" sz="3200" b="1" dirty="0">
                <a:solidFill>
                  <a:srgbClr val="000000"/>
                </a:solidFill>
                <a:latin typeface="宋体" pitchFamily="2" charset="-122"/>
                <a:ea typeface="宋体"/>
              </a:rPr>
              <a:t>3.3</a:t>
            </a:r>
            <a:r>
              <a:rPr lang="zh-CN" altLang="en-US" sz="3200" b="1" dirty="0">
                <a:solidFill>
                  <a:srgbClr val="000000"/>
                </a:solidFill>
                <a:latin typeface="宋体" pitchFamily="2" charset="-122"/>
                <a:ea typeface="宋体"/>
              </a:rPr>
              <a:t>）</a:t>
            </a:r>
            <a:endParaRPr lang="en-US" altLang="zh-CN" sz="3200" b="1" dirty="0">
              <a:solidFill>
                <a:srgbClr val="000000"/>
              </a:solidFill>
              <a:latin typeface="宋体" pitchFamily="2" charset="-122"/>
              <a:ea typeface="宋体"/>
            </a:endParaRPr>
          </a:p>
        </p:txBody>
      </p:sp>
      <p:sp>
        <p:nvSpPr>
          <p:cNvPr id="7" name="矩形 6"/>
          <p:cNvSpPr/>
          <p:nvPr/>
        </p:nvSpPr>
        <p:spPr>
          <a:xfrm>
            <a:off x="5730240" y="2486724"/>
            <a:ext cx="1628971" cy="584775"/>
          </a:xfrm>
          <a:prstGeom prst="rect">
            <a:avLst/>
          </a:prstGeom>
        </p:spPr>
        <p:txBody>
          <a:bodyPr wrap="none">
            <a:spAutoFit/>
          </a:bodyPr>
          <a:lstStyle/>
          <a:p>
            <a:pPr lvl="0" algn="r" eaLnBrk="1" hangingPunct="1">
              <a:spcBef>
                <a:spcPct val="20000"/>
              </a:spcBef>
              <a:buClr>
                <a:srgbClr val="A50021"/>
              </a:buClr>
              <a:buSzPct val="75000"/>
            </a:pPr>
            <a:r>
              <a:rPr lang="zh-CN" altLang="en-US" sz="3200" b="1" dirty="0">
                <a:solidFill>
                  <a:srgbClr val="000000"/>
                </a:solidFill>
                <a:latin typeface="宋体" pitchFamily="2" charset="-122"/>
                <a:ea typeface="宋体"/>
              </a:rPr>
              <a:t>（</a:t>
            </a:r>
            <a:r>
              <a:rPr lang="en-US" altLang="zh-CN" sz="3200" b="1" dirty="0">
                <a:solidFill>
                  <a:srgbClr val="000000"/>
                </a:solidFill>
                <a:latin typeface="宋体" pitchFamily="2" charset="-122"/>
                <a:ea typeface="宋体"/>
              </a:rPr>
              <a:t>3.5</a:t>
            </a:r>
            <a:r>
              <a:rPr lang="zh-CN" altLang="en-US" sz="3200" b="1" dirty="0">
                <a:solidFill>
                  <a:srgbClr val="000000"/>
                </a:solidFill>
                <a:latin typeface="宋体" pitchFamily="2" charset="-122"/>
                <a:ea typeface="宋体"/>
              </a:rPr>
              <a:t>）</a:t>
            </a:r>
          </a:p>
        </p:txBody>
      </p:sp>
    </p:spTree>
    <p:extLst>
      <p:ext uri="{BB962C8B-B14F-4D97-AF65-F5344CB8AC3E}">
        <p14:creationId xmlns:p14="http://schemas.microsoft.com/office/powerpoint/2010/main" val="305374176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1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P spid="8" grpId="0"/>
      <p:bldP spid="4" grpId="0"/>
      <p:bldP spid="14" grpId="0" animBg="1"/>
      <p:bldP spid="7"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81000" y="971550"/>
            <a:ext cx="4953000" cy="3086100"/>
          </a:xfrm>
        </p:spPr>
        <p:txBody>
          <a:bodyPr/>
          <a:lstStyle/>
          <a:p>
            <a:r>
              <a:rPr lang="zh-CN" altLang="en-US" dirty="0" smtClean="0"/>
              <a:t>例</a:t>
            </a:r>
            <a:r>
              <a:rPr lang="en-US" altLang="zh-CN" dirty="0" smtClean="0"/>
              <a:t>3-1 </a:t>
            </a:r>
            <a:r>
              <a:rPr lang="zh-CN" altLang="en-US" dirty="0" smtClean="0"/>
              <a:t>一个        的单匝矩形线圈，放在时变磁场 </a:t>
            </a:r>
            <a:endParaRPr lang="en-US" altLang="zh-CN" dirty="0"/>
          </a:p>
          <a:p>
            <a:pPr marL="0" indent="0">
              <a:buNone/>
            </a:pPr>
            <a:r>
              <a:rPr lang="en-US" altLang="zh-CN" dirty="0" smtClean="0"/>
              <a:t>		   </a:t>
            </a:r>
            <a:r>
              <a:rPr lang="zh-CN" altLang="en-US" dirty="0" smtClean="0"/>
              <a:t>中。开始时，线圈面的法向与</a:t>
            </a:r>
            <a:r>
              <a:rPr lang="en-US" altLang="zh-CN" dirty="0" smtClean="0"/>
              <a:t>y</a:t>
            </a:r>
            <a:r>
              <a:rPr lang="zh-CN" altLang="en-US" dirty="0" smtClean="0"/>
              <a:t>轴成</a:t>
            </a:r>
            <a:r>
              <a:rPr lang="en-US" altLang="zh-CN" dirty="0" smtClean="0"/>
              <a:t>  </a:t>
            </a:r>
            <a:r>
              <a:rPr lang="zh-CN" altLang="en-US" dirty="0" smtClean="0"/>
              <a:t>  角，求线圈静止及线圈以角速度    绕</a:t>
            </a:r>
            <a:r>
              <a:rPr lang="en-US" altLang="zh-CN" dirty="0" smtClean="0"/>
              <a:t>x</a:t>
            </a:r>
            <a:r>
              <a:rPr lang="zh-CN" altLang="en-US" dirty="0" smtClean="0"/>
              <a:t>轴旋转时的感应电动势。</a:t>
            </a:r>
            <a:endParaRPr lang="zh-CN" altLang="en-US" dirty="0"/>
          </a:p>
        </p:txBody>
      </p:sp>
      <p:graphicFrame>
        <p:nvGraphicFramePr>
          <p:cNvPr id="4" name="对象 3"/>
          <p:cNvGraphicFramePr>
            <a:graphicFrameLocks noChangeAspect="1"/>
          </p:cNvGraphicFramePr>
          <p:nvPr>
            <p:extLst/>
          </p:nvPr>
        </p:nvGraphicFramePr>
        <p:xfrm>
          <a:off x="2632075" y="1089025"/>
          <a:ext cx="873125" cy="339725"/>
        </p:xfrm>
        <a:graphic>
          <a:graphicData uri="http://schemas.openxmlformats.org/presentationml/2006/ole">
            <mc:AlternateContent xmlns:mc="http://schemas.openxmlformats.org/markup-compatibility/2006">
              <mc:Choice xmlns:v="urn:schemas-microsoft-com:vml" Requires="v">
                <p:oleObj spid="_x0000_s233486" name="公式" r:id="rId3" imgW="342720" imgH="177480" progId="Equation.3">
                  <p:embed/>
                </p:oleObj>
              </mc:Choice>
              <mc:Fallback>
                <p:oleObj name="公式" r:id="rId3" imgW="342720" imgH="177480" progId="Equation.3">
                  <p:embed/>
                  <p:pic>
                    <p:nvPicPr>
                      <p:cNvPr id="4" name="对象 3"/>
                      <p:cNvPicPr>
                        <a:picLocks noChangeAspect="1" noChangeArrowheads="1"/>
                      </p:cNvPicPr>
                      <p:nvPr/>
                    </p:nvPicPr>
                    <p:blipFill>
                      <a:blip r:embed="rId4"/>
                      <a:srcRect/>
                      <a:stretch>
                        <a:fillRect/>
                      </a:stretch>
                    </p:blipFill>
                    <p:spPr bwMode="auto">
                      <a:xfrm>
                        <a:off x="2632075" y="1089025"/>
                        <a:ext cx="873125"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51907"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57800" y="1503586"/>
            <a:ext cx="3532188" cy="25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对象 4"/>
          <p:cNvGraphicFramePr>
            <a:graphicFrameLocks noChangeAspect="1"/>
          </p:cNvGraphicFramePr>
          <p:nvPr>
            <p:extLst/>
          </p:nvPr>
        </p:nvGraphicFramePr>
        <p:xfrm>
          <a:off x="457201" y="2038350"/>
          <a:ext cx="2057399" cy="460375"/>
        </p:xfrm>
        <a:graphic>
          <a:graphicData uri="http://schemas.openxmlformats.org/presentationml/2006/ole">
            <mc:AlternateContent xmlns:mc="http://schemas.openxmlformats.org/markup-compatibility/2006">
              <mc:Choice xmlns:v="urn:schemas-microsoft-com:vml" Requires="v">
                <p:oleObj spid="_x0000_s233487" name="公式" r:id="rId6" imgW="952200" imgH="241200" progId="Equation.3">
                  <p:embed/>
                </p:oleObj>
              </mc:Choice>
              <mc:Fallback>
                <p:oleObj name="公式" r:id="rId6" imgW="952200" imgH="241200" progId="Equation.3">
                  <p:embed/>
                  <p:pic>
                    <p:nvPicPr>
                      <p:cNvPr id="5" name="对象 4"/>
                      <p:cNvPicPr>
                        <a:picLocks noChangeAspect="1" noChangeArrowheads="1"/>
                      </p:cNvPicPr>
                      <p:nvPr/>
                    </p:nvPicPr>
                    <p:blipFill>
                      <a:blip r:embed="rId7"/>
                      <a:srcRect/>
                      <a:stretch>
                        <a:fillRect/>
                      </a:stretch>
                    </p:blipFill>
                    <p:spPr bwMode="auto">
                      <a:xfrm>
                        <a:off x="457201" y="2038350"/>
                        <a:ext cx="2057399" cy="460375"/>
                      </a:xfrm>
                      <a:prstGeom prst="rect">
                        <a:avLst/>
                      </a:prstGeom>
                      <a:noFill/>
                      <a:ln>
                        <a:noFill/>
                      </a:ln>
                      <a:effectLst/>
                    </p:spPr>
                  </p:pic>
                </p:oleObj>
              </mc:Fallback>
            </mc:AlternateContent>
          </a:graphicData>
        </a:graphic>
      </p:graphicFrame>
      <p:graphicFrame>
        <p:nvGraphicFramePr>
          <p:cNvPr id="6" name="对象 5"/>
          <p:cNvGraphicFramePr>
            <a:graphicFrameLocks noChangeAspect="1"/>
          </p:cNvGraphicFramePr>
          <p:nvPr>
            <p:extLst/>
          </p:nvPr>
        </p:nvGraphicFramePr>
        <p:xfrm>
          <a:off x="4419600" y="2729363"/>
          <a:ext cx="388938" cy="266700"/>
        </p:xfrm>
        <a:graphic>
          <a:graphicData uri="http://schemas.openxmlformats.org/presentationml/2006/ole">
            <mc:AlternateContent xmlns:mc="http://schemas.openxmlformats.org/markup-compatibility/2006">
              <mc:Choice xmlns:v="urn:schemas-microsoft-com:vml" Requires="v">
                <p:oleObj spid="_x0000_s233488" name="公式" r:id="rId8" imgW="152280" imgH="139680" progId="Equation.3">
                  <p:embed/>
                </p:oleObj>
              </mc:Choice>
              <mc:Fallback>
                <p:oleObj name="公式" r:id="rId8" imgW="152280" imgH="139680" progId="Equation.3">
                  <p:embed/>
                  <p:pic>
                    <p:nvPicPr>
                      <p:cNvPr id="6" name="对象 5"/>
                      <p:cNvPicPr>
                        <a:picLocks noChangeAspect="1" noChangeArrowheads="1"/>
                      </p:cNvPicPr>
                      <p:nvPr/>
                    </p:nvPicPr>
                    <p:blipFill>
                      <a:blip r:embed="rId9"/>
                      <a:srcRect/>
                      <a:stretch>
                        <a:fillRect/>
                      </a:stretch>
                    </p:blipFill>
                    <p:spPr bwMode="auto">
                      <a:xfrm>
                        <a:off x="4419600" y="2729363"/>
                        <a:ext cx="388938"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对象 6"/>
          <p:cNvGraphicFramePr>
            <a:graphicFrameLocks noChangeAspect="1"/>
          </p:cNvGraphicFramePr>
          <p:nvPr>
            <p:extLst/>
          </p:nvPr>
        </p:nvGraphicFramePr>
        <p:xfrm>
          <a:off x="1371600" y="3714750"/>
          <a:ext cx="387350" cy="266700"/>
        </p:xfrm>
        <a:graphic>
          <a:graphicData uri="http://schemas.openxmlformats.org/presentationml/2006/ole">
            <mc:AlternateContent xmlns:mc="http://schemas.openxmlformats.org/markup-compatibility/2006">
              <mc:Choice xmlns:v="urn:schemas-microsoft-com:vml" Requires="v">
                <p:oleObj spid="_x0000_s233489" name="公式" r:id="rId10" imgW="152280" imgH="139680" progId="Equation.3">
                  <p:embed/>
                </p:oleObj>
              </mc:Choice>
              <mc:Fallback>
                <p:oleObj name="公式" r:id="rId10" imgW="152280" imgH="139680" progId="Equation.3">
                  <p:embed/>
                  <p:pic>
                    <p:nvPicPr>
                      <p:cNvPr id="7" name="对象 6"/>
                      <p:cNvPicPr>
                        <a:picLocks noChangeAspect="1" noChangeArrowheads="1"/>
                      </p:cNvPicPr>
                      <p:nvPr/>
                    </p:nvPicPr>
                    <p:blipFill>
                      <a:blip r:embed="rId11"/>
                      <a:srcRect/>
                      <a:stretch>
                        <a:fillRect/>
                      </a:stretch>
                    </p:blipFill>
                    <p:spPr bwMode="auto">
                      <a:xfrm>
                        <a:off x="1371600" y="3714750"/>
                        <a:ext cx="387350"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03199471"/>
      </p:ext>
    </p:extLst>
  </p:cSld>
  <p:clrMapOvr>
    <a:masterClrMapping/>
  </p:clrMapOvr>
  <mc:AlternateContent xmlns:mc="http://schemas.openxmlformats.org/markup-compatibility/2006" xmlns:p14="http://schemas.microsoft.com/office/powerpoint/2010/main">
    <mc:Choice Requires="p14">
      <p:transition p14:dur="10">
        <p:random/>
      </p:transition>
    </mc:Choice>
    <mc:Fallback xmlns="">
      <p:transition>
        <p:random/>
      </p:transition>
    </mc:Fallback>
  </mc:AlternateContent>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en-US" altLang="zh-CN" dirty="0">
                <a:latin typeface="隶书" pitchFamily="49" charset="-122"/>
              </a:rPr>
              <a:t>3.1.2 </a:t>
            </a:r>
            <a:r>
              <a:rPr lang="zh-CN" altLang="en-US" dirty="0" smtClean="0">
                <a:latin typeface="隶书" pitchFamily="49" charset="-122"/>
              </a:rPr>
              <a:t>位移电流</a:t>
            </a:r>
            <a:endParaRPr lang="zh-CN" altLang="en-US" dirty="0"/>
          </a:p>
        </p:txBody>
      </p:sp>
      <p:sp>
        <p:nvSpPr>
          <p:cNvPr id="3" name="内容占位符 2"/>
          <p:cNvSpPr>
            <a:spLocks noGrp="1"/>
          </p:cNvSpPr>
          <p:nvPr>
            <p:ph idx="1"/>
          </p:nvPr>
        </p:nvSpPr>
        <p:spPr>
          <a:xfrm>
            <a:off x="457200" y="1619250"/>
            <a:ext cx="6019800" cy="3086100"/>
          </a:xfrm>
        </p:spPr>
        <p:txBody>
          <a:bodyPr/>
          <a:lstStyle/>
          <a:p>
            <a:pPr marL="0" indent="0">
              <a:spcBef>
                <a:spcPct val="50000"/>
              </a:spcBef>
              <a:buNone/>
            </a:pPr>
            <a:r>
              <a:rPr kumimoji="1" lang="en-US" altLang="zh-CN" sz="2400" dirty="0">
                <a:latin typeface="Times New Roman" pitchFamily="18" charset="0"/>
              </a:rPr>
              <a:t> </a:t>
            </a:r>
            <a:r>
              <a:rPr kumimoji="1" lang="zh-CN" altLang="en-US" sz="2400" dirty="0">
                <a:latin typeface="Times New Roman" pitchFamily="18" charset="0"/>
              </a:rPr>
              <a:t>如图示，电容器连接在</a:t>
            </a:r>
            <a:r>
              <a:rPr kumimoji="1" lang="zh-CN" altLang="en-US" sz="2400" dirty="0" smtClean="0">
                <a:latin typeface="Times New Roman" pitchFamily="18" charset="0"/>
              </a:rPr>
              <a:t>交流电源上</a:t>
            </a:r>
            <a:r>
              <a:rPr kumimoji="1" lang="zh-CN" altLang="en-US" sz="2400" dirty="0">
                <a:latin typeface="Times New Roman" pitchFamily="18" charset="0"/>
              </a:rPr>
              <a:t>，电路中的电流为</a:t>
            </a:r>
            <a:r>
              <a:rPr kumimoji="1" lang="en-US" altLang="zh-CN" sz="2400" dirty="0">
                <a:latin typeface="Times New Roman" pitchFamily="18" charset="0"/>
              </a:rPr>
              <a:t>i</a:t>
            </a:r>
            <a:r>
              <a:rPr kumimoji="1" lang="zh-CN" altLang="en-US" sz="2400" dirty="0">
                <a:latin typeface="Times New Roman" pitchFamily="18" charset="0"/>
              </a:rPr>
              <a:t>，但</a:t>
            </a:r>
            <a:r>
              <a:rPr kumimoji="1" lang="zh-CN" altLang="en-US" sz="2400" dirty="0" smtClean="0">
                <a:latin typeface="Times New Roman" pitchFamily="18" charset="0"/>
              </a:rPr>
              <a:t>电容器中</a:t>
            </a:r>
            <a:r>
              <a:rPr kumimoji="1" lang="zh-CN" altLang="en-US" sz="2400" dirty="0">
                <a:latin typeface="Times New Roman" pitchFamily="18" charset="0"/>
              </a:rPr>
              <a:t>并没电流。取一闭合路径</a:t>
            </a:r>
            <a:r>
              <a:rPr kumimoji="1" lang="en-US" altLang="zh-CN" sz="2400" dirty="0">
                <a:latin typeface="Times New Roman" pitchFamily="18" charset="0"/>
              </a:rPr>
              <a:t>C</a:t>
            </a:r>
            <a:r>
              <a:rPr kumimoji="1" lang="zh-CN" altLang="en-US" sz="2400" dirty="0" smtClean="0">
                <a:latin typeface="Times New Roman" pitchFamily="18" charset="0"/>
              </a:rPr>
              <a:t>包围导线</a:t>
            </a:r>
            <a:r>
              <a:rPr kumimoji="1" lang="zh-CN" altLang="en-US" sz="2400" dirty="0">
                <a:latin typeface="Times New Roman" pitchFamily="18" charset="0"/>
              </a:rPr>
              <a:t>，并对路径Ｃ积分　　　　，以Ｃ为外围线的</a:t>
            </a:r>
            <a:r>
              <a:rPr kumimoji="1" lang="zh-CN" altLang="en-US" sz="2400" dirty="0" smtClean="0">
                <a:latin typeface="Times New Roman" pitchFamily="18" charset="0"/>
              </a:rPr>
              <a:t>面很多</a:t>
            </a:r>
            <a:r>
              <a:rPr kumimoji="1" lang="zh-CN" altLang="en-US" sz="2400" dirty="0">
                <a:latin typeface="Times New Roman" pitchFamily="18" charset="0"/>
              </a:rPr>
              <a:t>，这里取面</a:t>
            </a:r>
            <a:r>
              <a:rPr kumimoji="1" lang="en-US" altLang="zh-CN" sz="2400" dirty="0">
                <a:latin typeface="Times New Roman" pitchFamily="18" charset="0"/>
              </a:rPr>
              <a:t>S</a:t>
            </a:r>
            <a:r>
              <a:rPr kumimoji="1" lang="en-US" altLang="zh-CN" sz="2400" baseline="-25000" dirty="0">
                <a:latin typeface="Times New Roman" pitchFamily="18" charset="0"/>
              </a:rPr>
              <a:t>1</a:t>
            </a:r>
            <a:r>
              <a:rPr kumimoji="1" lang="zh-CN" altLang="en-US" sz="2400" dirty="0">
                <a:latin typeface="Times New Roman" pitchFamily="18" charset="0"/>
              </a:rPr>
              <a:t>和</a:t>
            </a:r>
            <a:r>
              <a:rPr kumimoji="1" lang="en-US" altLang="zh-CN" sz="2400" dirty="0">
                <a:latin typeface="Times New Roman" pitchFamily="18" charset="0"/>
              </a:rPr>
              <a:t>S</a:t>
            </a:r>
            <a:r>
              <a:rPr kumimoji="1" lang="en-US" altLang="zh-CN" sz="2400" baseline="-25000" dirty="0">
                <a:latin typeface="Times New Roman" pitchFamily="18" charset="0"/>
              </a:rPr>
              <a:t>2</a:t>
            </a:r>
            <a:r>
              <a:rPr kumimoji="1" lang="en-US" altLang="zh-CN" sz="2400" dirty="0">
                <a:latin typeface="Times New Roman" pitchFamily="18" charset="0"/>
              </a:rPr>
              <a:t>, S</a:t>
            </a:r>
            <a:r>
              <a:rPr kumimoji="1" lang="en-US" altLang="zh-CN" sz="2400" baseline="-25000" dirty="0"/>
              <a:t>1</a:t>
            </a:r>
            <a:r>
              <a:rPr kumimoji="1" lang="zh-CN" altLang="en-US" sz="2400" dirty="0">
                <a:latin typeface="Times New Roman" pitchFamily="18" charset="0"/>
              </a:rPr>
              <a:t>与导线相截， </a:t>
            </a:r>
            <a:r>
              <a:rPr kumimoji="1" lang="en-US" altLang="zh-CN" sz="2400" dirty="0">
                <a:latin typeface="Times New Roman" pitchFamily="18" charset="0"/>
              </a:rPr>
              <a:t>S</a:t>
            </a:r>
            <a:r>
              <a:rPr kumimoji="1" lang="zh-CN" altLang="en-US" sz="2400" baseline="-25000" dirty="0"/>
              <a:t>２</a:t>
            </a:r>
            <a:r>
              <a:rPr kumimoji="1" lang="zh-CN" altLang="en-US" sz="2400" dirty="0"/>
              <a:t>穿过</a:t>
            </a:r>
            <a:r>
              <a:rPr kumimoji="1" lang="zh-CN" altLang="en-US" sz="2400" dirty="0" smtClean="0"/>
              <a:t>电容器</a:t>
            </a:r>
            <a:r>
              <a:rPr kumimoji="1" lang="zh-CN" altLang="en-US" sz="2400" dirty="0"/>
              <a:t>的两个极板间。这时安培定律出现矛盾，穿过</a:t>
            </a:r>
            <a:r>
              <a:rPr kumimoji="1" lang="en-US" altLang="zh-CN" sz="2400" dirty="0">
                <a:latin typeface="Times New Roman" pitchFamily="18" charset="0"/>
              </a:rPr>
              <a:t>S</a:t>
            </a:r>
            <a:r>
              <a:rPr kumimoji="1" lang="en-US" altLang="zh-CN" sz="2400" baseline="-25000" dirty="0">
                <a:latin typeface="Times New Roman" pitchFamily="18" charset="0"/>
              </a:rPr>
              <a:t>1</a:t>
            </a:r>
            <a:r>
              <a:rPr kumimoji="1" lang="zh-CN" altLang="en-US" sz="2400" dirty="0" smtClean="0"/>
              <a:t>的电流</a:t>
            </a:r>
            <a:r>
              <a:rPr kumimoji="1" lang="zh-CN" altLang="en-US" sz="2400" dirty="0"/>
              <a:t>为</a:t>
            </a:r>
            <a:r>
              <a:rPr kumimoji="1" lang="en-US" altLang="zh-CN" sz="2400" dirty="0"/>
              <a:t>i</a:t>
            </a:r>
            <a:r>
              <a:rPr kumimoji="1" lang="zh-CN" altLang="en-US" sz="2400" dirty="0"/>
              <a:t>，穿过</a:t>
            </a:r>
            <a:r>
              <a:rPr kumimoji="1" lang="en-US" altLang="zh-CN" sz="2400" dirty="0">
                <a:latin typeface="Times New Roman" pitchFamily="18" charset="0"/>
              </a:rPr>
              <a:t>S</a:t>
            </a:r>
            <a:r>
              <a:rPr kumimoji="1" lang="en-US" altLang="zh-CN" sz="2400" baseline="-25000" dirty="0">
                <a:latin typeface="Times New Roman" pitchFamily="18" charset="0"/>
              </a:rPr>
              <a:t>2</a:t>
            </a:r>
            <a:r>
              <a:rPr kumimoji="1" lang="zh-CN" altLang="en-US" sz="2400" dirty="0"/>
              <a:t>的电流为</a:t>
            </a:r>
            <a:r>
              <a:rPr kumimoji="1" lang="en-US" altLang="zh-CN" sz="2400" dirty="0" smtClean="0"/>
              <a:t>0</a:t>
            </a:r>
            <a:endParaRPr kumimoji="1" lang="zh-CN" altLang="en-US" sz="2400" dirty="0"/>
          </a:p>
          <a:p>
            <a:pPr marL="0" indent="0">
              <a:buNone/>
            </a:pPr>
            <a:endParaRPr lang="zh-CN" altLang="en-US" sz="2400" dirty="0"/>
          </a:p>
        </p:txBody>
      </p:sp>
      <p:graphicFrame>
        <p:nvGraphicFramePr>
          <p:cNvPr id="4" name="Object 3"/>
          <p:cNvGraphicFramePr>
            <a:graphicFrameLocks noChangeAspect="1"/>
          </p:cNvGraphicFramePr>
          <p:nvPr>
            <p:extLst/>
          </p:nvPr>
        </p:nvGraphicFramePr>
        <p:xfrm>
          <a:off x="6248400" y="438150"/>
          <a:ext cx="2702082" cy="1295400"/>
        </p:xfrm>
        <a:graphic>
          <a:graphicData uri="http://schemas.openxmlformats.org/presentationml/2006/ole">
            <mc:AlternateContent xmlns:mc="http://schemas.openxmlformats.org/markup-compatibility/2006">
              <mc:Choice xmlns:v="urn:schemas-microsoft-com:vml" Requires="v">
                <p:oleObj spid="_x0000_s234504" r:id="rId3" imgW="8390476" imgH="5361905" progId="">
                  <p:embed/>
                </p:oleObj>
              </mc:Choice>
              <mc:Fallback>
                <p:oleObj r:id="rId3" imgW="8390476" imgH="5361905" progId="">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438150"/>
                        <a:ext cx="2702082" cy="1295400"/>
                      </a:xfrm>
                      <a:prstGeom prst="rect">
                        <a:avLst/>
                      </a:prstGeom>
                      <a:noFill/>
                      <a:ln>
                        <a:noFill/>
                      </a:ln>
                      <a:effectLst/>
                    </p:spPr>
                  </p:pic>
                </p:oleObj>
              </mc:Fallback>
            </mc:AlternateContent>
          </a:graphicData>
        </a:graphic>
      </p:graphicFrame>
      <p:sp>
        <p:nvSpPr>
          <p:cNvPr id="5" name="Rectangle 6"/>
          <p:cNvSpPr>
            <a:spLocks noChangeArrowheads="1"/>
          </p:cNvSpPr>
          <p:nvPr/>
        </p:nvSpPr>
        <p:spPr bwMode="auto">
          <a:xfrm>
            <a:off x="7010400" y="2126218"/>
            <a:ext cx="1600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eaLnBrk="1" hangingPunct="1"/>
            <a:r>
              <a:rPr lang="zh-CN" altLang="en-US" sz="2400" b="1" dirty="0">
                <a:solidFill>
                  <a:srgbClr val="000000"/>
                </a:solidFill>
                <a:latin typeface="宋体" pitchFamily="2" charset="-122"/>
              </a:rPr>
              <a:t>图</a:t>
            </a:r>
            <a:r>
              <a:rPr lang="en-US" altLang="zh-CN" sz="2400" b="1" dirty="0">
                <a:solidFill>
                  <a:srgbClr val="000000"/>
                </a:solidFill>
                <a:latin typeface="宋体" pitchFamily="2" charset="-122"/>
              </a:rPr>
              <a:t>3.3 </a:t>
            </a:r>
            <a:r>
              <a:rPr lang="zh-CN" altLang="en-US" sz="2400" b="1" dirty="0">
                <a:solidFill>
                  <a:srgbClr val="000000"/>
                </a:solidFill>
                <a:latin typeface="宋体" pitchFamily="2" charset="-122"/>
              </a:rPr>
              <a:t>交流电路中的电容器</a:t>
            </a:r>
          </a:p>
        </p:txBody>
      </p:sp>
      <p:graphicFrame>
        <p:nvGraphicFramePr>
          <p:cNvPr id="6" name="对象 5"/>
          <p:cNvGraphicFramePr>
            <a:graphicFrameLocks noChangeAspect="1"/>
          </p:cNvGraphicFramePr>
          <p:nvPr>
            <p:extLst/>
          </p:nvPr>
        </p:nvGraphicFramePr>
        <p:xfrm>
          <a:off x="5715000" y="2423792"/>
          <a:ext cx="692150" cy="376558"/>
        </p:xfrm>
        <a:graphic>
          <a:graphicData uri="http://schemas.openxmlformats.org/presentationml/2006/ole">
            <mc:AlternateContent xmlns:mc="http://schemas.openxmlformats.org/markup-compatibility/2006">
              <mc:Choice xmlns:v="urn:schemas-microsoft-com:vml" Requires="v">
                <p:oleObj spid="_x0000_s234505" name="公式" r:id="rId5" imgW="495085" imgH="291973" progId="Equation.3">
                  <p:embed/>
                </p:oleObj>
              </mc:Choice>
              <mc:Fallback>
                <p:oleObj name="公式" r:id="rId5" imgW="495085" imgH="291973" progId="Equation.3">
                  <p:embed/>
                  <p:pic>
                    <p:nvPicPr>
                      <p:cNvPr id="6"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0" y="2423792"/>
                        <a:ext cx="692150" cy="37655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96504186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7"/>
          <p:cNvSpPr txBox="1">
            <a:spLocks noChangeArrowheads="1"/>
          </p:cNvSpPr>
          <p:nvPr/>
        </p:nvSpPr>
        <p:spPr bwMode="auto">
          <a:xfrm>
            <a:off x="1187450" y="666750"/>
            <a:ext cx="68405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于是时变场的安培定律为：</a:t>
            </a:r>
          </a:p>
        </p:txBody>
      </p:sp>
      <p:graphicFrame>
        <p:nvGraphicFramePr>
          <p:cNvPr id="5" name="Object 128"/>
          <p:cNvGraphicFramePr>
            <a:graphicFrameLocks noChangeAspect="1"/>
          </p:cNvGraphicFramePr>
          <p:nvPr>
            <p:extLst/>
          </p:nvPr>
        </p:nvGraphicFramePr>
        <p:xfrm>
          <a:off x="1219200" y="2876550"/>
          <a:ext cx="2881313" cy="1089025"/>
        </p:xfrm>
        <a:graphic>
          <a:graphicData uri="http://schemas.openxmlformats.org/presentationml/2006/ole">
            <mc:AlternateContent xmlns:mc="http://schemas.openxmlformats.org/markup-compatibility/2006">
              <mc:Choice xmlns:v="urn:schemas-microsoft-com:vml" Requires="v">
                <p:oleObj spid="_x0000_s235528" name="Equation" r:id="rId3" imgW="1002960" imgH="419040" progId="Equation.3">
                  <p:embed/>
                </p:oleObj>
              </mc:Choice>
              <mc:Fallback>
                <p:oleObj name="Equation" r:id="rId3" imgW="1002960" imgH="419040" progId="Equation.3">
                  <p:embed/>
                  <p:pic>
                    <p:nvPicPr>
                      <p:cNvPr id="5" name="Object 1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2876550"/>
                        <a:ext cx="2881313" cy="1089025"/>
                      </a:xfrm>
                      <a:prstGeom prst="rect">
                        <a:avLst/>
                      </a:prstGeom>
                      <a:noFill/>
                      <a:ln w="9525">
                        <a:solidFill>
                          <a:srgbClr val="000099"/>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130"/>
          <p:cNvGraphicFramePr>
            <a:graphicFrameLocks noChangeAspect="1"/>
          </p:cNvGraphicFramePr>
          <p:nvPr>
            <p:extLst/>
          </p:nvPr>
        </p:nvGraphicFramePr>
        <p:xfrm>
          <a:off x="385763" y="1504950"/>
          <a:ext cx="5329237" cy="928687"/>
        </p:xfrm>
        <a:graphic>
          <a:graphicData uri="http://schemas.openxmlformats.org/presentationml/2006/ole">
            <mc:AlternateContent xmlns:mc="http://schemas.openxmlformats.org/markup-compatibility/2006">
              <mc:Choice xmlns:v="urn:schemas-microsoft-com:vml" Requires="v">
                <p:oleObj spid="_x0000_s235529" name="公式" r:id="rId5" imgW="1549080" imgH="291960" progId="Equation.3">
                  <p:embed/>
                </p:oleObj>
              </mc:Choice>
              <mc:Fallback>
                <p:oleObj name="公式" r:id="rId5" imgW="1549080" imgH="291960" progId="Equation.3">
                  <p:embed/>
                  <p:pic>
                    <p:nvPicPr>
                      <p:cNvPr id="6" name="Object 1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763" y="1504950"/>
                        <a:ext cx="5329237" cy="928687"/>
                      </a:xfrm>
                      <a:prstGeom prst="rect">
                        <a:avLst/>
                      </a:prstGeom>
                      <a:noFill/>
                      <a:ln w="9525">
                        <a:solidFill>
                          <a:srgbClr val="D60093"/>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AutoShape 136"/>
          <p:cNvSpPr>
            <a:spLocks noChangeArrowheads="1"/>
          </p:cNvSpPr>
          <p:nvPr/>
        </p:nvSpPr>
        <p:spPr bwMode="auto">
          <a:xfrm>
            <a:off x="4572000" y="2647950"/>
            <a:ext cx="4038600" cy="863600"/>
          </a:xfrm>
          <a:prstGeom prst="cloudCallout">
            <a:avLst>
              <a:gd name="adj1" fmla="val -61681"/>
              <a:gd name="adj2" fmla="val 19486"/>
            </a:avLst>
          </a:prstGeom>
          <a:solidFill>
            <a:schemeClr val="accent1"/>
          </a:solidFill>
          <a:ln w="2857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b="1" dirty="0">
                <a:solidFill>
                  <a:srgbClr val="FF3300"/>
                </a:solidFill>
              </a:rPr>
              <a:t>微分形式</a:t>
            </a:r>
          </a:p>
        </p:txBody>
      </p:sp>
      <p:sp>
        <p:nvSpPr>
          <p:cNvPr id="8" name="AutoShape 138"/>
          <p:cNvSpPr>
            <a:spLocks noChangeArrowheads="1"/>
          </p:cNvSpPr>
          <p:nvPr/>
        </p:nvSpPr>
        <p:spPr bwMode="auto">
          <a:xfrm>
            <a:off x="6235517" y="971550"/>
            <a:ext cx="2890837" cy="574508"/>
          </a:xfrm>
          <a:prstGeom prst="cloudCallout">
            <a:avLst>
              <a:gd name="adj1" fmla="val -68106"/>
              <a:gd name="adj2" fmla="val 134863"/>
            </a:avLst>
          </a:prstGeom>
          <a:solidFill>
            <a:schemeClr val="accent1"/>
          </a:solidFill>
          <a:ln w="38100">
            <a:solidFill>
              <a:srgbClr val="D6009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b="1" dirty="0" smtClean="0">
                <a:solidFill>
                  <a:srgbClr val="0000CC"/>
                </a:solidFill>
              </a:rPr>
              <a:t>积分形式</a:t>
            </a:r>
            <a:endParaRPr lang="zh-CN" altLang="en-US" sz="2400" b="1" dirty="0">
              <a:solidFill>
                <a:srgbClr val="0000CC"/>
              </a:solidFill>
            </a:endParaRPr>
          </a:p>
        </p:txBody>
      </p:sp>
    </p:spTree>
    <p:extLst>
      <p:ext uri="{BB962C8B-B14F-4D97-AF65-F5344CB8AC3E}">
        <p14:creationId xmlns:p14="http://schemas.microsoft.com/office/powerpoint/2010/main" val="284222302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nvPr>
        </p:nvGraphicFramePr>
        <p:xfrm>
          <a:off x="3200400" y="2343150"/>
          <a:ext cx="4927326" cy="2362200"/>
        </p:xfrm>
        <a:graphic>
          <a:graphicData uri="http://schemas.openxmlformats.org/presentationml/2006/ole">
            <mc:AlternateContent xmlns:mc="http://schemas.openxmlformats.org/markup-compatibility/2006">
              <mc:Choice xmlns:v="urn:schemas-microsoft-com:vml" Requires="v">
                <p:oleObj spid="_x0000_s236552" r:id="rId3" imgW="8390476" imgH="5361905" progId="">
                  <p:embed/>
                </p:oleObj>
              </mc:Choice>
              <mc:Fallback>
                <p:oleObj r:id="rId3" imgW="8390476" imgH="5361905"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2343150"/>
                        <a:ext cx="4927326" cy="2362200"/>
                      </a:xfrm>
                      <a:prstGeom prst="rect">
                        <a:avLst/>
                      </a:prstGeom>
                      <a:noFill/>
                      <a:ln>
                        <a:noFill/>
                      </a:ln>
                      <a:effectLst/>
                    </p:spPr>
                  </p:pic>
                </p:oleObj>
              </mc:Fallback>
            </mc:AlternateContent>
          </a:graphicData>
        </a:graphic>
      </p:graphicFrame>
      <p:sp>
        <p:nvSpPr>
          <p:cNvPr id="163842" name="Rectangle 2"/>
          <p:cNvSpPr>
            <a:spLocks noGrp="1" noChangeArrowheads="1"/>
          </p:cNvSpPr>
          <p:nvPr>
            <p:ph type="title"/>
          </p:nvPr>
        </p:nvSpPr>
        <p:spPr/>
        <p:txBody>
          <a:bodyPr/>
          <a:lstStyle/>
          <a:p>
            <a:pPr eaLnBrk="1" hangingPunct="1">
              <a:defRPr/>
            </a:pPr>
            <a:r>
              <a:rPr lang="en-US" altLang="zh-CN" smtClean="0"/>
              <a:t> </a:t>
            </a:r>
          </a:p>
        </p:txBody>
      </p:sp>
      <p:sp>
        <p:nvSpPr>
          <p:cNvPr id="11267" name="Rectangle 3" descr="Rectangle: Click to edit Master text styles&#10;Second level&#10;Third level&#10;Fourth level&#10;Fifth level"/>
          <p:cNvSpPr>
            <a:spLocks noGrp="1" noChangeArrowheads="1"/>
          </p:cNvSpPr>
          <p:nvPr>
            <p:ph type="body" idx="1"/>
          </p:nvPr>
        </p:nvSpPr>
        <p:spPr>
          <a:xfrm>
            <a:off x="228600" y="571500"/>
            <a:ext cx="8001000" cy="3086100"/>
          </a:xfrm>
        </p:spPr>
        <p:txBody>
          <a:bodyPr/>
          <a:lstStyle/>
          <a:p>
            <a:pPr marL="0" indent="0" eaLnBrk="1" hangingPunct="1">
              <a:buNone/>
            </a:pPr>
            <a:r>
              <a:rPr lang="en-US" altLang="zh-CN" dirty="0" smtClean="0">
                <a:latin typeface="宋体" pitchFamily="2" charset="-122"/>
              </a:rPr>
              <a:t>    </a:t>
            </a:r>
            <a:r>
              <a:rPr lang="zh-CN" altLang="en-US" dirty="0" smtClean="0">
                <a:latin typeface="宋体" pitchFamily="2" charset="-122"/>
              </a:rPr>
              <a:t>例</a:t>
            </a:r>
            <a:r>
              <a:rPr lang="en-US" altLang="zh-CN" dirty="0" smtClean="0">
                <a:latin typeface="宋体" pitchFamily="2" charset="-122"/>
              </a:rPr>
              <a:t>3.2  </a:t>
            </a:r>
            <a:r>
              <a:rPr lang="zh-CN" altLang="en-US" dirty="0" smtClean="0">
                <a:latin typeface="宋体" pitchFamily="2" charset="-122"/>
              </a:rPr>
              <a:t>如图所示电路，已知平行板电容器的横截面为</a:t>
            </a:r>
            <a:r>
              <a:rPr lang="en-US" altLang="zh-CN" i="1" dirty="0" smtClean="0">
                <a:latin typeface="宋体" pitchFamily="2" charset="-122"/>
              </a:rPr>
              <a:t>S</a:t>
            </a:r>
            <a:r>
              <a:rPr lang="zh-CN" altLang="en-US" dirty="0" smtClean="0">
                <a:latin typeface="宋体" pitchFamily="2" charset="-122"/>
              </a:rPr>
              <a:t>，极板间距为</a:t>
            </a:r>
            <a:r>
              <a:rPr lang="en-US" altLang="zh-CN" i="1" dirty="0" smtClean="0">
                <a:latin typeface="宋体" pitchFamily="2" charset="-122"/>
              </a:rPr>
              <a:t>d</a:t>
            </a:r>
            <a:r>
              <a:rPr lang="zh-CN" altLang="en-US" dirty="0" smtClean="0">
                <a:latin typeface="宋体" pitchFamily="2" charset="-122"/>
              </a:rPr>
              <a:t>，外加电压为           ，求导线上的传导电流</a:t>
            </a:r>
            <a:r>
              <a:rPr lang="en-US" altLang="zh-CN" i="1" dirty="0" smtClean="0">
                <a:latin typeface="宋体" pitchFamily="2" charset="-122"/>
              </a:rPr>
              <a:t>i</a:t>
            </a:r>
            <a:r>
              <a:rPr lang="zh-CN" altLang="en-US" dirty="0" smtClean="0">
                <a:latin typeface="宋体" pitchFamily="2" charset="-122"/>
              </a:rPr>
              <a:t>和极板间的位移电流</a:t>
            </a:r>
            <a:r>
              <a:rPr lang="en-US" altLang="zh-CN" i="1" dirty="0" smtClean="0">
                <a:latin typeface="宋体" pitchFamily="2" charset="-122"/>
              </a:rPr>
              <a:t>i</a:t>
            </a:r>
            <a:r>
              <a:rPr lang="en-US" altLang="zh-CN" baseline="-25000" dirty="0" smtClean="0">
                <a:latin typeface="宋体" pitchFamily="2" charset="-122"/>
              </a:rPr>
              <a:t>d</a:t>
            </a:r>
            <a:r>
              <a:rPr lang="zh-CN" altLang="en-US" baseline="-25000" dirty="0" smtClean="0">
                <a:latin typeface="宋体" pitchFamily="2" charset="-122"/>
              </a:rPr>
              <a:t>。</a:t>
            </a:r>
            <a:endParaRPr lang="en-US" altLang="zh-CN" baseline="-25000" dirty="0" smtClean="0">
              <a:latin typeface="宋体" pitchFamily="2" charset="-122"/>
            </a:endParaRPr>
          </a:p>
          <a:p>
            <a:pPr eaLnBrk="1" hangingPunct="1"/>
            <a:endParaRPr lang="zh-CN" altLang="en-US" dirty="0" smtClean="0">
              <a:latin typeface="宋体" pitchFamily="2" charset="-122"/>
            </a:endParaRPr>
          </a:p>
        </p:txBody>
      </p:sp>
      <p:sp>
        <p:nvSpPr>
          <p:cNvPr id="11268" name="Rectangle 5"/>
          <p:cNvSpPr>
            <a:spLocks noChangeArrowheads="1"/>
          </p:cNvSpPr>
          <p:nvPr/>
        </p:nvSpPr>
        <p:spPr bwMode="auto">
          <a:xfrm>
            <a:off x="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1269" name="Object 4"/>
          <p:cNvGraphicFramePr>
            <a:graphicFrameLocks noChangeAspect="1"/>
          </p:cNvGraphicFramePr>
          <p:nvPr>
            <p:extLst/>
          </p:nvPr>
        </p:nvGraphicFramePr>
        <p:xfrm>
          <a:off x="914400" y="1716881"/>
          <a:ext cx="2057400" cy="397669"/>
        </p:xfrm>
        <a:graphic>
          <a:graphicData uri="http://schemas.openxmlformats.org/presentationml/2006/ole">
            <mc:AlternateContent xmlns:mc="http://schemas.openxmlformats.org/markup-compatibility/2006">
              <mc:Choice xmlns:v="urn:schemas-microsoft-com:vml" Requires="v">
                <p:oleObj spid="_x0000_s236553" name="公式" r:id="rId5" imgW="889000" imgH="228600" progId="Equation.3">
                  <p:embed/>
                </p:oleObj>
              </mc:Choice>
              <mc:Fallback>
                <p:oleObj name="公式" r:id="rId5" imgW="889000" imgH="228600" progId="Equation.3">
                  <p:embed/>
                  <p:pic>
                    <p:nvPicPr>
                      <p:cNvPr id="11269"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1716881"/>
                        <a:ext cx="2057400" cy="39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5769540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lstStyle/>
          <a:p>
            <a:pPr eaLnBrk="1" hangingPunct="1">
              <a:defRPr/>
            </a:pPr>
            <a:r>
              <a:rPr lang="en-US" altLang="zh-CN" smtClean="0"/>
              <a:t> </a:t>
            </a:r>
          </a:p>
        </p:txBody>
      </p:sp>
      <p:sp>
        <p:nvSpPr>
          <p:cNvPr id="16387" name="Rectangle 3" descr="Rectangle: Click to edit Master text styles&#10;Second level&#10;Third level&#10;Fourth level&#10;Fifth level"/>
          <p:cNvSpPr>
            <a:spLocks noGrp="1" noChangeArrowheads="1"/>
          </p:cNvSpPr>
          <p:nvPr>
            <p:ph type="body" idx="1"/>
          </p:nvPr>
        </p:nvSpPr>
        <p:spPr>
          <a:xfrm>
            <a:off x="838200" y="1428750"/>
            <a:ext cx="7620000" cy="3086100"/>
          </a:xfrm>
        </p:spPr>
        <p:txBody>
          <a:bodyPr/>
          <a:lstStyle/>
          <a:p>
            <a:pPr marL="0" indent="0" eaLnBrk="1" hangingPunct="1">
              <a:buNone/>
            </a:pPr>
            <a:r>
              <a:rPr lang="en-US" altLang="zh-CN" dirty="0" smtClean="0">
                <a:latin typeface="宋体" pitchFamily="2" charset="-122"/>
              </a:rPr>
              <a:t>    </a:t>
            </a:r>
            <a:r>
              <a:rPr lang="zh-CN" altLang="en-US" dirty="0" smtClean="0">
                <a:latin typeface="宋体" pitchFamily="2" charset="-122"/>
              </a:rPr>
              <a:t>例</a:t>
            </a:r>
            <a:r>
              <a:rPr lang="en-US" altLang="zh-CN" dirty="0" smtClean="0">
                <a:latin typeface="宋体" pitchFamily="2" charset="-122"/>
              </a:rPr>
              <a:t>3.3  </a:t>
            </a:r>
            <a:r>
              <a:rPr lang="zh-CN" altLang="zh-CN" dirty="0" smtClean="0"/>
              <a:t>已知海水的电导率为</a:t>
            </a:r>
            <a:r>
              <a:rPr lang="en-US" altLang="zh-CN" dirty="0" smtClean="0"/>
              <a:t>4 S/m</a:t>
            </a:r>
            <a:r>
              <a:rPr lang="zh-CN" altLang="zh-CN" dirty="0" smtClean="0"/>
              <a:t>，相对介电常数</a:t>
            </a:r>
            <a:r>
              <a:rPr lang="el-GR" altLang="zh-CN" i="1" dirty="0" smtClean="0"/>
              <a:t>ε</a:t>
            </a:r>
            <a:r>
              <a:rPr lang="en-US" altLang="zh-CN" i="1" baseline="-25000" dirty="0" smtClean="0"/>
              <a:t>r</a:t>
            </a:r>
            <a:r>
              <a:rPr lang="zh-CN" altLang="en-US" dirty="0" smtClean="0"/>
              <a:t>为</a:t>
            </a:r>
            <a:r>
              <a:rPr lang="en-US" altLang="zh-CN" dirty="0" smtClean="0"/>
              <a:t>81</a:t>
            </a:r>
            <a:r>
              <a:rPr lang="zh-CN" altLang="zh-CN" dirty="0" smtClean="0"/>
              <a:t>。</a:t>
            </a:r>
            <a:endParaRPr lang="en-US" altLang="zh-CN" dirty="0" smtClean="0"/>
          </a:p>
          <a:p>
            <a:pPr marL="0" indent="0" eaLnBrk="1" hangingPunct="1">
              <a:buNone/>
            </a:pPr>
            <a:r>
              <a:rPr lang="zh-CN" altLang="zh-CN" dirty="0" smtClean="0"/>
              <a:t>求当</a:t>
            </a:r>
            <a:r>
              <a:rPr lang="en-US" altLang="zh-CN" dirty="0" smtClean="0"/>
              <a:t> </a:t>
            </a:r>
            <a:r>
              <a:rPr lang="en-US" altLang="zh-CN" i="1" dirty="0" smtClean="0"/>
              <a:t>f </a:t>
            </a:r>
            <a:r>
              <a:rPr lang="en-US" altLang="zh-CN" dirty="0" smtClean="0"/>
              <a:t>=1MHz</a:t>
            </a:r>
            <a:r>
              <a:rPr lang="zh-CN" altLang="en-US" dirty="0" smtClean="0"/>
              <a:t>和</a:t>
            </a:r>
            <a:r>
              <a:rPr lang="en-US" altLang="zh-CN" i="1" dirty="0"/>
              <a:t>f </a:t>
            </a:r>
            <a:r>
              <a:rPr lang="en-US" altLang="zh-CN" dirty="0"/>
              <a:t>=</a:t>
            </a:r>
            <a:r>
              <a:rPr lang="en-US" altLang="zh-CN" dirty="0" smtClean="0"/>
              <a:t>1GHz</a:t>
            </a:r>
            <a:r>
              <a:rPr lang="zh-CN" altLang="zh-CN" dirty="0" smtClean="0"/>
              <a:t>时，传导电流与位移电流</a:t>
            </a:r>
            <a:r>
              <a:rPr lang="zh-CN" altLang="en-US" dirty="0" smtClean="0"/>
              <a:t>幅度</a:t>
            </a:r>
            <a:r>
              <a:rPr lang="zh-CN" altLang="zh-CN" dirty="0" smtClean="0"/>
              <a:t>的比值。</a:t>
            </a:r>
            <a:endParaRPr lang="en-US" altLang="zh-CN" baseline="-25000" dirty="0" smtClean="0">
              <a:latin typeface="宋体" pitchFamily="2" charset="-122"/>
            </a:endParaRPr>
          </a:p>
          <a:p>
            <a:pPr eaLnBrk="1" hangingPunct="1"/>
            <a:endParaRPr lang="zh-CN" altLang="en-US" dirty="0" smtClean="0">
              <a:latin typeface="宋体" pitchFamily="2" charset="-122"/>
            </a:endParaRPr>
          </a:p>
        </p:txBody>
      </p:sp>
      <p:sp>
        <p:nvSpPr>
          <p:cNvPr id="16388" name="Rectangle 5"/>
          <p:cNvSpPr>
            <a:spLocks noChangeArrowheads="1"/>
          </p:cNvSpPr>
          <p:nvPr/>
        </p:nvSpPr>
        <p:spPr bwMode="auto">
          <a:xfrm>
            <a:off x="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Tree>
    <p:extLst>
      <p:ext uri="{BB962C8B-B14F-4D97-AF65-F5344CB8AC3E}">
        <p14:creationId xmlns:p14="http://schemas.microsoft.com/office/powerpoint/2010/main" val="2127021874"/>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38200" y="438150"/>
            <a:ext cx="7772400" cy="2209800"/>
          </a:xfrm>
        </p:spPr>
        <p:txBody>
          <a:bodyPr/>
          <a:lstStyle/>
          <a:p>
            <a:pPr marL="0" indent="0">
              <a:buNone/>
            </a:pPr>
            <a:r>
              <a:rPr lang="zh-CN" altLang="en-US" dirty="0"/>
              <a:t>　某种媒质中</a:t>
            </a:r>
            <a:r>
              <a:rPr lang="zh-CN" altLang="en-US" dirty="0">
                <a:solidFill>
                  <a:srgbClr val="000099"/>
                </a:solidFill>
              </a:rPr>
              <a:t>传导电流与位移电流的比值的大小是衡量该媒质导电性的分界线</a:t>
            </a:r>
            <a:r>
              <a:rPr lang="zh-CN" altLang="en-US" dirty="0"/>
              <a:t>。当该值远远大于１时，媒质</a:t>
            </a:r>
            <a:r>
              <a:rPr lang="zh-CN" altLang="en-US" dirty="0" smtClean="0"/>
              <a:t>为  </a:t>
            </a:r>
            <a:r>
              <a:rPr lang="zh-CN" altLang="en-US" dirty="0" smtClean="0">
                <a:solidFill>
                  <a:srgbClr val="FF0000"/>
                </a:solidFill>
              </a:rPr>
              <a:t>良导体 </a:t>
            </a:r>
            <a:r>
              <a:rPr lang="zh-CN" altLang="en-US" dirty="0" smtClean="0"/>
              <a:t>，</a:t>
            </a:r>
            <a:r>
              <a:rPr lang="zh-CN" altLang="en-US" dirty="0"/>
              <a:t>远远小于１时</a:t>
            </a:r>
            <a:r>
              <a:rPr lang="zh-CN" altLang="en-US" dirty="0" smtClean="0"/>
              <a:t>为  </a:t>
            </a:r>
            <a:r>
              <a:rPr lang="zh-CN" altLang="en-US" dirty="0" smtClean="0">
                <a:solidFill>
                  <a:srgbClr val="FF0000"/>
                </a:solidFill>
              </a:rPr>
              <a:t>良介质 </a:t>
            </a:r>
            <a:r>
              <a:rPr lang="zh-CN" altLang="en-US" dirty="0" smtClean="0"/>
              <a:t>。</a:t>
            </a:r>
            <a:endParaRPr lang="zh-CN" altLang="en-US" dirty="0"/>
          </a:p>
        </p:txBody>
      </p:sp>
      <p:sp>
        <p:nvSpPr>
          <p:cNvPr id="5" name="矩形 4"/>
          <p:cNvSpPr/>
          <p:nvPr/>
        </p:nvSpPr>
        <p:spPr>
          <a:xfrm>
            <a:off x="5867400" y="1428750"/>
            <a:ext cx="1420582" cy="584775"/>
          </a:xfrm>
          <a:prstGeom prst="rect">
            <a:avLst/>
          </a:prstGeom>
          <a:solidFill>
            <a:srgbClr val="99FFCC"/>
          </a:solidFill>
        </p:spPr>
        <p:txBody>
          <a:bodyPr wrap="none">
            <a:spAutoFit/>
          </a:bodyPr>
          <a:lstStyle/>
          <a:p>
            <a:pPr lvl="0">
              <a:spcBef>
                <a:spcPct val="20000"/>
              </a:spcBef>
              <a:buClr>
                <a:srgbClr val="A50021"/>
              </a:buClr>
              <a:buSzPct val="75000"/>
            </a:pPr>
            <a:r>
              <a:rPr lang="zh-CN" altLang="en-US" sz="3200" b="1" dirty="0">
                <a:solidFill>
                  <a:srgbClr val="FF0000"/>
                </a:solidFill>
                <a:latin typeface="Times New Roman"/>
                <a:ea typeface="宋体"/>
              </a:rPr>
              <a:t>良导体</a:t>
            </a:r>
            <a:endParaRPr lang="zh-CN" altLang="en-US" sz="3200" b="1" dirty="0">
              <a:solidFill>
                <a:srgbClr val="000000"/>
              </a:solidFill>
              <a:latin typeface="Times New Roman"/>
              <a:ea typeface="宋体"/>
            </a:endParaRPr>
          </a:p>
        </p:txBody>
      </p:sp>
      <p:sp>
        <p:nvSpPr>
          <p:cNvPr id="7" name="矩形 6"/>
          <p:cNvSpPr/>
          <p:nvPr/>
        </p:nvSpPr>
        <p:spPr>
          <a:xfrm>
            <a:off x="3429000" y="1962150"/>
            <a:ext cx="1523174" cy="584775"/>
          </a:xfrm>
          <a:prstGeom prst="rect">
            <a:avLst/>
          </a:prstGeom>
          <a:solidFill>
            <a:srgbClr val="FF0000"/>
          </a:solidFill>
        </p:spPr>
        <p:txBody>
          <a:bodyPr wrap="none">
            <a:spAutoFit/>
          </a:bodyPr>
          <a:lstStyle/>
          <a:p>
            <a:r>
              <a:rPr lang="zh-CN" altLang="en-US" sz="3200" b="1" dirty="0">
                <a:solidFill>
                  <a:srgbClr val="00B050"/>
                </a:solidFill>
                <a:latin typeface="Times New Roman"/>
                <a:ea typeface="宋体"/>
              </a:rPr>
              <a:t>良介质 </a:t>
            </a:r>
            <a:endParaRPr lang="zh-CN" altLang="en-US" dirty="0">
              <a:solidFill>
                <a:srgbClr val="00B050"/>
              </a:solidFill>
            </a:endParaRPr>
          </a:p>
        </p:txBody>
      </p:sp>
      <p:sp>
        <p:nvSpPr>
          <p:cNvPr id="9" name="矩形 8"/>
          <p:cNvSpPr/>
          <p:nvPr/>
        </p:nvSpPr>
        <p:spPr>
          <a:xfrm>
            <a:off x="914400" y="2724150"/>
            <a:ext cx="7848600" cy="1569660"/>
          </a:xfrm>
          <a:prstGeom prst="rect">
            <a:avLst/>
          </a:prstGeom>
        </p:spPr>
        <p:txBody>
          <a:bodyPr wrap="square">
            <a:spAutoFit/>
          </a:bodyPr>
          <a:lstStyle/>
          <a:p>
            <a:pPr lvl="0">
              <a:spcBef>
                <a:spcPct val="20000"/>
              </a:spcBef>
              <a:buClr>
                <a:srgbClr val="A50021"/>
              </a:buClr>
              <a:buSzPct val="75000"/>
            </a:pPr>
            <a:r>
              <a:rPr lang="zh-CN" altLang="en-US" sz="3200" b="1" dirty="0">
                <a:solidFill>
                  <a:srgbClr val="000000"/>
                </a:solidFill>
                <a:latin typeface="Times New Roman"/>
                <a:ea typeface="宋体"/>
              </a:rPr>
              <a:t>由于该比值</a:t>
            </a:r>
            <a:r>
              <a:rPr lang="zh-CN" altLang="en-US" sz="3200" b="1" dirty="0">
                <a:solidFill>
                  <a:srgbClr val="000099"/>
                </a:solidFill>
                <a:latin typeface="Times New Roman"/>
                <a:ea typeface="宋体"/>
              </a:rPr>
              <a:t>与频率成反比</a:t>
            </a:r>
            <a:r>
              <a:rPr lang="zh-CN" altLang="en-US" sz="3200" b="1" dirty="0">
                <a:solidFill>
                  <a:srgbClr val="000000"/>
                </a:solidFill>
                <a:latin typeface="Times New Roman"/>
                <a:ea typeface="宋体"/>
              </a:rPr>
              <a:t>，则媒质是良导体还是良介质不是绝对的。</a:t>
            </a:r>
            <a:r>
              <a:rPr lang="zh-CN" altLang="en-US" sz="3200" b="1" dirty="0">
                <a:solidFill>
                  <a:srgbClr val="FF3300"/>
                </a:solidFill>
                <a:latin typeface="Times New Roman"/>
                <a:ea typeface="宋体"/>
              </a:rPr>
              <a:t>在低频下为良导体的媒质在高频时可能为良介质</a:t>
            </a:r>
            <a:r>
              <a:rPr lang="zh-CN" altLang="en-US" sz="3200" b="1" dirty="0">
                <a:solidFill>
                  <a:srgbClr val="000000"/>
                </a:solidFill>
                <a:latin typeface="Times New Roman"/>
                <a:ea typeface="宋体"/>
              </a:rPr>
              <a:t>。</a:t>
            </a:r>
          </a:p>
        </p:txBody>
      </p:sp>
    </p:spTree>
    <p:extLst>
      <p:ext uri="{BB962C8B-B14F-4D97-AF65-F5344CB8AC3E}">
        <p14:creationId xmlns:p14="http://schemas.microsoft.com/office/powerpoint/2010/main" val="396919286"/>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pPr eaLnBrk="1" hangingPunct="1">
              <a:defRPr/>
            </a:pPr>
            <a:r>
              <a:rPr lang="en-US" altLang="zh-CN" smtClean="0"/>
              <a:t> </a:t>
            </a:r>
          </a:p>
        </p:txBody>
      </p:sp>
      <p:sp>
        <p:nvSpPr>
          <p:cNvPr id="19459" name="Rectangle 3" descr="Rectangle: Click to edit Master text styles&#10;Second level&#10;Third level&#10;Fourth level&#10;Fifth level"/>
          <p:cNvSpPr>
            <a:spLocks noGrp="1" noChangeArrowheads="1"/>
          </p:cNvSpPr>
          <p:nvPr>
            <p:ph type="body" idx="1"/>
          </p:nvPr>
        </p:nvSpPr>
        <p:spPr>
          <a:xfrm>
            <a:off x="184731" y="342900"/>
            <a:ext cx="8730669" cy="3086100"/>
          </a:xfrm>
        </p:spPr>
        <p:txBody>
          <a:bodyPr/>
          <a:lstStyle/>
          <a:p>
            <a:pPr lvl="1" indent="0" eaLnBrk="1" hangingPunct="1">
              <a:lnSpc>
                <a:spcPct val="90000"/>
              </a:lnSpc>
              <a:buNone/>
            </a:pPr>
            <a:r>
              <a:rPr lang="en-US" altLang="zh-CN" dirty="0" smtClean="0">
                <a:latin typeface="隶书" pitchFamily="49" charset="-122"/>
              </a:rPr>
              <a:t>   3.1.3  </a:t>
            </a:r>
            <a:r>
              <a:rPr lang="zh-CN" altLang="en-US" dirty="0" smtClean="0">
                <a:latin typeface="隶书" pitchFamily="49" charset="-122"/>
              </a:rPr>
              <a:t>麦克斯韦方程和边界条件</a:t>
            </a:r>
          </a:p>
          <a:p>
            <a:pPr marL="0" indent="0" eaLnBrk="1" hangingPunct="1">
              <a:lnSpc>
                <a:spcPct val="90000"/>
              </a:lnSpc>
              <a:buNone/>
            </a:pPr>
            <a:r>
              <a:rPr kumimoji="1" lang="en-US" altLang="zh-CN" dirty="0">
                <a:solidFill>
                  <a:schemeClr val="tx2"/>
                </a:solidFill>
                <a:latin typeface="Times New Roman" pitchFamily="18" charset="0"/>
                <a:ea typeface="华文新魏" pitchFamily="2" charset="-122"/>
              </a:rPr>
              <a:t> </a:t>
            </a:r>
            <a:r>
              <a:rPr kumimoji="1" lang="zh-CN" altLang="en-US" dirty="0">
                <a:solidFill>
                  <a:schemeClr val="tx2"/>
                </a:solidFill>
                <a:latin typeface="Times New Roman" pitchFamily="18" charset="0"/>
                <a:ea typeface="华文新魏" pitchFamily="2" charset="-122"/>
              </a:rPr>
              <a:t>麦克斯韦将电场与磁场的</a:t>
            </a:r>
            <a:r>
              <a:rPr kumimoji="1" lang="zh-CN" altLang="en-US" dirty="0">
                <a:solidFill>
                  <a:srgbClr val="FF0000"/>
                </a:solidFill>
                <a:latin typeface="Times New Roman" pitchFamily="18" charset="0"/>
                <a:ea typeface="华文新魏" pitchFamily="2" charset="-122"/>
              </a:rPr>
              <a:t>环量</a:t>
            </a:r>
            <a:r>
              <a:rPr kumimoji="1" lang="zh-CN" altLang="en-US" dirty="0">
                <a:solidFill>
                  <a:schemeClr val="tx2"/>
                </a:solidFill>
                <a:latin typeface="Times New Roman" pitchFamily="18" charset="0"/>
                <a:ea typeface="华文新魏" pitchFamily="2" charset="-122"/>
              </a:rPr>
              <a:t>及</a:t>
            </a:r>
            <a:r>
              <a:rPr kumimoji="1" lang="zh-CN" altLang="en-US" dirty="0">
                <a:solidFill>
                  <a:srgbClr val="FF0000"/>
                </a:solidFill>
                <a:latin typeface="Times New Roman" pitchFamily="18" charset="0"/>
                <a:ea typeface="华文新魏" pitchFamily="2" charset="-122"/>
              </a:rPr>
              <a:t>通量</a:t>
            </a:r>
            <a:r>
              <a:rPr kumimoji="1" lang="zh-CN" altLang="en-US" dirty="0">
                <a:solidFill>
                  <a:schemeClr val="tx2"/>
                </a:solidFill>
                <a:latin typeface="Times New Roman" pitchFamily="18" charset="0"/>
                <a:ea typeface="华文新魏" pitchFamily="2" charset="-122"/>
              </a:rPr>
              <a:t>方程，推广至时变电磁场中，就</a:t>
            </a:r>
            <a:r>
              <a:rPr kumimoji="1" lang="zh-CN" altLang="en-US" dirty="0" smtClean="0">
                <a:solidFill>
                  <a:schemeClr val="tx2"/>
                </a:solidFill>
                <a:latin typeface="Times New Roman" pitchFamily="18" charset="0"/>
                <a:ea typeface="华文新魏" pitchFamily="2" charset="-122"/>
              </a:rPr>
              <a:t>成为</a:t>
            </a:r>
            <a:r>
              <a:rPr kumimoji="1" lang="zh-CN" altLang="en-US" dirty="0" smtClean="0">
                <a:solidFill>
                  <a:srgbClr val="0000FF"/>
                </a:solidFill>
                <a:latin typeface="Times New Roman" pitchFamily="18" charset="0"/>
                <a:ea typeface="华文新魏" pitchFamily="2" charset="-122"/>
              </a:rPr>
              <a:t>麦克斯韦方程组</a:t>
            </a:r>
            <a:r>
              <a:rPr kumimoji="1" lang="zh-CN" altLang="en-US" dirty="0">
                <a:solidFill>
                  <a:schemeClr val="tx2"/>
                </a:solidFill>
                <a:latin typeface="Times New Roman" pitchFamily="18" charset="0"/>
                <a:ea typeface="华文新魏" pitchFamily="2" charset="-122"/>
              </a:rPr>
              <a:t>。</a:t>
            </a:r>
            <a:endParaRPr lang="en-US" altLang="zh-CN" dirty="0" smtClean="0">
              <a:latin typeface="宋体" pitchFamily="2" charset="-122"/>
            </a:endParaRPr>
          </a:p>
          <a:p>
            <a:pPr marL="0" indent="0" eaLnBrk="1" hangingPunct="1">
              <a:lnSpc>
                <a:spcPct val="90000"/>
              </a:lnSpc>
              <a:buNone/>
            </a:pPr>
            <a:r>
              <a:rPr lang="zh-CN" altLang="en-US" dirty="0" smtClean="0">
                <a:latin typeface="宋体" pitchFamily="2" charset="-122"/>
              </a:rPr>
              <a:t>                   </a:t>
            </a:r>
          </a:p>
          <a:p>
            <a:pPr marL="0" indent="0" eaLnBrk="1" hangingPunct="1">
              <a:lnSpc>
                <a:spcPct val="90000"/>
              </a:lnSpc>
              <a:buNone/>
            </a:pPr>
            <a:endParaRPr lang="zh-CN" altLang="en-US" dirty="0" smtClean="0">
              <a:latin typeface="宋体" pitchFamily="2" charset="-122"/>
            </a:endParaRPr>
          </a:p>
          <a:p>
            <a:pPr marL="0" indent="0" algn="r" eaLnBrk="1" hangingPunct="1">
              <a:lnSpc>
                <a:spcPct val="90000"/>
              </a:lnSpc>
              <a:buNone/>
            </a:pPr>
            <a:endParaRPr lang="zh-CN" altLang="en-US" dirty="0" smtClean="0">
              <a:latin typeface="宋体" pitchFamily="2" charset="-122"/>
            </a:endParaRPr>
          </a:p>
        </p:txBody>
      </p:sp>
      <p:sp>
        <p:nvSpPr>
          <p:cNvPr id="19460" name="Rectangle 5"/>
          <p:cNvSpPr>
            <a:spLocks noChangeArrowheads="1"/>
          </p:cNvSpPr>
          <p:nvPr/>
        </p:nvSpPr>
        <p:spPr bwMode="auto">
          <a:xfrm>
            <a:off x="0" y="287166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9461" name="Object 4"/>
          <p:cNvGraphicFramePr>
            <a:graphicFrameLocks noChangeAspect="1"/>
          </p:cNvGraphicFramePr>
          <p:nvPr>
            <p:extLst/>
          </p:nvPr>
        </p:nvGraphicFramePr>
        <p:xfrm>
          <a:off x="2286000" y="2114550"/>
          <a:ext cx="3429000" cy="716756"/>
        </p:xfrm>
        <a:graphic>
          <a:graphicData uri="http://schemas.openxmlformats.org/presentationml/2006/ole">
            <mc:AlternateContent xmlns:mc="http://schemas.openxmlformats.org/markup-compatibility/2006">
              <mc:Choice xmlns:v="urn:schemas-microsoft-com:vml" Requires="v">
                <p:oleObj spid="_x0000_s237582" name="公式" r:id="rId3" imgW="1739900" imgH="482600" progId="Equation.3">
                  <p:embed/>
                </p:oleObj>
              </mc:Choice>
              <mc:Fallback>
                <p:oleObj name="公式" r:id="rId3" imgW="1739900" imgH="482600" progId="Equation.3">
                  <p:embed/>
                  <p:pic>
                    <p:nvPicPr>
                      <p:cNvPr id="1946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2114550"/>
                        <a:ext cx="3429000" cy="716756"/>
                      </a:xfrm>
                      <a:prstGeom prst="rect">
                        <a:avLst/>
                      </a:prstGeom>
                      <a:solidFill>
                        <a:srgbClr val="99FFCC"/>
                      </a:solidFill>
                      <a:ln>
                        <a:noFill/>
                      </a:ln>
                      <a:extLst/>
                    </p:spPr>
                  </p:pic>
                </p:oleObj>
              </mc:Fallback>
            </mc:AlternateContent>
          </a:graphicData>
        </a:graphic>
      </p:graphicFrame>
      <p:sp>
        <p:nvSpPr>
          <p:cNvPr id="19462" name="Rectangle 7"/>
          <p:cNvSpPr>
            <a:spLocks noChangeArrowheads="1"/>
          </p:cNvSpPr>
          <p:nvPr/>
        </p:nvSpPr>
        <p:spPr bwMode="auto">
          <a:xfrm>
            <a:off x="0" y="289309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9463" name="Object 6"/>
          <p:cNvGraphicFramePr>
            <a:graphicFrameLocks noChangeAspect="1"/>
          </p:cNvGraphicFramePr>
          <p:nvPr>
            <p:extLst/>
          </p:nvPr>
        </p:nvGraphicFramePr>
        <p:xfrm>
          <a:off x="2286000" y="2952750"/>
          <a:ext cx="3352800" cy="765572"/>
        </p:xfrm>
        <a:graphic>
          <a:graphicData uri="http://schemas.openxmlformats.org/presentationml/2006/ole">
            <mc:AlternateContent xmlns:mc="http://schemas.openxmlformats.org/markup-compatibility/2006">
              <mc:Choice xmlns:v="urn:schemas-microsoft-com:vml" Requires="v">
                <p:oleObj spid="_x0000_s237583" name="公式" r:id="rId5" imgW="1409088" imgH="431613" progId="Equation.3">
                  <p:embed/>
                </p:oleObj>
              </mc:Choice>
              <mc:Fallback>
                <p:oleObj name="公式" r:id="rId5" imgW="1409088" imgH="431613" progId="Equation.3">
                  <p:embed/>
                  <p:pic>
                    <p:nvPicPr>
                      <p:cNvPr id="19463"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2952750"/>
                        <a:ext cx="3352800" cy="765572"/>
                      </a:xfrm>
                      <a:prstGeom prst="rect">
                        <a:avLst/>
                      </a:prstGeom>
                      <a:solidFill>
                        <a:schemeClr val="tx2">
                          <a:lumMod val="20000"/>
                          <a:lumOff val="80000"/>
                        </a:schemeClr>
                      </a:solidFill>
                      <a:ln>
                        <a:noFill/>
                      </a:ln>
                      <a:extLst/>
                    </p:spPr>
                  </p:pic>
                </p:oleObj>
              </mc:Fallback>
            </mc:AlternateContent>
          </a:graphicData>
        </a:graphic>
      </p:graphicFrame>
      <p:sp>
        <p:nvSpPr>
          <p:cNvPr id="19464" name="Rectangle 9"/>
          <p:cNvSpPr>
            <a:spLocks noChangeArrowheads="1"/>
          </p:cNvSpPr>
          <p:nvPr/>
        </p:nvSpPr>
        <p:spPr bwMode="auto">
          <a:xfrm>
            <a:off x="0" y="294310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9465" name="Object 8"/>
          <p:cNvGraphicFramePr>
            <a:graphicFrameLocks noChangeAspect="1"/>
          </p:cNvGraphicFramePr>
          <p:nvPr>
            <p:extLst/>
          </p:nvPr>
        </p:nvGraphicFramePr>
        <p:xfrm>
          <a:off x="2895600" y="3790950"/>
          <a:ext cx="1981200" cy="541735"/>
        </p:xfrm>
        <a:graphic>
          <a:graphicData uri="http://schemas.openxmlformats.org/presentationml/2006/ole">
            <mc:AlternateContent xmlns:mc="http://schemas.openxmlformats.org/markup-compatibility/2006">
              <mc:Choice xmlns:v="urn:schemas-microsoft-com:vml" Requires="v">
                <p:oleObj spid="_x0000_s237584" name="公式" r:id="rId7" imgW="812447" imgH="291973" progId="Equation.3">
                  <p:embed/>
                </p:oleObj>
              </mc:Choice>
              <mc:Fallback>
                <p:oleObj name="公式" r:id="rId7" imgW="812447" imgH="291973" progId="Equation.3">
                  <p:embed/>
                  <p:pic>
                    <p:nvPicPr>
                      <p:cNvPr id="19465"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95600" y="3790950"/>
                        <a:ext cx="1981200" cy="541735"/>
                      </a:xfrm>
                      <a:prstGeom prst="rect">
                        <a:avLst/>
                      </a:prstGeom>
                      <a:solidFill>
                        <a:schemeClr val="accent5">
                          <a:lumMod val="90000"/>
                        </a:schemeClr>
                      </a:solidFill>
                      <a:ln>
                        <a:noFill/>
                      </a:ln>
                      <a:extLst/>
                    </p:spPr>
                  </p:pic>
                </p:oleObj>
              </mc:Fallback>
            </mc:AlternateContent>
          </a:graphicData>
        </a:graphic>
      </p:graphicFrame>
      <p:sp>
        <p:nvSpPr>
          <p:cNvPr id="19466" name="Rectangle 11"/>
          <p:cNvSpPr>
            <a:spLocks noChangeArrowheads="1"/>
          </p:cNvSpPr>
          <p:nvPr/>
        </p:nvSpPr>
        <p:spPr bwMode="auto">
          <a:xfrm>
            <a:off x="0" y="294310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9467" name="Object 10"/>
          <p:cNvGraphicFramePr>
            <a:graphicFrameLocks noChangeAspect="1"/>
          </p:cNvGraphicFramePr>
          <p:nvPr>
            <p:extLst/>
          </p:nvPr>
        </p:nvGraphicFramePr>
        <p:xfrm>
          <a:off x="2971800" y="4439840"/>
          <a:ext cx="2133600" cy="570310"/>
        </p:xfrm>
        <a:graphic>
          <a:graphicData uri="http://schemas.openxmlformats.org/presentationml/2006/ole">
            <mc:AlternateContent xmlns:mc="http://schemas.openxmlformats.org/markup-compatibility/2006">
              <mc:Choice xmlns:v="urn:schemas-microsoft-com:vml" Requires="v">
                <p:oleObj spid="_x0000_s237585" name="公式" r:id="rId9" imgW="825500" imgH="292100" progId="Equation.3">
                  <p:embed/>
                </p:oleObj>
              </mc:Choice>
              <mc:Fallback>
                <p:oleObj name="公式" r:id="rId9" imgW="825500" imgH="292100" progId="Equation.3">
                  <p:embed/>
                  <p:pic>
                    <p:nvPicPr>
                      <p:cNvPr id="19467"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1800" y="4439840"/>
                        <a:ext cx="2133600" cy="570310"/>
                      </a:xfrm>
                      <a:prstGeom prst="rect">
                        <a:avLst/>
                      </a:prstGeom>
                      <a:solidFill>
                        <a:schemeClr val="tx1">
                          <a:lumMod val="20000"/>
                          <a:lumOff val="80000"/>
                        </a:schemeClr>
                      </a:solidFill>
                      <a:ln>
                        <a:noFill/>
                      </a:ln>
                      <a:extLst/>
                    </p:spPr>
                  </p:pic>
                </p:oleObj>
              </mc:Fallback>
            </mc:AlternateContent>
          </a:graphicData>
        </a:graphic>
      </p:graphicFrame>
      <p:sp>
        <p:nvSpPr>
          <p:cNvPr id="19468" name="AutoShape 12"/>
          <p:cNvSpPr>
            <a:spLocks/>
          </p:cNvSpPr>
          <p:nvPr/>
        </p:nvSpPr>
        <p:spPr bwMode="auto">
          <a:xfrm rot="10800000">
            <a:off x="1965035" y="2202996"/>
            <a:ext cx="228600" cy="2514600"/>
          </a:xfrm>
          <a:prstGeom prst="rightBrace">
            <a:avLst>
              <a:gd name="adj1" fmla="val 122222"/>
              <a:gd name="adj2" fmla="val 50000"/>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hangingPunct="1"/>
            <a:endParaRPr lang="zh-CN" altLang="zh-CN"/>
          </a:p>
        </p:txBody>
      </p:sp>
      <p:sp>
        <p:nvSpPr>
          <p:cNvPr id="13" name="Text Box 130"/>
          <p:cNvSpPr txBox="1">
            <a:spLocks noChangeArrowheads="1"/>
          </p:cNvSpPr>
          <p:nvPr/>
        </p:nvSpPr>
        <p:spPr bwMode="auto">
          <a:xfrm>
            <a:off x="6181997" y="2190750"/>
            <a:ext cx="2743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Times New Roman" pitchFamily="18" charset="0"/>
              </a:rPr>
              <a:t>安培</a:t>
            </a:r>
            <a:r>
              <a:rPr kumimoji="1" lang="zh-CN" altLang="en-US" sz="2800" b="1" dirty="0" smtClean="0">
                <a:latin typeface="Times New Roman" pitchFamily="18" charset="0"/>
              </a:rPr>
              <a:t>全电流</a:t>
            </a:r>
            <a:r>
              <a:rPr kumimoji="1" lang="zh-CN" altLang="en-US" sz="2800" b="1" dirty="0">
                <a:latin typeface="Times New Roman" pitchFamily="18" charset="0"/>
              </a:rPr>
              <a:t>定律</a:t>
            </a:r>
          </a:p>
        </p:txBody>
      </p:sp>
      <p:sp>
        <p:nvSpPr>
          <p:cNvPr id="14" name="Text Box 131"/>
          <p:cNvSpPr txBox="1">
            <a:spLocks noChangeArrowheads="1"/>
          </p:cNvSpPr>
          <p:nvPr/>
        </p:nvSpPr>
        <p:spPr bwMode="auto">
          <a:xfrm>
            <a:off x="6172200" y="3028950"/>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latin typeface="Times New Roman" pitchFamily="18" charset="0"/>
              </a:rPr>
              <a:t>法拉第电磁感应定律</a:t>
            </a:r>
          </a:p>
        </p:txBody>
      </p:sp>
      <p:sp>
        <p:nvSpPr>
          <p:cNvPr id="15" name="Text Box 132"/>
          <p:cNvSpPr txBox="1">
            <a:spLocks noChangeArrowheads="1"/>
          </p:cNvSpPr>
          <p:nvPr/>
        </p:nvSpPr>
        <p:spPr bwMode="auto">
          <a:xfrm>
            <a:off x="6248400" y="3867150"/>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latin typeface="Times New Roman" pitchFamily="18" charset="0"/>
              </a:rPr>
              <a:t>磁通连续性原理</a:t>
            </a:r>
          </a:p>
        </p:txBody>
      </p:sp>
      <p:sp>
        <p:nvSpPr>
          <p:cNvPr id="16" name="Text Box 133"/>
          <p:cNvSpPr txBox="1">
            <a:spLocks noChangeArrowheads="1"/>
          </p:cNvSpPr>
          <p:nvPr/>
        </p:nvSpPr>
        <p:spPr bwMode="auto">
          <a:xfrm>
            <a:off x="6248400" y="4472285"/>
            <a:ext cx="2590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latin typeface="Times New Roman" pitchFamily="18" charset="0"/>
              </a:rPr>
              <a:t>高斯通量</a:t>
            </a:r>
            <a:r>
              <a:rPr kumimoji="1" lang="zh-CN" altLang="en-US" sz="2400" b="1" dirty="0" smtClean="0">
                <a:latin typeface="Times New Roman" pitchFamily="18" charset="0"/>
              </a:rPr>
              <a:t>定理</a:t>
            </a:r>
            <a:endParaRPr kumimoji="1" lang="zh-CN" altLang="en-US" sz="2400" b="1" dirty="0">
              <a:latin typeface="Times New Roman" pitchFamily="18" charset="0"/>
            </a:endParaRPr>
          </a:p>
        </p:txBody>
      </p:sp>
      <p:sp>
        <p:nvSpPr>
          <p:cNvPr id="3" name="矩形 2"/>
          <p:cNvSpPr/>
          <p:nvPr/>
        </p:nvSpPr>
        <p:spPr>
          <a:xfrm>
            <a:off x="869878" y="2452148"/>
            <a:ext cx="577922" cy="1865126"/>
          </a:xfrm>
          <a:prstGeom prst="rect">
            <a:avLst/>
          </a:prstGeom>
        </p:spPr>
        <p:txBody>
          <a:bodyPr wrap="square">
            <a:spAutoFit/>
          </a:bodyPr>
          <a:lstStyle/>
          <a:p>
            <a:pPr lvl="0" eaLnBrk="1" hangingPunct="1">
              <a:lnSpc>
                <a:spcPct val="90000"/>
              </a:lnSpc>
              <a:spcBef>
                <a:spcPct val="20000"/>
              </a:spcBef>
              <a:buClr>
                <a:srgbClr val="A50021"/>
              </a:buClr>
              <a:buSzPct val="75000"/>
            </a:pPr>
            <a:r>
              <a:rPr lang="zh-CN" altLang="en-US" sz="3200" b="1" dirty="0">
                <a:solidFill>
                  <a:srgbClr val="000000"/>
                </a:solidFill>
                <a:latin typeface="宋体" pitchFamily="2" charset="-122"/>
                <a:ea typeface="宋体"/>
              </a:rPr>
              <a:t>积分</a:t>
            </a:r>
            <a:r>
              <a:rPr lang="zh-CN" altLang="en-US" sz="3200" b="1" dirty="0" smtClean="0">
                <a:solidFill>
                  <a:srgbClr val="000000"/>
                </a:solidFill>
                <a:latin typeface="宋体" pitchFamily="2" charset="-122"/>
                <a:ea typeface="宋体"/>
              </a:rPr>
              <a:t>形式</a:t>
            </a:r>
            <a:endParaRPr lang="zh-CN" altLang="en-US" sz="3200" b="1" dirty="0">
              <a:solidFill>
                <a:srgbClr val="000000"/>
              </a:solidFill>
              <a:latin typeface="宋体" pitchFamily="2" charset="-122"/>
              <a:ea typeface="宋体"/>
            </a:endParaRPr>
          </a:p>
        </p:txBody>
      </p:sp>
    </p:spTree>
    <p:extLst>
      <p:ext uri="{BB962C8B-B14F-4D97-AF65-F5344CB8AC3E}">
        <p14:creationId xmlns:p14="http://schemas.microsoft.com/office/powerpoint/2010/main" val="176800579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46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6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46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46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8" grpId="0" animBg="1"/>
      <p:bldP spid="13" grpId="0"/>
      <p:bldP spid="14" grpId="0"/>
      <p:bldP spid="15" grpId="0"/>
      <p:bldP spid="16" grpId="0"/>
      <p:bldP spid="3"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pPr eaLnBrk="1" hangingPunct="1">
              <a:defRPr/>
            </a:pPr>
            <a:r>
              <a:rPr lang="en-US" altLang="zh-CN" smtClean="0"/>
              <a:t> </a:t>
            </a:r>
          </a:p>
        </p:txBody>
      </p:sp>
      <p:sp>
        <p:nvSpPr>
          <p:cNvPr id="20483" name="Rectangle 3" descr="Rectangle: Click to edit Master text styles&#10;Second level&#10;Third level&#10;Fourth level&#10;Fifth level"/>
          <p:cNvSpPr>
            <a:spLocks noGrp="1" noChangeArrowheads="1"/>
          </p:cNvSpPr>
          <p:nvPr>
            <p:ph type="body" idx="1"/>
          </p:nvPr>
        </p:nvSpPr>
        <p:spPr>
          <a:xfrm>
            <a:off x="609600" y="628650"/>
            <a:ext cx="7772400" cy="4114800"/>
          </a:xfrm>
        </p:spPr>
        <p:txBody>
          <a:bodyPr/>
          <a:lstStyle/>
          <a:p>
            <a:pPr marL="0" indent="0" eaLnBrk="1" hangingPunct="1">
              <a:buNone/>
            </a:pPr>
            <a:r>
              <a:rPr lang="zh-CN" altLang="en-US" dirty="0" smtClean="0">
                <a:latin typeface="宋体" pitchFamily="2" charset="-122"/>
              </a:rPr>
              <a:t>微分形式为                       </a:t>
            </a:r>
          </a:p>
          <a:p>
            <a:pPr marL="0" indent="0" algn="r" eaLnBrk="1" hangingPunct="1">
              <a:buNone/>
            </a:pPr>
            <a:r>
              <a:rPr lang="zh-CN" altLang="en-US" dirty="0" smtClean="0">
                <a:latin typeface="宋体" pitchFamily="2" charset="-122"/>
              </a:rPr>
              <a:t>（</a:t>
            </a:r>
            <a:r>
              <a:rPr lang="en-US" altLang="zh-CN" dirty="0" smtClean="0">
                <a:latin typeface="宋体" pitchFamily="2" charset="-122"/>
              </a:rPr>
              <a:t>3.14</a:t>
            </a:r>
            <a:r>
              <a:rPr lang="zh-CN" altLang="en-US" dirty="0" smtClean="0">
                <a:latin typeface="宋体" pitchFamily="2" charset="-122"/>
              </a:rPr>
              <a:t>）</a:t>
            </a:r>
          </a:p>
          <a:p>
            <a:pPr marL="0" indent="0" algn="r" eaLnBrk="1" hangingPunct="1">
              <a:buNone/>
            </a:pPr>
            <a:endParaRPr lang="zh-CN" altLang="en-US" dirty="0" smtClean="0">
              <a:latin typeface="宋体" pitchFamily="2" charset="-122"/>
            </a:endParaRPr>
          </a:p>
          <a:p>
            <a:pPr marL="0" indent="0" algn="r" eaLnBrk="1" hangingPunct="1">
              <a:buNone/>
            </a:pPr>
            <a:r>
              <a:rPr lang="zh-CN" altLang="en-US" dirty="0" smtClean="0">
                <a:latin typeface="宋体" pitchFamily="2" charset="-122"/>
              </a:rPr>
              <a:t>                          （</a:t>
            </a:r>
            <a:r>
              <a:rPr lang="en-US" altLang="zh-CN" dirty="0" smtClean="0">
                <a:latin typeface="宋体" pitchFamily="2" charset="-122"/>
              </a:rPr>
              <a:t>3.15</a:t>
            </a:r>
            <a:r>
              <a:rPr lang="zh-CN" altLang="en-US" dirty="0" smtClean="0">
                <a:latin typeface="宋体" pitchFamily="2" charset="-122"/>
              </a:rPr>
              <a:t>）</a:t>
            </a:r>
          </a:p>
          <a:p>
            <a:pPr marL="0" indent="0" algn="r" eaLnBrk="1" hangingPunct="1">
              <a:buNone/>
            </a:pPr>
            <a:r>
              <a:rPr lang="zh-CN" altLang="en-US" dirty="0" smtClean="0">
                <a:latin typeface="宋体" pitchFamily="2" charset="-122"/>
              </a:rPr>
              <a:t>                               （</a:t>
            </a:r>
            <a:r>
              <a:rPr lang="en-US" altLang="zh-CN" dirty="0" smtClean="0">
                <a:latin typeface="宋体" pitchFamily="2" charset="-122"/>
              </a:rPr>
              <a:t>3.16 </a:t>
            </a:r>
            <a:r>
              <a:rPr lang="zh-CN" altLang="en-US" dirty="0" smtClean="0">
                <a:latin typeface="宋体" pitchFamily="2" charset="-122"/>
              </a:rPr>
              <a:t>）                                                             </a:t>
            </a:r>
          </a:p>
          <a:p>
            <a:pPr marL="0" indent="0" algn="r" eaLnBrk="1" hangingPunct="1">
              <a:buNone/>
            </a:pPr>
            <a:r>
              <a:rPr lang="zh-CN" altLang="en-US" dirty="0" smtClean="0">
                <a:latin typeface="宋体" pitchFamily="2" charset="-122"/>
              </a:rPr>
              <a:t>（</a:t>
            </a:r>
            <a:r>
              <a:rPr lang="en-US" altLang="zh-CN" dirty="0" smtClean="0">
                <a:latin typeface="宋体" pitchFamily="2" charset="-122"/>
              </a:rPr>
              <a:t>3.17</a:t>
            </a:r>
            <a:r>
              <a:rPr lang="zh-CN" altLang="en-US" dirty="0" smtClean="0">
                <a:latin typeface="宋体" pitchFamily="2" charset="-122"/>
              </a:rPr>
              <a:t>）</a:t>
            </a:r>
          </a:p>
        </p:txBody>
      </p:sp>
      <p:sp>
        <p:nvSpPr>
          <p:cNvPr id="20484" name="Rectangle 5"/>
          <p:cNvSpPr>
            <a:spLocks noChangeArrowheads="1"/>
          </p:cNvSpPr>
          <p:nvPr/>
        </p:nvSpPr>
        <p:spPr bwMode="auto">
          <a:xfrm>
            <a:off x="0" y="22263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0485" name="Object 4"/>
          <p:cNvGraphicFramePr>
            <a:graphicFrameLocks noChangeAspect="1"/>
          </p:cNvGraphicFramePr>
          <p:nvPr>
            <p:extLst/>
          </p:nvPr>
        </p:nvGraphicFramePr>
        <p:xfrm>
          <a:off x="985837" y="1397594"/>
          <a:ext cx="2752725" cy="841375"/>
        </p:xfrm>
        <a:graphic>
          <a:graphicData uri="http://schemas.openxmlformats.org/presentationml/2006/ole">
            <mc:AlternateContent xmlns:mc="http://schemas.openxmlformats.org/markup-compatibility/2006">
              <mc:Choice xmlns:v="urn:schemas-microsoft-com:vml" Requires="v">
                <p:oleObj spid="_x0000_s238606" name="公式" r:id="rId3" imgW="1054080" imgH="431640" progId="Equation.3">
                  <p:embed/>
                </p:oleObj>
              </mc:Choice>
              <mc:Fallback>
                <p:oleObj name="公式" r:id="rId3" imgW="1054080" imgH="431640" progId="Equation.3">
                  <p:embed/>
                  <p:pic>
                    <p:nvPicPr>
                      <p:cNvPr id="20485" name="Object 4"/>
                      <p:cNvPicPr>
                        <a:picLocks noChangeAspect="1" noChangeArrowheads="1"/>
                      </p:cNvPicPr>
                      <p:nvPr/>
                    </p:nvPicPr>
                    <p:blipFill>
                      <a:blip r:embed="rId4"/>
                      <a:srcRect/>
                      <a:stretch>
                        <a:fillRect/>
                      </a:stretch>
                    </p:blipFill>
                    <p:spPr bwMode="auto">
                      <a:xfrm>
                        <a:off x="985837" y="1397594"/>
                        <a:ext cx="2752725" cy="841375"/>
                      </a:xfrm>
                      <a:prstGeom prst="rect">
                        <a:avLst/>
                      </a:prstGeom>
                      <a:solidFill>
                        <a:srgbClr val="99FFCC"/>
                      </a:solidFill>
                      <a:ln>
                        <a:noFill/>
                      </a:ln>
                      <a:extLst/>
                    </p:spPr>
                  </p:pic>
                </p:oleObj>
              </mc:Fallback>
            </mc:AlternateContent>
          </a:graphicData>
        </a:graphic>
      </p:graphicFrame>
      <p:sp>
        <p:nvSpPr>
          <p:cNvPr id="20486" name="Rectangle 7"/>
          <p:cNvSpPr>
            <a:spLocks noChangeArrowheads="1"/>
          </p:cNvSpPr>
          <p:nvPr/>
        </p:nvSpPr>
        <p:spPr bwMode="auto">
          <a:xfrm>
            <a:off x="0" y="22263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0487" name="Object 6"/>
          <p:cNvGraphicFramePr>
            <a:graphicFrameLocks noChangeAspect="1"/>
          </p:cNvGraphicFramePr>
          <p:nvPr>
            <p:extLst/>
          </p:nvPr>
        </p:nvGraphicFramePr>
        <p:xfrm>
          <a:off x="990600" y="2263377"/>
          <a:ext cx="2133600" cy="751284"/>
        </p:xfrm>
        <a:graphic>
          <a:graphicData uri="http://schemas.openxmlformats.org/presentationml/2006/ole">
            <mc:AlternateContent xmlns:mc="http://schemas.openxmlformats.org/markup-compatibility/2006">
              <mc:Choice xmlns:v="urn:schemas-microsoft-com:vml" Requires="v">
                <p:oleObj spid="_x0000_s238607" name="公式" r:id="rId5" imgW="914400" imgH="431800" progId="Equation.3">
                  <p:embed/>
                </p:oleObj>
              </mc:Choice>
              <mc:Fallback>
                <p:oleObj name="公式" r:id="rId5" imgW="914400" imgH="431800" progId="Equation.3">
                  <p:embed/>
                  <p:pic>
                    <p:nvPicPr>
                      <p:cNvPr id="2048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2263377"/>
                        <a:ext cx="2133600" cy="751284"/>
                      </a:xfrm>
                      <a:prstGeom prst="rect">
                        <a:avLst/>
                      </a:prstGeom>
                      <a:solidFill>
                        <a:schemeClr val="tx2">
                          <a:lumMod val="20000"/>
                          <a:lumOff val="80000"/>
                        </a:schemeClr>
                      </a:solidFill>
                      <a:ln>
                        <a:noFill/>
                      </a:ln>
                      <a:extLst/>
                    </p:spPr>
                  </p:pic>
                </p:oleObj>
              </mc:Fallback>
            </mc:AlternateContent>
          </a:graphicData>
        </a:graphic>
      </p:graphicFrame>
      <p:sp>
        <p:nvSpPr>
          <p:cNvPr id="20488" name="Rectangle 9"/>
          <p:cNvSpPr>
            <a:spLocks noChangeArrowheads="1"/>
          </p:cNvSpPr>
          <p:nvPr/>
        </p:nvSpPr>
        <p:spPr bwMode="auto">
          <a:xfrm>
            <a:off x="0" y="23192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0489" name="Object 8"/>
          <p:cNvGraphicFramePr>
            <a:graphicFrameLocks noChangeAspect="1"/>
          </p:cNvGraphicFramePr>
          <p:nvPr>
            <p:extLst/>
          </p:nvPr>
        </p:nvGraphicFramePr>
        <p:xfrm>
          <a:off x="1143000" y="3287910"/>
          <a:ext cx="1447800" cy="322660"/>
        </p:xfrm>
        <a:graphic>
          <a:graphicData uri="http://schemas.openxmlformats.org/presentationml/2006/ole">
            <mc:AlternateContent xmlns:mc="http://schemas.openxmlformats.org/markup-compatibility/2006">
              <mc:Choice xmlns:v="urn:schemas-microsoft-com:vml" Requires="v">
                <p:oleObj spid="_x0000_s238608" name="公式" r:id="rId7" imgW="609336" imgH="177723" progId="Equation.3">
                  <p:embed/>
                </p:oleObj>
              </mc:Choice>
              <mc:Fallback>
                <p:oleObj name="公式" r:id="rId7" imgW="609336" imgH="177723" progId="Equation.3">
                  <p:embed/>
                  <p:pic>
                    <p:nvPicPr>
                      <p:cNvPr id="20489"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000" y="3287910"/>
                        <a:ext cx="1447800" cy="322660"/>
                      </a:xfrm>
                      <a:prstGeom prst="rect">
                        <a:avLst/>
                      </a:prstGeom>
                      <a:solidFill>
                        <a:schemeClr val="accent5"/>
                      </a:solidFill>
                      <a:ln>
                        <a:noFill/>
                      </a:ln>
                      <a:extLst/>
                    </p:spPr>
                  </p:pic>
                </p:oleObj>
              </mc:Fallback>
            </mc:AlternateContent>
          </a:graphicData>
        </a:graphic>
      </p:graphicFrame>
      <p:sp>
        <p:nvSpPr>
          <p:cNvPr id="20490" name="Rectangle 11"/>
          <p:cNvSpPr>
            <a:spLocks noChangeArrowheads="1"/>
          </p:cNvSpPr>
          <p:nvPr/>
        </p:nvSpPr>
        <p:spPr bwMode="auto">
          <a:xfrm>
            <a:off x="0" y="2329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0491" name="Object 10"/>
          <p:cNvGraphicFramePr>
            <a:graphicFrameLocks noChangeAspect="1"/>
          </p:cNvGraphicFramePr>
          <p:nvPr>
            <p:extLst/>
          </p:nvPr>
        </p:nvGraphicFramePr>
        <p:xfrm>
          <a:off x="1143000" y="4012253"/>
          <a:ext cx="1524000" cy="352425"/>
        </p:xfrm>
        <a:graphic>
          <a:graphicData uri="http://schemas.openxmlformats.org/presentationml/2006/ole">
            <mc:AlternateContent xmlns:mc="http://schemas.openxmlformats.org/markup-compatibility/2006">
              <mc:Choice xmlns:v="urn:schemas-microsoft-com:vml" Requires="v">
                <p:oleObj spid="_x0000_s238609" name="公式" r:id="rId9" imgW="647419" imgH="203112" progId="Equation.3">
                  <p:embed/>
                </p:oleObj>
              </mc:Choice>
              <mc:Fallback>
                <p:oleObj name="公式" r:id="rId9" imgW="647419" imgH="203112" progId="Equation.3">
                  <p:embed/>
                  <p:pic>
                    <p:nvPicPr>
                      <p:cNvPr id="20491"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3000" y="4012253"/>
                        <a:ext cx="1524000" cy="352425"/>
                      </a:xfrm>
                      <a:prstGeom prst="rect">
                        <a:avLst/>
                      </a:prstGeom>
                      <a:solidFill>
                        <a:schemeClr val="tx1">
                          <a:lumMod val="20000"/>
                          <a:lumOff val="80000"/>
                        </a:schemeClr>
                      </a:solidFill>
                      <a:ln>
                        <a:noFill/>
                      </a:ln>
                      <a:extLst/>
                    </p:spPr>
                  </p:pic>
                </p:oleObj>
              </mc:Fallback>
            </mc:AlternateContent>
          </a:graphicData>
        </a:graphic>
      </p:graphicFrame>
      <p:sp>
        <p:nvSpPr>
          <p:cNvPr id="12" name="Text Box 130"/>
          <p:cNvSpPr txBox="1">
            <a:spLocks noChangeArrowheads="1"/>
          </p:cNvSpPr>
          <p:nvPr/>
        </p:nvSpPr>
        <p:spPr bwMode="auto">
          <a:xfrm>
            <a:off x="3962400" y="1485900"/>
            <a:ext cx="2743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Times New Roman" pitchFamily="18" charset="0"/>
              </a:rPr>
              <a:t>安培</a:t>
            </a:r>
            <a:r>
              <a:rPr kumimoji="1" lang="zh-CN" altLang="en-US" sz="2800" b="1" dirty="0" smtClean="0">
                <a:latin typeface="Times New Roman" pitchFamily="18" charset="0"/>
              </a:rPr>
              <a:t>全电流</a:t>
            </a:r>
            <a:r>
              <a:rPr kumimoji="1" lang="zh-CN" altLang="en-US" sz="2800" b="1" dirty="0">
                <a:latin typeface="Times New Roman" pitchFamily="18" charset="0"/>
              </a:rPr>
              <a:t>定律</a:t>
            </a:r>
          </a:p>
        </p:txBody>
      </p:sp>
      <p:sp>
        <p:nvSpPr>
          <p:cNvPr id="13" name="Text Box 131"/>
          <p:cNvSpPr txBox="1">
            <a:spLocks noChangeArrowheads="1"/>
          </p:cNvSpPr>
          <p:nvPr/>
        </p:nvSpPr>
        <p:spPr bwMode="auto">
          <a:xfrm>
            <a:off x="3933009" y="2283354"/>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latin typeface="Times New Roman" pitchFamily="18" charset="0"/>
              </a:rPr>
              <a:t>法拉第电磁感应定律</a:t>
            </a:r>
          </a:p>
        </p:txBody>
      </p:sp>
      <p:sp>
        <p:nvSpPr>
          <p:cNvPr id="14" name="Text Box 132"/>
          <p:cNvSpPr txBox="1">
            <a:spLocks noChangeArrowheads="1"/>
          </p:cNvSpPr>
          <p:nvPr/>
        </p:nvSpPr>
        <p:spPr bwMode="auto">
          <a:xfrm>
            <a:off x="3983083" y="3105150"/>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latin typeface="Times New Roman" pitchFamily="18" charset="0"/>
              </a:rPr>
              <a:t>磁通连续性原理</a:t>
            </a:r>
          </a:p>
        </p:txBody>
      </p:sp>
      <p:sp>
        <p:nvSpPr>
          <p:cNvPr id="15" name="Text Box 133"/>
          <p:cNvSpPr txBox="1">
            <a:spLocks noChangeArrowheads="1"/>
          </p:cNvSpPr>
          <p:nvPr/>
        </p:nvSpPr>
        <p:spPr bwMode="auto">
          <a:xfrm>
            <a:off x="3933009" y="3903013"/>
            <a:ext cx="2590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latin typeface="Times New Roman" pitchFamily="18" charset="0"/>
              </a:rPr>
              <a:t>高斯通量</a:t>
            </a:r>
            <a:r>
              <a:rPr kumimoji="1" lang="zh-CN" altLang="en-US" sz="2400" b="1" dirty="0" smtClean="0">
                <a:latin typeface="Times New Roman" pitchFamily="18" charset="0"/>
              </a:rPr>
              <a:t>定理</a:t>
            </a:r>
            <a:endParaRPr kumimoji="1" lang="zh-CN" altLang="en-US" sz="2400" b="1" dirty="0">
              <a:latin typeface="Times New Roman" pitchFamily="18" charset="0"/>
            </a:endParaRPr>
          </a:p>
        </p:txBody>
      </p:sp>
      <p:sp>
        <p:nvSpPr>
          <p:cNvPr id="16" name="AutoShape 12"/>
          <p:cNvSpPr>
            <a:spLocks/>
          </p:cNvSpPr>
          <p:nvPr/>
        </p:nvSpPr>
        <p:spPr bwMode="auto">
          <a:xfrm rot="10800000">
            <a:off x="474835" y="1581150"/>
            <a:ext cx="228600" cy="2895600"/>
          </a:xfrm>
          <a:prstGeom prst="rightBrace">
            <a:avLst>
              <a:gd name="adj1" fmla="val 122222"/>
              <a:gd name="adj2" fmla="val 51299"/>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hangingPunct="1"/>
            <a:endParaRPr lang="zh-CN" altLang="zh-CN"/>
          </a:p>
        </p:txBody>
      </p:sp>
      <p:sp>
        <p:nvSpPr>
          <p:cNvPr id="2" name="文本框 1"/>
          <p:cNvSpPr txBox="1"/>
          <p:nvPr/>
        </p:nvSpPr>
        <p:spPr>
          <a:xfrm>
            <a:off x="3810000" y="443005"/>
            <a:ext cx="3048000" cy="461665"/>
          </a:xfrm>
          <a:prstGeom prst="rect">
            <a:avLst/>
          </a:prstGeom>
          <a:solidFill>
            <a:srgbClr val="00B0F0"/>
          </a:solidFill>
        </p:spPr>
        <p:txBody>
          <a:bodyPr wrap="square" rtlCol="0">
            <a:spAutoFit/>
          </a:bodyPr>
          <a:lstStyle/>
          <a:p>
            <a:r>
              <a:rPr lang="zh-CN" altLang="en-US" sz="2400" b="1" dirty="0" smtClean="0">
                <a:solidFill>
                  <a:srgbClr val="FF0000"/>
                </a:solidFill>
              </a:rPr>
              <a:t>非限定形式的方程</a:t>
            </a:r>
            <a:endParaRPr lang="zh-CN" altLang="en-US" sz="2400" b="1" dirty="0">
              <a:solidFill>
                <a:srgbClr val="FF0000"/>
              </a:solidFill>
            </a:endParaRPr>
          </a:p>
        </p:txBody>
      </p:sp>
    </p:spTree>
    <p:extLst>
      <p:ext uri="{BB962C8B-B14F-4D97-AF65-F5344CB8AC3E}">
        <p14:creationId xmlns:p14="http://schemas.microsoft.com/office/powerpoint/2010/main" val="2395619346"/>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animBg="1"/>
      <p:bldP spid="2"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138"/>
          <p:cNvSpPr txBox="1">
            <a:spLocks noChangeArrowheads="1"/>
          </p:cNvSpPr>
          <p:nvPr/>
        </p:nvSpPr>
        <p:spPr bwMode="auto">
          <a:xfrm>
            <a:off x="576263" y="2128837"/>
            <a:ext cx="82438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solidFill>
                  <a:srgbClr val="3333CC"/>
                </a:solidFill>
                <a:latin typeface="Times New Roman" pitchFamily="18" charset="0"/>
                <a:ea typeface="楷体_GB2312" pitchFamily="49" charset="-122"/>
              </a:rPr>
              <a:t>本构关系即     与     、   与     及    与    之间的关系。</a:t>
            </a:r>
          </a:p>
        </p:txBody>
      </p:sp>
      <p:graphicFrame>
        <p:nvGraphicFramePr>
          <p:cNvPr id="8" name="Object 139"/>
          <p:cNvGraphicFramePr>
            <a:graphicFrameLocks noChangeAspect="1"/>
          </p:cNvGraphicFramePr>
          <p:nvPr>
            <p:extLst/>
          </p:nvPr>
        </p:nvGraphicFramePr>
        <p:xfrm>
          <a:off x="2571750" y="2085975"/>
          <a:ext cx="1123950" cy="482600"/>
        </p:xfrm>
        <a:graphic>
          <a:graphicData uri="http://schemas.openxmlformats.org/presentationml/2006/ole">
            <mc:AlternateContent xmlns:mc="http://schemas.openxmlformats.org/markup-compatibility/2006">
              <mc:Choice xmlns:v="urn:schemas-microsoft-com:vml" Requires="v">
                <p:oleObj spid="_x0000_s239636" name="Equation" r:id="rId3" imgW="419040" imgH="203040" progId="Equation.3">
                  <p:embed/>
                </p:oleObj>
              </mc:Choice>
              <mc:Fallback>
                <p:oleObj name="Equation" r:id="rId3" imgW="419040" imgH="203040" progId="Equation.3">
                  <p:embed/>
                  <p:pic>
                    <p:nvPicPr>
                      <p:cNvPr id="8" name="Object 1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750" y="2085975"/>
                        <a:ext cx="112395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140"/>
          <p:cNvGraphicFramePr>
            <a:graphicFrameLocks noChangeAspect="1"/>
          </p:cNvGraphicFramePr>
          <p:nvPr>
            <p:extLst/>
          </p:nvPr>
        </p:nvGraphicFramePr>
        <p:xfrm>
          <a:off x="4019550" y="2085975"/>
          <a:ext cx="1158875" cy="482600"/>
        </p:xfrm>
        <a:graphic>
          <a:graphicData uri="http://schemas.openxmlformats.org/presentationml/2006/ole">
            <mc:AlternateContent xmlns:mc="http://schemas.openxmlformats.org/markup-compatibility/2006">
              <mc:Choice xmlns:v="urn:schemas-microsoft-com:vml" Requires="v">
                <p:oleObj spid="_x0000_s239637" name="Equation" r:id="rId5" imgW="431640" imgH="203040" progId="Equation.3">
                  <p:embed/>
                </p:oleObj>
              </mc:Choice>
              <mc:Fallback>
                <p:oleObj name="Equation" r:id="rId5" imgW="431640" imgH="203040" progId="Equation.3">
                  <p:embed/>
                  <p:pic>
                    <p:nvPicPr>
                      <p:cNvPr id="9" name="Object 1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9550" y="2085975"/>
                        <a:ext cx="1158875"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41"/>
          <p:cNvGraphicFramePr>
            <a:graphicFrameLocks noChangeAspect="1"/>
          </p:cNvGraphicFramePr>
          <p:nvPr>
            <p:extLst/>
          </p:nvPr>
        </p:nvGraphicFramePr>
        <p:xfrm>
          <a:off x="5619750" y="2085975"/>
          <a:ext cx="1055688" cy="512762"/>
        </p:xfrm>
        <a:graphic>
          <a:graphicData uri="http://schemas.openxmlformats.org/presentationml/2006/ole">
            <mc:AlternateContent xmlns:mc="http://schemas.openxmlformats.org/markup-compatibility/2006">
              <mc:Choice xmlns:v="urn:schemas-microsoft-com:vml" Requires="v">
                <p:oleObj spid="_x0000_s239638" name="Equation" r:id="rId7" imgW="393480" imgH="215640" progId="Equation.3">
                  <p:embed/>
                </p:oleObj>
              </mc:Choice>
              <mc:Fallback>
                <p:oleObj name="Equation" r:id="rId7" imgW="393480" imgH="215640" progId="Equation.3">
                  <p:embed/>
                  <p:pic>
                    <p:nvPicPr>
                      <p:cNvPr id="10" name="Object 1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19750" y="2085975"/>
                        <a:ext cx="1055688"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Rectangle 3" descr="Rectangle: Click to edit Master text styles&#10;Second level&#10;Third level&#10;Fourth level&#10;Fifth level"/>
          <p:cNvSpPr txBox="1">
            <a:spLocks noChangeArrowheads="1"/>
          </p:cNvSpPr>
          <p:nvPr/>
        </p:nvSpPr>
        <p:spPr bwMode="auto">
          <a:xfrm>
            <a:off x="697706" y="2876550"/>
            <a:ext cx="8001000" cy="19431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A50021"/>
              </a:buClr>
              <a:buSzPct val="75000"/>
              <a:buFont typeface="Wingdings" pitchFamily="2" charset="2"/>
              <a:buChar char="•"/>
              <a:defRPr sz="3200" b="1" kern="1200">
                <a:solidFill>
                  <a:srgbClr val="000000"/>
                </a:solidFill>
                <a:latin typeface="+mn-lt"/>
                <a:ea typeface="+mn-ea"/>
                <a:cs typeface="+mn-cs"/>
              </a:defRPr>
            </a:lvl1pPr>
            <a:lvl2pPr marL="190500" indent="266700" algn="l" rtl="0" eaLnBrk="0" fontAlgn="base" hangingPunct="0">
              <a:spcBef>
                <a:spcPct val="20000"/>
              </a:spcBef>
              <a:spcAft>
                <a:spcPct val="0"/>
              </a:spcAft>
              <a:buClr>
                <a:schemeClr val="accent2"/>
              </a:buClr>
              <a:buSzPct val="75000"/>
              <a:buFont typeface="Wingdings" pitchFamily="2" charset="2"/>
              <a:buChar char="–"/>
              <a:defRPr kumimoji="1" sz="4000" b="1" kern="1200">
                <a:solidFill>
                  <a:schemeClr val="bg2"/>
                </a:solidFill>
                <a:latin typeface="+mn-lt"/>
                <a:ea typeface="隶书" panose="02010509060101010101" pitchFamily="49" charset="-122"/>
                <a:cs typeface="+mn-cs"/>
              </a:defRPr>
            </a:lvl2pPr>
            <a:lvl3pPr marL="381000" indent="533400" algn="l" rtl="0" eaLnBrk="0" fontAlgn="base" hangingPunct="0">
              <a:spcBef>
                <a:spcPct val="20000"/>
              </a:spcBef>
              <a:spcAft>
                <a:spcPct val="0"/>
              </a:spcAft>
              <a:buClr>
                <a:srgbClr val="666699"/>
              </a:buClr>
              <a:buSzPct val="70000"/>
              <a:buFont typeface="Wingdings" pitchFamily="2" charset="2"/>
              <a:buChar char="•"/>
              <a:defRPr kumimoji="1" sz="3600" b="1" kern="1200">
                <a:solidFill>
                  <a:srgbClr val="FF0066"/>
                </a:solidFill>
                <a:latin typeface="+mn-lt"/>
                <a:ea typeface="华文行楷" panose="02010800040101010101" pitchFamily="2" charset="-122"/>
                <a:cs typeface="+mn-cs"/>
              </a:defRPr>
            </a:lvl3pPr>
            <a:lvl4pPr marL="571500" indent="800100" algn="l" rtl="0" eaLnBrk="0" fontAlgn="base" hangingPunct="0">
              <a:spcBef>
                <a:spcPct val="20000"/>
              </a:spcBef>
              <a:spcAft>
                <a:spcPct val="0"/>
              </a:spcAft>
              <a:buSzPct val="60000"/>
              <a:buFont typeface="Wingdings" pitchFamily="2" charset="2"/>
              <a:buChar char="–"/>
              <a:defRPr sz="3400" b="1" kern="1200">
                <a:solidFill>
                  <a:srgbClr val="9900CC"/>
                </a:solidFill>
                <a:latin typeface="+mn-lt"/>
                <a:ea typeface="黑体" panose="02010609060101010101" pitchFamily="49" charset="-122"/>
                <a:cs typeface="+mn-cs"/>
              </a:defRPr>
            </a:lvl4pPr>
            <a:lvl5pPr marL="762000" indent="1066800" algn="l" rtl="0" eaLnBrk="0" fontAlgn="base" hangingPunct="0">
              <a:spcBef>
                <a:spcPct val="20000"/>
              </a:spcBef>
              <a:spcAft>
                <a:spcPct val="0"/>
              </a:spcAft>
              <a:buClr>
                <a:schemeClr val="hlink"/>
              </a:buClr>
              <a:buSzPct val="55000"/>
              <a:buFont typeface="Wingdings" pitchFamily="2" charset="2"/>
              <a:buChar char="»"/>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Font typeface="Wingdings" pitchFamily="2" charset="2"/>
              <a:buNone/>
            </a:pPr>
            <a:r>
              <a:rPr lang="zh-CN" altLang="en-US" dirty="0" smtClean="0">
                <a:latin typeface="宋体" pitchFamily="2" charset="-122"/>
              </a:rPr>
              <a:t>若媒质是线性、各向同性的，有                            </a:t>
            </a:r>
          </a:p>
          <a:p>
            <a:pPr marL="0" indent="0" algn="r" eaLnBrk="1" hangingPunct="1">
              <a:buFont typeface="Wingdings" pitchFamily="2" charset="2"/>
              <a:buNone/>
            </a:pPr>
            <a:r>
              <a:rPr lang="zh-CN" altLang="en-US" dirty="0" smtClean="0">
                <a:latin typeface="宋体" pitchFamily="2" charset="-122"/>
              </a:rPr>
              <a:t>（</a:t>
            </a:r>
            <a:r>
              <a:rPr lang="en-US" altLang="zh-CN" dirty="0" smtClean="0">
                <a:latin typeface="宋体" pitchFamily="2" charset="-122"/>
              </a:rPr>
              <a:t>3.19</a:t>
            </a:r>
            <a:r>
              <a:rPr lang="zh-CN" altLang="en-US" dirty="0" smtClean="0">
                <a:latin typeface="宋体" pitchFamily="2" charset="-122"/>
              </a:rPr>
              <a:t>）</a:t>
            </a:r>
          </a:p>
          <a:p>
            <a:pPr marL="0" indent="0" eaLnBrk="1" hangingPunct="1">
              <a:buFont typeface="Wingdings" pitchFamily="2" charset="2"/>
              <a:buNone/>
            </a:pPr>
            <a:endParaRPr lang="zh-CN" altLang="en-US" dirty="0" smtClean="0">
              <a:latin typeface="宋体" pitchFamily="2" charset="-122"/>
            </a:endParaRPr>
          </a:p>
        </p:txBody>
      </p:sp>
      <p:graphicFrame>
        <p:nvGraphicFramePr>
          <p:cNvPr id="12" name="Object 4"/>
          <p:cNvGraphicFramePr>
            <a:graphicFrameLocks noChangeAspect="1"/>
          </p:cNvGraphicFramePr>
          <p:nvPr>
            <p:extLst/>
          </p:nvPr>
        </p:nvGraphicFramePr>
        <p:xfrm>
          <a:off x="3746500" y="3600450"/>
          <a:ext cx="1117600" cy="285750"/>
        </p:xfrm>
        <a:graphic>
          <a:graphicData uri="http://schemas.openxmlformats.org/presentationml/2006/ole">
            <mc:AlternateContent xmlns:mc="http://schemas.openxmlformats.org/markup-compatibility/2006">
              <mc:Choice xmlns:v="urn:schemas-microsoft-com:vml" Requires="v">
                <p:oleObj spid="_x0000_s239639" name="公式" r:id="rId9" imgW="533160" imgH="177480" progId="Equation.3">
                  <p:embed/>
                </p:oleObj>
              </mc:Choice>
              <mc:Fallback>
                <p:oleObj name="公式" r:id="rId9" imgW="533160" imgH="177480" progId="Equation.3">
                  <p:embed/>
                  <p:pic>
                    <p:nvPicPr>
                      <p:cNvPr id="12" name="Object 4"/>
                      <p:cNvPicPr>
                        <a:picLocks noChangeAspect="1" noChangeArrowheads="1"/>
                      </p:cNvPicPr>
                      <p:nvPr/>
                    </p:nvPicPr>
                    <p:blipFill>
                      <a:blip r:embed="rId10"/>
                      <a:srcRect/>
                      <a:stretch>
                        <a:fillRect/>
                      </a:stretch>
                    </p:blipFill>
                    <p:spPr bwMode="auto">
                      <a:xfrm>
                        <a:off x="3746500" y="3600450"/>
                        <a:ext cx="11176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6"/>
          <p:cNvGraphicFramePr>
            <a:graphicFrameLocks noChangeAspect="1"/>
          </p:cNvGraphicFramePr>
          <p:nvPr>
            <p:extLst/>
          </p:nvPr>
        </p:nvGraphicFramePr>
        <p:xfrm>
          <a:off x="3733800" y="3924300"/>
          <a:ext cx="1295400" cy="323850"/>
        </p:xfrm>
        <a:graphic>
          <a:graphicData uri="http://schemas.openxmlformats.org/presentationml/2006/ole">
            <mc:AlternateContent xmlns:mc="http://schemas.openxmlformats.org/markup-compatibility/2006">
              <mc:Choice xmlns:v="urn:schemas-microsoft-com:vml" Requires="v">
                <p:oleObj spid="_x0000_s239640" name="公式" r:id="rId11" imgW="596641" imgH="203112" progId="Equation.3">
                  <p:embed/>
                </p:oleObj>
              </mc:Choice>
              <mc:Fallback>
                <p:oleObj name="公式" r:id="rId11" imgW="596641" imgH="203112" progId="Equation.3">
                  <p:embed/>
                  <p:pic>
                    <p:nvPicPr>
                      <p:cNvPr id="13"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33800" y="3924300"/>
                        <a:ext cx="12954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8"/>
          <p:cNvGraphicFramePr>
            <a:graphicFrameLocks noChangeAspect="1"/>
          </p:cNvGraphicFramePr>
          <p:nvPr>
            <p:extLst/>
          </p:nvPr>
        </p:nvGraphicFramePr>
        <p:xfrm>
          <a:off x="3733800" y="4229100"/>
          <a:ext cx="1143000" cy="296466"/>
        </p:xfrm>
        <a:graphic>
          <a:graphicData uri="http://schemas.openxmlformats.org/presentationml/2006/ole">
            <mc:AlternateContent xmlns:mc="http://schemas.openxmlformats.org/markup-compatibility/2006">
              <mc:Choice xmlns:v="urn:schemas-microsoft-com:vml" Requires="v">
                <p:oleObj spid="_x0000_s239641" name="公式" r:id="rId13" imgW="520248" imgH="177646" progId="Equation.3">
                  <p:embed/>
                </p:oleObj>
              </mc:Choice>
              <mc:Fallback>
                <p:oleObj name="公式" r:id="rId13" imgW="520248" imgH="177646" progId="Equation.3">
                  <p:embed/>
                  <p:pic>
                    <p:nvPicPr>
                      <p:cNvPr id="14"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33800" y="4229100"/>
                        <a:ext cx="1143000" cy="296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AutoShape 10"/>
          <p:cNvSpPr>
            <a:spLocks/>
          </p:cNvSpPr>
          <p:nvPr/>
        </p:nvSpPr>
        <p:spPr bwMode="auto">
          <a:xfrm>
            <a:off x="5105400" y="3714750"/>
            <a:ext cx="76200" cy="685800"/>
          </a:xfrm>
          <a:prstGeom prst="rightBrace">
            <a:avLst>
              <a:gd name="adj1" fmla="val 100000"/>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hangingPunct="1"/>
            <a:endParaRPr lang="zh-CN" altLang="zh-CN">
              <a:solidFill>
                <a:srgbClr val="000000"/>
              </a:solidFill>
            </a:endParaRPr>
          </a:p>
        </p:txBody>
      </p:sp>
      <p:sp>
        <p:nvSpPr>
          <p:cNvPr id="3" name="矩形 2"/>
          <p:cNvSpPr/>
          <p:nvPr/>
        </p:nvSpPr>
        <p:spPr>
          <a:xfrm>
            <a:off x="574086" y="314122"/>
            <a:ext cx="7807914" cy="830997"/>
          </a:xfrm>
          <a:prstGeom prst="rect">
            <a:avLst/>
          </a:prstGeom>
        </p:spPr>
        <p:txBody>
          <a:bodyPr wrap="square">
            <a:spAutoFit/>
          </a:bodyPr>
          <a:lstStyle/>
          <a:p>
            <a:pPr lvl="0">
              <a:spcBef>
                <a:spcPct val="50000"/>
              </a:spcBef>
            </a:pPr>
            <a:r>
              <a:rPr lang="zh-CN" altLang="en-US" sz="2400" b="1" dirty="0">
                <a:solidFill>
                  <a:srgbClr val="40458C"/>
                </a:solidFill>
                <a:latin typeface="宋体" pitchFamily="2" charset="-122"/>
              </a:rPr>
              <a:t>任何电磁场都存在于一定的媒质中，</a:t>
            </a:r>
            <a:r>
              <a:rPr kumimoji="1" lang="zh-CN" altLang="en-US" sz="2400" b="1" dirty="0">
                <a:solidFill>
                  <a:srgbClr val="40458C"/>
                </a:solidFill>
                <a:latin typeface="Times New Roman" pitchFamily="18" charset="0"/>
              </a:rPr>
              <a:t>上面两个方程组适用于</a:t>
            </a:r>
            <a:r>
              <a:rPr kumimoji="1" lang="zh-CN" altLang="en-US" sz="2400" b="1" dirty="0">
                <a:solidFill>
                  <a:srgbClr val="9900CC">
                    <a:lumMod val="50000"/>
                  </a:srgbClr>
                </a:solidFill>
                <a:latin typeface="Times New Roman" pitchFamily="18" charset="0"/>
              </a:rPr>
              <a:t>所有媒质</a:t>
            </a:r>
            <a:r>
              <a:rPr kumimoji="1" lang="zh-CN" altLang="en-US" sz="2400" b="1" dirty="0">
                <a:solidFill>
                  <a:srgbClr val="40458C"/>
                </a:solidFill>
                <a:latin typeface="Times New Roman" pitchFamily="18" charset="0"/>
              </a:rPr>
              <a:t>，包括</a:t>
            </a:r>
            <a:r>
              <a:rPr kumimoji="1" lang="zh-CN" altLang="en-US" sz="2400" b="1" dirty="0">
                <a:solidFill>
                  <a:srgbClr val="0000FF"/>
                </a:solidFill>
                <a:latin typeface="Times New Roman" pitchFamily="18" charset="0"/>
              </a:rPr>
              <a:t>各向同性</a:t>
            </a:r>
            <a:r>
              <a:rPr kumimoji="1" lang="zh-CN" altLang="en-US" sz="2400" b="1" dirty="0">
                <a:solidFill>
                  <a:srgbClr val="40458C"/>
                </a:solidFill>
                <a:latin typeface="Times New Roman" pitchFamily="18" charset="0"/>
              </a:rPr>
              <a:t>及</a:t>
            </a:r>
            <a:r>
              <a:rPr kumimoji="1" lang="zh-CN" altLang="en-US" sz="2400" b="1" dirty="0">
                <a:solidFill>
                  <a:srgbClr val="0000FF"/>
                </a:solidFill>
                <a:latin typeface="Times New Roman" pitchFamily="18" charset="0"/>
              </a:rPr>
              <a:t>各向异性媒质</a:t>
            </a:r>
            <a:r>
              <a:rPr kumimoji="1" lang="zh-CN" altLang="en-US" sz="2400" b="1" dirty="0">
                <a:solidFill>
                  <a:srgbClr val="40458C"/>
                </a:solidFill>
                <a:latin typeface="Times New Roman" pitchFamily="18" charset="0"/>
              </a:rPr>
              <a:t>。</a:t>
            </a:r>
            <a:endParaRPr kumimoji="1" lang="en-US" altLang="zh-CN" sz="2400" b="1" dirty="0">
              <a:solidFill>
                <a:srgbClr val="40458C"/>
              </a:solidFill>
              <a:latin typeface="Times New Roman" pitchFamily="18" charset="0"/>
            </a:endParaRPr>
          </a:p>
        </p:txBody>
      </p:sp>
      <p:sp>
        <p:nvSpPr>
          <p:cNvPr id="17" name="矩形 16"/>
          <p:cNvSpPr/>
          <p:nvPr/>
        </p:nvSpPr>
        <p:spPr>
          <a:xfrm>
            <a:off x="685800" y="1372047"/>
            <a:ext cx="6918325" cy="461665"/>
          </a:xfrm>
          <a:prstGeom prst="rect">
            <a:avLst/>
          </a:prstGeom>
        </p:spPr>
        <p:txBody>
          <a:bodyPr wrap="square">
            <a:spAutoFit/>
          </a:bodyPr>
          <a:lstStyle/>
          <a:p>
            <a:pPr lvl="0">
              <a:spcBef>
                <a:spcPct val="50000"/>
              </a:spcBef>
            </a:pPr>
            <a:r>
              <a:rPr kumimoji="1" lang="zh-CN" altLang="en-US" sz="2400" b="1" dirty="0">
                <a:solidFill>
                  <a:srgbClr val="40458C"/>
                </a:solidFill>
                <a:latin typeface="Times New Roman" pitchFamily="18" charset="0"/>
              </a:rPr>
              <a:t>但对于不同的媒质，其</a:t>
            </a:r>
            <a:r>
              <a:rPr kumimoji="1" lang="zh-CN" altLang="en-US" sz="2400" b="1" dirty="0">
                <a:solidFill>
                  <a:srgbClr val="FF0000"/>
                </a:solidFill>
                <a:latin typeface="Times New Roman" pitchFamily="18" charset="0"/>
              </a:rPr>
              <a:t>本构关系</a:t>
            </a:r>
            <a:r>
              <a:rPr kumimoji="1" lang="zh-CN" altLang="en-US" sz="2400" b="1" dirty="0">
                <a:solidFill>
                  <a:srgbClr val="40458C"/>
                </a:solidFill>
                <a:latin typeface="Times New Roman" pitchFamily="18" charset="0"/>
              </a:rPr>
              <a:t>是不同的。</a:t>
            </a:r>
          </a:p>
        </p:txBody>
      </p:sp>
    </p:spTree>
    <p:extLst>
      <p:ext uri="{BB962C8B-B14F-4D97-AF65-F5344CB8AC3E}">
        <p14:creationId xmlns:p14="http://schemas.microsoft.com/office/powerpoint/2010/main" val="4261788874"/>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5" grpId="0" animBg="1"/>
      <p:bldP spid="17"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pPr eaLnBrk="1" hangingPunct="1">
              <a:defRPr/>
            </a:pPr>
            <a:r>
              <a:rPr lang="en-US" altLang="zh-CN" smtClean="0"/>
              <a:t> </a:t>
            </a:r>
          </a:p>
        </p:txBody>
      </p:sp>
      <p:sp>
        <p:nvSpPr>
          <p:cNvPr id="26627" name="Rectangle 3" descr="Rectangle: Click to edit Master text styles&#10;Second level&#10;Third level&#10;Fourth level&#10;Fifth level"/>
          <p:cNvSpPr>
            <a:spLocks noGrp="1" noChangeArrowheads="1"/>
          </p:cNvSpPr>
          <p:nvPr>
            <p:ph type="body" idx="1"/>
          </p:nvPr>
        </p:nvSpPr>
        <p:spPr>
          <a:xfrm>
            <a:off x="838200" y="971550"/>
            <a:ext cx="7772400" cy="3086100"/>
          </a:xfrm>
        </p:spPr>
        <p:txBody>
          <a:bodyPr/>
          <a:lstStyle/>
          <a:p>
            <a:pPr marL="0" indent="0" eaLnBrk="1" hangingPunct="1">
              <a:buNone/>
            </a:pPr>
            <a:r>
              <a:rPr lang="zh-CN" altLang="en-US" dirty="0" smtClean="0">
                <a:latin typeface="宋体" pitchFamily="2" charset="-122"/>
              </a:rPr>
              <a:t>例</a:t>
            </a:r>
            <a:r>
              <a:rPr lang="en-US" altLang="zh-CN" dirty="0" smtClean="0">
                <a:latin typeface="宋体" pitchFamily="2" charset="-122"/>
              </a:rPr>
              <a:t>3.4  </a:t>
            </a:r>
            <a:r>
              <a:rPr lang="zh-CN" altLang="en-US" dirty="0" smtClean="0">
                <a:latin typeface="宋体" pitchFamily="2" charset="-122"/>
              </a:rPr>
              <a:t>无限大无源区域中，已知</a:t>
            </a:r>
          </a:p>
          <a:p>
            <a:pPr marL="0" indent="0" eaLnBrk="1" hangingPunct="1">
              <a:buNone/>
            </a:pPr>
            <a:endParaRPr lang="zh-CN" altLang="en-US" dirty="0" smtClean="0">
              <a:latin typeface="宋体" pitchFamily="2" charset="-122"/>
            </a:endParaRPr>
          </a:p>
          <a:p>
            <a:pPr marL="0" indent="0" eaLnBrk="1" hangingPunct="1">
              <a:buNone/>
            </a:pPr>
            <a:endParaRPr lang="zh-CN" altLang="en-US" dirty="0" smtClean="0">
              <a:latin typeface="宋体" pitchFamily="2" charset="-122"/>
            </a:endParaRPr>
          </a:p>
          <a:p>
            <a:pPr marL="0" indent="0" eaLnBrk="1" hangingPunct="1">
              <a:buNone/>
            </a:pPr>
            <a:r>
              <a:rPr lang="zh-CN" altLang="en-US" dirty="0" smtClean="0">
                <a:latin typeface="宋体" pitchFamily="2" charset="-122"/>
              </a:rPr>
              <a:t>其中   和   是常数，求</a:t>
            </a:r>
            <a:r>
              <a:rPr lang="en-US" altLang="zh-CN" dirty="0" smtClean="0">
                <a:latin typeface="宋体" pitchFamily="2" charset="-122"/>
              </a:rPr>
              <a:t>H</a:t>
            </a:r>
            <a:r>
              <a:rPr lang="zh-CN" altLang="en-US" dirty="0" smtClean="0">
                <a:latin typeface="宋体" pitchFamily="2" charset="-122"/>
              </a:rPr>
              <a:t>。 </a:t>
            </a:r>
          </a:p>
        </p:txBody>
      </p:sp>
      <p:sp>
        <p:nvSpPr>
          <p:cNvPr id="26628" name="Rectangle 5"/>
          <p:cNvSpPr>
            <a:spLocks noChangeArrowheads="1"/>
          </p:cNvSpPr>
          <p:nvPr/>
        </p:nvSpPr>
        <p:spPr bwMode="auto">
          <a:xfrm>
            <a:off x="0" y="233350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6629" name="Object 4"/>
          <p:cNvGraphicFramePr>
            <a:graphicFrameLocks noChangeAspect="1"/>
          </p:cNvGraphicFramePr>
          <p:nvPr/>
        </p:nvGraphicFramePr>
        <p:xfrm>
          <a:off x="1828800" y="2857500"/>
          <a:ext cx="381000" cy="267891"/>
        </p:xfrm>
        <a:graphic>
          <a:graphicData uri="http://schemas.openxmlformats.org/presentationml/2006/ole">
            <mc:AlternateContent xmlns:mc="http://schemas.openxmlformats.org/markup-compatibility/2006">
              <mc:Choice xmlns:v="urn:schemas-microsoft-com:vml" Requires="v">
                <p:oleObj spid="_x0000_s240651" name="公式" r:id="rId3" imgW="152334" imgH="139639" progId="Equation.3">
                  <p:embed/>
                </p:oleObj>
              </mc:Choice>
              <mc:Fallback>
                <p:oleObj name="公式" r:id="rId3" imgW="152334" imgH="139639" progId="Equation.3">
                  <p:embed/>
                  <p:pic>
                    <p:nvPicPr>
                      <p:cNvPr id="2662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2857500"/>
                        <a:ext cx="381000" cy="267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0" name="Rectangle 7"/>
          <p:cNvSpPr>
            <a:spLocks noChangeArrowheads="1"/>
          </p:cNvSpPr>
          <p:nvPr/>
        </p:nvSpPr>
        <p:spPr bwMode="auto">
          <a:xfrm>
            <a:off x="0" y="23120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6631" name="Object 6"/>
          <p:cNvGraphicFramePr>
            <a:graphicFrameLocks noChangeAspect="1"/>
          </p:cNvGraphicFramePr>
          <p:nvPr/>
        </p:nvGraphicFramePr>
        <p:xfrm>
          <a:off x="2895600" y="2857500"/>
          <a:ext cx="327025" cy="321469"/>
        </p:xfrm>
        <a:graphic>
          <a:graphicData uri="http://schemas.openxmlformats.org/presentationml/2006/ole">
            <mc:AlternateContent xmlns:mc="http://schemas.openxmlformats.org/markup-compatibility/2006">
              <mc:Choice xmlns:v="urn:schemas-microsoft-com:vml" Requires="v">
                <p:oleObj spid="_x0000_s240652" name="公式" r:id="rId5" imgW="152268" imgH="203024" progId="Equation.3">
                  <p:embed/>
                </p:oleObj>
              </mc:Choice>
              <mc:Fallback>
                <p:oleObj name="公式" r:id="rId5" imgW="152268" imgH="203024" progId="Equation.3">
                  <p:embed/>
                  <p:pic>
                    <p:nvPicPr>
                      <p:cNvPr id="2663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2857500"/>
                        <a:ext cx="327025" cy="32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2" name="Rectangle 9"/>
          <p:cNvSpPr>
            <a:spLocks noChangeArrowheads="1"/>
          </p:cNvSpPr>
          <p:nvPr/>
        </p:nvSpPr>
        <p:spPr bwMode="auto">
          <a:xfrm>
            <a:off x="0" y="229778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6633" name="Object 8"/>
          <p:cNvGraphicFramePr>
            <a:graphicFrameLocks noChangeAspect="1"/>
          </p:cNvGraphicFramePr>
          <p:nvPr>
            <p:extLst/>
          </p:nvPr>
        </p:nvGraphicFramePr>
        <p:xfrm>
          <a:off x="1524000" y="1885950"/>
          <a:ext cx="5486400" cy="559594"/>
        </p:xfrm>
        <a:graphic>
          <a:graphicData uri="http://schemas.openxmlformats.org/presentationml/2006/ole">
            <mc:AlternateContent xmlns:mc="http://schemas.openxmlformats.org/markup-compatibility/2006">
              <mc:Choice xmlns:v="urn:schemas-microsoft-com:vml" Requires="v">
                <p:oleObj spid="_x0000_s240653" name="公式" r:id="rId7" imgW="1752600" imgH="241300" progId="Equation.3">
                  <p:embed/>
                </p:oleObj>
              </mc:Choice>
              <mc:Fallback>
                <p:oleObj name="公式" r:id="rId7" imgW="1752600" imgH="241300" progId="Equation.3">
                  <p:embed/>
                  <p:pic>
                    <p:nvPicPr>
                      <p:cNvPr id="26633"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1885950"/>
                        <a:ext cx="5486400" cy="559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242108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609600" y="133350"/>
            <a:ext cx="7772400" cy="857250"/>
          </a:xfrm>
        </p:spPr>
        <p:txBody>
          <a:bodyPr/>
          <a:lstStyle/>
          <a:p>
            <a:pPr eaLnBrk="1" hangingPunct="1">
              <a:defRPr/>
            </a:pPr>
            <a:r>
              <a:rPr lang="en-US" altLang="zh-CN" dirty="0" smtClean="0"/>
              <a:t>  3.2  </a:t>
            </a:r>
            <a:r>
              <a:rPr lang="zh-CN" altLang="en-US" dirty="0" smtClean="0"/>
              <a:t>边界条件</a:t>
            </a:r>
          </a:p>
        </p:txBody>
      </p:sp>
      <p:sp>
        <p:nvSpPr>
          <p:cNvPr id="22531" name="Rectangle 3" descr="Rectangle: Click to edit Master text styles&#10;Second level&#10;Third level&#10;Fourth level&#10;Fifth level"/>
          <p:cNvSpPr>
            <a:spLocks noGrp="1" noChangeArrowheads="1"/>
          </p:cNvSpPr>
          <p:nvPr>
            <p:ph type="body" idx="1"/>
          </p:nvPr>
        </p:nvSpPr>
        <p:spPr>
          <a:xfrm>
            <a:off x="838200" y="857250"/>
            <a:ext cx="7772400" cy="3086100"/>
          </a:xfrm>
        </p:spPr>
        <p:txBody>
          <a:bodyPr/>
          <a:lstStyle/>
          <a:p>
            <a:pPr lvl="1" indent="0" eaLnBrk="1" hangingPunct="1">
              <a:lnSpc>
                <a:spcPct val="90000"/>
              </a:lnSpc>
              <a:buNone/>
            </a:pPr>
            <a:r>
              <a:rPr lang="en-US" altLang="zh-CN" dirty="0" smtClean="0">
                <a:latin typeface="隶书" pitchFamily="49" charset="-122"/>
              </a:rPr>
              <a:t>   3.2.1 </a:t>
            </a:r>
            <a:r>
              <a:rPr lang="zh-CN" altLang="en-US" dirty="0" smtClean="0">
                <a:latin typeface="隶书" pitchFamily="49" charset="-122"/>
              </a:rPr>
              <a:t>边界条件的一般形式</a:t>
            </a:r>
            <a:endParaRPr lang="en-US" altLang="zh-CN" dirty="0" smtClean="0">
              <a:latin typeface="宋体" pitchFamily="2" charset="-122"/>
            </a:endParaRPr>
          </a:p>
          <a:p>
            <a:pPr marL="0" indent="0" eaLnBrk="1" hangingPunct="1">
              <a:lnSpc>
                <a:spcPct val="90000"/>
              </a:lnSpc>
              <a:buNone/>
            </a:pPr>
            <a:r>
              <a:rPr lang="zh-CN" altLang="en-US" dirty="0" smtClean="0">
                <a:solidFill>
                  <a:srgbClr val="C00000"/>
                </a:solidFill>
                <a:latin typeface="宋体" pitchFamily="2" charset="-122"/>
              </a:rPr>
              <a:t>磁场切向分量</a:t>
            </a:r>
            <a:r>
              <a:rPr lang="zh-CN" altLang="en-US" dirty="0" smtClean="0">
                <a:latin typeface="宋体" pitchFamily="2" charset="-122"/>
              </a:rPr>
              <a:t>的边界条件</a:t>
            </a:r>
          </a:p>
          <a:p>
            <a:pPr marL="0" indent="0" eaLnBrk="1" hangingPunct="1">
              <a:lnSpc>
                <a:spcPct val="90000"/>
              </a:lnSpc>
              <a:buNone/>
            </a:pPr>
            <a:r>
              <a:rPr lang="zh-CN" altLang="en-US" dirty="0" smtClean="0">
                <a:latin typeface="宋体" pitchFamily="2" charset="-122"/>
              </a:rPr>
              <a:t>              或             　 </a:t>
            </a:r>
            <a:r>
              <a:rPr lang="en-US" altLang="zh-CN" dirty="0" smtClean="0">
                <a:latin typeface="宋体" pitchFamily="2" charset="-122"/>
              </a:rPr>
              <a:t>(3.20)</a:t>
            </a:r>
          </a:p>
          <a:p>
            <a:pPr marL="0" indent="0" eaLnBrk="1" hangingPunct="1">
              <a:lnSpc>
                <a:spcPct val="90000"/>
              </a:lnSpc>
              <a:buNone/>
            </a:pPr>
            <a:endParaRPr lang="en-US" altLang="zh-CN" dirty="0" smtClean="0">
              <a:latin typeface="宋体" pitchFamily="2" charset="-122"/>
            </a:endParaRPr>
          </a:p>
          <a:p>
            <a:pPr marL="0" indent="0" eaLnBrk="1" hangingPunct="1">
              <a:lnSpc>
                <a:spcPct val="90000"/>
              </a:lnSpc>
              <a:buNone/>
            </a:pPr>
            <a:r>
              <a:rPr lang="zh-CN" altLang="en-US" dirty="0" smtClean="0">
                <a:solidFill>
                  <a:srgbClr val="C00000"/>
                </a:solidFill>
                <a:latin typeface="宋体" pitchFamily="2" charset="-122"/>
              </a:rPr>
              <a:t>电场切向分量</a:t>
            </a:r>
            <a:r>
              <a:rPr lang="zh-CN" altLang="en-US" dirty="0" smtClean="0">
                <a:latin typeface="宋体" pitchFamily="2" charset="-122"/>
              </a:rPr>
              <a:t>的边界条件</a:t>
            </a:r>
            <a:endParaRPr lang="en-US" altLang="zh-CN" dirty="0" smtClean="0">
              <a:latin typeface="宋体" pitchFamily="2" charset="-122"/>
            </a:endParaRPr>
          </a:p>
          <a:p>
            <a:pPr marL="0" indent="0" eaLnBrk="1" hangingPunct="1">
              <a:lnSpc>
                <a:spcPct val="90000"/>
              </a:lnSpc>
              <a:buNone/>
            </a:pPr>
            <a:r>
              <a:rPr lang="en-US" altLang="zh-CN" dirty="0" smtClean="0">
                <a:latin typeface="宋体" pitchFamily="2" charset="-122"/>
              </a:rPr>
              <a:t>              </a:t>
            </a:r>
            <a:r>
              <a:rPr lang="zh-CN" altLang="en-US" dirty="0" smtClean="0">
                <a:latin typeface="宋体" pitchFamily="2" charset="-122"/>
              </a:rPr>
              <a:t>或</a:t>
            </a:r>
            <a:r>
              <a:rPr lang="en-US" altLang="zh-CN" dirty="0" smtClean="0">
                <a:latin typeface="宋体" pitchFamily="2" charset="-122"/>
              </a:rPr>
              <a:t>                (3.21)</a:t>
            </a:r>
          </a:p>
        </p:txBody>
      </p:sp>
      <p:graphicFrame>
        <p:nvGraphicFramePr>
          <p:cNvPr id="22534" name="Object 6"/>
          <p:cNvGraphicFramePr>
            <a:graphicFrameLocks noChangeAspect="1"/>
          </p:cNvGraphicFramePr>
          <p:nvPr>
            <p:extLst/>
          </p:nvPr>
        </p:nvGraphicFramePr>
        <p:xfrm>
          <a:off x="990600" y="2273905"/>
          <a:ext cx="2667000" cy="381000"/>
        </p:xfrm>
        <a:graphic>
          <a:graphicData uri="http://schemas.openxmlformats.org/presentationml/2006/ole">
            <mc:AlternateContent xmlns:mc="http://schemas.openxmlformats.org/markup-compatibility/2006">
              <mc:Choice xmlns:v="urn:schemas-microsoft-com:vml" Requires="v">
                <p:oleObj spid="_x0000_s241678" name="公式" r:id="rId3" imgW="1219200" imgH="228600" progId="Equation.3">
                  <p:embed/>
                </p:oleObj>
              </mc:Choice>
              <mc:Fallback>
                <p:oleObj name="公式" r:id="rId3" imgW="1219200" imgH="228600" progId="Equation.3">
                  <p:embed/>
                  <p:pic>
                    <p:nvPicPr>
                      <p:cNvPr id="2253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273905"/>
                        <a:ext cx="2667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5" name="Object 9"/>
          <p:cNvGraphicFramePr>
            <a:graphicFrameLocks noChangeAspect="1"/>
          </p:cNvGraphicFramePr>
          <p:nvPr>
            <p:extLst/>
          </p:nvPr>
        </p:nvGraphicFramePr>
        <p:xfrm>
          <a:off x="4495800" y="2190750"/>
          <a:ext cx="2362200" cy="411956"/>
        </p:xfrm>
        <a:graphic>
          <a:graphicData uri="http://schemas.openxmlformats.org/presentationml/2006/ole">
            <mc:AlternateContent xmlns:mc="http://schemas.openxmlformats.org/markup-compatibility/2006">
              <mc:Choice xmlns:v="urn:schemas-microsoft-com:vml" Requires="v">
                <p:oleObj spid="_x0000_s241679" name="公式" r:id="rId5" imgW="977900" imgH="228600" progId="Equation.3">
                  <p:embed/>
                </p:oleObj>
              </mc:Choice>
              <mc:Fallback>
                <p:oleObj name="公式" r:id="rId5" imgW="977900" imgH="228600" progId="Equation.3">
                  <p:embed/>
                  <p:pic>
                    <p:nvPicPr>
                      <p:cNvPr id="22535"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2190750"/>
                        <a:ext cx="2362200" cy="411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6" name="Object 8"/>
          <p:cNvGraphicFramePr>
            <a:graphicFrameLocks noChangeAspect="1"/>
          </p:cNvGraphicFramePr>
          <p:nvPr/>
        </p:nvGraphicFramePr>
        <p:xfrm>
          <a:off x="1195389" y="3943350"/>
          <a:ext cx="2255837" cy="348854"/>
        </p:xfrm>
        <a:graphic>
          <a:graphicData uri="http://schemas.openxmlformats.org/presentationml/2006/ole">
            <mc:AlternateContent xmlns:mc="http://schemas.openxmlformats.org/markup-compatibility/2006">
              <mc:Choice xmlns:v="urn:schemas-microsoft-com:vml" Requires="v">
                <p:oleObj spid="_x0000_s241680" name="公式" r:id="rId7" imgW="1066337" imgH="215806" progId="Equation.3">
                  <p:embed/>
                </p:oleObj>
              </mc:Choice>
              <mc:Fallback>
                <p:oleObj name="公式" r:id="rId7" imgW="1066337" imgH="215806" progId="Equation.3">
                  <p:embed/>
                  <p:pic>
                    <p:nvPicPr>
                      <p:cNvPr id="22536"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95389" y="3943350"/>
                        <a:ext cx="2255837" cy="348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7" name="Object 10"/>
          <p:cNvGraphicFramePr>
            <a:graphicFrameLocks noChangeAspect="1"/>
          </p:cNvGraphicFramePr>
          <p:nvPr/>
        </p:nvGraphicFramePr>
        <p:xfrm>
          <a:off x="4648200" y="3886200"/>
          <a:ext cx="1447800" cy="407194"/>
        </p:xfrm>
        <a:graphic>
          <a:graphicData uri="http://schemas.openxmlformats.org/presentationml/2006/ole">
            <mc:AlternateContent xmlns:mc="http://schemas.openxmlformats.org/markup-compatibility/2006">
              <mc:Choice xmlns:v="urn:schemas-microsoft-com:vml" Requires="v">
                <p:oleObj spid="_x0000_s241681" name="公式" r:id="rId9" imgW="609600" imgH="228600" progId="Equation.3">
                  <p:embed/>
                </p:oleObj>
              </mc:Choice>
              <mc:Fallback>
                <p:oleObj name="公式" r:id="rId9" imgW="609600" imgH="228600" progId="Equation.3">
                  <p:embed/>
                  <p:pic>
                    <p:nvPicPr>
                      <p:cNvPr id="22537"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8200" y="3886200"/>
                        <a:ext cx="1447800" cy="407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2025897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pPr eaLnBrk="1" hangingPunct="1">
              <a:defRPr/>
            </a:pPr>
            <a:r>
              <a:rPr lang="en-US" altLang="zh-CN" smtClean="0"/>
              <a:t> </a:t>
            </a:r>
          </a:p>
        </p:txBody>
      </p:sp>
      <p:sp>
        <p:nvSpPr>
          <p:cNvPr id="23555" name="Rectangle 3" descr="Rectangle: Click to edit Master text styles&#10;Second level&#10;Third level&#10;Fourth level&#10;Fifth level"/>
          <p:cNvSpPr>
            <a:spLocks noGrp="1" noChangeArrowheads="1"/>
          </p:cNvSpPr>
          <p:nvPr>
            <p:ph type="body" idx="1"/>
          </p:nvPr>
        </p:nvSpPr>
        <p:spPr>
          <a:xfrm>
            <a:off x="838200" y="1200150"/>
            <a:ext cx="7772400" cy="3086100"/>
          </a:xfrm>
        </p:spPr>
        <p:txBody>
          <a:bodyPr/>
          <a:lstStyle/>
          <a:p>
            <a:pPr marL="0" indent="0" eaLnBrk="1" hangingPunct="1">
              <a:buNone/>
            </a:pPr>
            <a:r>
              <a:rPr lang="zh-CN" altLang="en-US" dirty="0" smtClean="0">
                <a:solidFill>
                  <a:srgbClr val="C00000"/>
                </a:solidFill>
              </a:rPr>
              <a:t>磁场法向分量</a:t>
            </a:r>
            <a:r>
              <a:rPr lang="zh-CN" altLang="en-US" dirty="0" smtClean="0"/>
              <a:t>的边界条件</a:t>
            </a:r>
          </a:p>
          <a:p>
            <a:pPr marL="0" indent="0" algn="r" eaLnBrk="1" hangingPunct="1">
              <a:buNone/>
            </a:pPr>
            <a:r>
              <a:rPr lang="zh-CN" altLang="en-US" dirty="0" smtClean="0"/>
              <a:t>  或                       （</a:t>
            </a:r>
            <a:r>
              <a:rPr lang="en-US" altLang="zh-CN" dirty="0" smtClean="0"/>
              <a:t>3.22</a:t>
            </a:r>
            <a:r>
              <a:rPr lang="zh-CN" altLang="en-US" dirty="0" smtClean="0"/>
              <a:t>）</a:t>
            </a:r>
          </a:p>
          <a:p>
            <a:pPr marL="0" indent="0" eaLnBrk="1" hangingPunct="1">
              <a:buNone/>
            </a:pPr>
            <a:endParaRPr lang="en-US" altLang="zh-CN" dirty="0" smtClean="0"/>
          </a:p>
          <a:p>
            <a:pPr marL="0" indent="0" eaLnBrk="1" hangingPunct="1">
              <a:buNone/>
            </a:pPr>
            <a:r>
              <a:rPr lang="zh-CN" altLang="en-US" dirty="0" smtClean="0">
                <a:solidFill>
                  <a:srgbClr val="C00000"/>
                </a:solidFill>
              </a:rPr>
              <a:t>电场法向分量</a:t>
            </a:r>
            <a:r>
              <a:rPr lang="zh-CN" altLang="en-US" dirty="0" smtClean="0"/>
              <a:t>的边界条件</a:t>
            </a:r>
          </a:p>
          <a:p>
            <a:pPr marL="0" indent="0" algn="r" eaLnBrk="1" hangingPunct="1">
              <a:buNone/>
            </a:pPr>
            <a:r>
              <a:rPr lang="zh-CN" altLang="en-US" dirty="0" smtClean="0"/>
              <a:t>或                       （</a:t>
            </a:r>
            <a:r>
              <a:rPr lang="en-US" altLang="zh-CN" dirty="0" smtClean="0"/>
              <a:t>3.23</a:t>
            </a:r>
            <a:r>
              <a:rPr lang="zh-CN" altLang="en-US" dirty="0" smtClean="0"/>
              <a:t>）</a:t>
            </a:r>
          </a:p>
        </p:txBody>
      </p:sp>
      <p:sp>
        <p:nvSpPr>
          <p:cNvPr id="23556" name="Rectangle 5"/>
          <p:cNvSpPr>
            <a:spLocks noChangeArrowheads="1"/>
          </p:cNvSpPr>
          <p:nvPr/>
        </p:nvSpPr>
        <p:spPr bwMode="auto">
          <a:xfrm>
            <a:off x="0" y="230493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3557" name="Rectangle 7"/>
          <p:cNvSpPr>
            <a:spLocks noChangeArrowheads="1"/>
          </p:cNvSpPr>
          <p:nvPr/>
        </p:nvSpPr>
        <p:spPr bwMode="auto">
          <a:xfrm>
            <a:off x="0" y="230493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3558" name="Object 6"/>
          <p:cNvGraphicFramePr>
            <a:graphicFrameLocks noChangeAspect="1"/>
          </p:cNvGraphicFramePr>
          <p:nvPr/>
        </p:nvGraphicFramePr>
        <p:xfrm>
          <a:off x="1524000" y="1943100"/>
          <a:ext cx="2362200" cy="360760"/>
        </p:xfrm>
        <a:graphic>
          <a:graphicData uri="http://schemas.openxmlformats.org/presentationml/2006/ole">
            <mc:AlternateContent xmlns:mc="http://schemas.openxmlformats.org/markup-compatibility/2006">
              <mc:Choice xmlns:v="urn:schemas-microsoft-com:vml" Requires="v">
                <p:oleObj spid="_x0000_s242702" name="公式" r:id="rId3" imgW="1079032" imgH="215806" progId="Equation.3">
                  <p:embed/>
                </p:oleObj>
              </mc:Choice>
              <mc:Fallback>
                <p:oleObj name="公式" r:id="rId3" imgW="1079032" imgH="215806" progId="Equation.3">
                  <p:embed/>
                  <p:pic>
                    <p:nvPicPr>
                      <p:cNvPr id="2355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943100"/>
                        <a:ext cx="2362200" cy="360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9" name="Rectangle 9"/>
          <p:cNvSpPr>
            <a:spLocks noChangeArrowheads="1"/>
          </p:cNvSpPr>
          <p:nvPr/>
        </p:nvSpPr>
        <p:spPr bwMode="auto">
          <a:xfrm>
            <a:off x="0" y="23013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3560" name="Object 8"/>
          <p:cNvGraphicFramePr>
            <a:graphicFrameLocks noChangeAspect="1"/>
          </p:cNvGraphicFramePr>
          <p:nvPr/>
        </p:nvGraphicFramePr>
        <p:xfrm>
          <a:off x="4876800" y="1885950"/>
          <a:ext cx="1676400" cy="444104"/>
        </p:xfrm>
        <a:graphic>
          <a:graphicData uri="http://schemas.openxmlformats.org/presentationml/2006/ole">
            <mc:AlternateContent xmlns:mc="http://schemas.openxmlformats.org/markup-compatibility/2006">
              <mc:Choice xmlns:v="urn:schemas-microsoft-com:vml" Requires="v">
                <p:oleObj spid="_x0000_s242703" name="公式" r:id="rId5" imgW="647700" imgH="228600" progId="Equation.3">
                  <p:embed/>
                </p:oleObj>
              </mc:Choice>
              <mc:Fallback>
                <p:oleObj name="公式" r:id="rId5" imgW="647700" imgH="228600" progId="Equation.3">
                  <p:embed/>
                  <p:pic>
                    <p:nvPicPr>
                      <p:cNvPr id="2356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1885950"/>
                        <a:ext cx="1676400" cy="444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1" name="Rectangle 11"/>
          <p:cNvSpPr>
            <a:spLocks noChangeArrowheads="1"/>
          </p:cNvSpPr>
          <p:nvPr/>
        </p:nvSpPr>
        <p:spPr bwMode="auto">
          <a:xfrm>
            <a:off x="0" y="23013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3562" name="Object 10"/>
          <p:cNvGraphicFramePr>
            <a:graphicFrameLocks noChangeAspect="1"/>
          </p:cNvGraphicFramePr>
          <p:nvPr>
            <p:extLst/>
          </p:nvPr>
        </p:nvGraphicFramePr>
        <p:xfrm>
          <a:off x="1447800" y="3589734"/>
          <a:ext cx="2438400" cy="353616"/>
        </p:xfrm>
        <a:graphic>
          <a:graphicData uri="http://schemas.openxmlformats.org/presentationml/2006/ole">
            <mc:AlternateContent xmlns:mc="http://schemas.openxmlformats.org/markup-compatibility/2006">
              <mc:Choice xmlns:v="urn:schemas-microsoft-com:vml" Requires="v">
                <p:oleObj spid="_x0000_s242704" name="公式" r:id="rId7" imgW="1181100" imgH="228600" progId="Equation.3">
                  <p:embed/>
                </p:oleObj>
              </mc:Choice>
              <mc:Fallback>
                <p:oleObj name="公式" r:id="rId7" imgW="1181100" imgH="228600" progId="Equation.3">
                  <p:embed/>
                  <p:pic>
                    <p:nvPicPr>
                      <p:cNvPr id="23562"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7800" y="3589734"/>
                        <a:ext cx="2438400"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3" name="Rectangle 13"/>
          <p:cNvSpPr>
            <a:spLocks noChangeArrowheads="1"/>
          </p:cNvSpPr>
          <p:nvPr/>
        </p:nvSpPr>
        <p:spPr bwMode="auto">
          <a:xfrm>
            <a:off x="0" y="23013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3564" name="Object 12"/>
          <p:cNvGraphicFramePr>
            <a:graphicFrameLocks noChangeAspect="1"/>
          </p:cNvGraphicFramePr>
          <p:nvPr>
            <p:extLst/>
          </p:nvPr>
        </p:nvGraphicFramePr>
        <p:xfrm>
          <a:off x="4724400" y="3690937"/>
          <a:ext cx="2362200" cy="404813"/>
        </p:xfrm>
        <a:graphic>
          <a:graphicData uri="http://schemas.openxmlformats.org/presentationml/2006/ole">
            <mc:AlternateContent xmlns:mc="http://schemas.openxmlformats.org/markup-compatibility/2006">
              <mc:Choice xmlns:v="urn:schemas-microsoft-com:vml" Requires="v">
                <p:oleObj spid="_x0000_s242705" name="公式" r:id="rId9" imgW="1002865" imgH="228501" progId="Equation.3">
                  <p:embed/>
                </p:oleObj>
              </mc:Choice>
              <mc:Fallback>
                <p:oleObj name="公式" r:id="rId9" imgW="1002865" imgH="228501" progId="Equation.3">
                  <p:embed/>
                  <p:pic>
                    <p:nvPicPr>
                      <p:cNvPr id="23564"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24400" y="3690937"/>
                        <a:ext cx="236220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525163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pPr eaLnBrk="1" hangingPunct="1">
              <a:defRPr/>
            </a:pPr>
            <a:r>
              <a:rPr lang="en-US" altLang="zh-CN" smtClean="0"/>
              <a:t> </a:t>
            </a:r>
          </a:p>
        </p:txBody>
      </p:sp>
      <p:sp>
        <p:nvSpPr>
          <p:cNvPr id="24579" name="Rectangle 3" descr="Rectangle: Click to edit Master text styles&#10;Second level&#10;Third level&#10;Fourth level&#10;Fifth level"/>
          <p:cNvSpPr>
            <a:spLocks noGrp="1" noChangeArrowheads="1"/>
          </p:cNvSpPr>
          <p:nvPr>
            <p:ph type="body" idx="1"/>
          </p:nvPr>
        </p:nvSpPr>
        <p:spPr>
          <a:xfrm>
            <a:off x="381000" y="342900"/>
            <a:ext cx="8153400" cy="3086100"/>
          </a:xfrm>
        </p:spPr>
        <p:txBody>
          <a:bodyPr/>
          <a:lstStyle/>
          <a:p>
            <a:pPr lvl="1" indent="0" eaLnBrk="1" hangingPunct="1">
              <a:lnSpc>
                <a:spcPct val="90000"/>
              </a:lnSpc>
              <a:buNone/>
            </a:pPr>
            <a:r>
              <a:rPr lang="en-US" altLang="zh-CN" dirty="0" smtClean="0">
                <a:latin typeface="隶书" pitchFamily="49" charset="-122"/>
              </a:rPr>
              <a:t>3.2.2  </a:t>
            </a:r>
            <a:r>
              <a:rPr lang="zh-CN" altLang="en-US" dirty="0" smtClean="0">
                <a:latin typeface="隶书" pitchFamily="49" charset="-122"/>
              </a:rPr>
              <a:t>理想导体表面的边界条件</a:t>
            </a:r>
          </a:p>
          <a:p>
            <a:pPr marL="0" indent="0" eaLnBrk="1" hangingPunct="1">
              <a:lnSpc>
                <a:spcPct val="90000"/>
              </a:lnSpc>
              <a:buNone/>
            </a:pPr>
            <a:r>
              <a:rPr kumimoji="1" lang="zh-CN" altLang="en-US" dirty="0">
                <a:solidFill>
                  <a:srgbClr val="FF5050"/>
                </a:solidFill>
                <a:latin typeface="Times New Roman" pitchFamily="18" charset="0"/>
                <a:ea typeface="楷体_GB2312" pitchFamily="49" charset="-122"/>
              </a:rPr>
              <a:t>理想导体</a:t>
            </a:r>
            <a:r>
              <a:rPr kumimoji="1" lang="zh-CN" altLang="en-US" dirty="0">
                <a:latin typeface="Times New Roman" pitchFamily="18" charset="0"/>
                <a:ea typeface="楷体_GB2312" pitchFamily="49" charset="-122"/>
              </a:rPr>
              <a:t>：其　　　　，理想导体内没有电场也</a:t>
            </a:r>
            <a:r>
              <a:rPr kumimoji="1" lang="zh-CN" altLang="en-US" dirty="0" smtClean="0">
                <a:latin typeface="Times New Roman" pitchFamily="18" charset="0"/>
                <a:ea typeface="楷体_GB2312" pitchFamily="49" charset="-122"/>
              </a:rPr>
              <a:t>没有磁场（或为恒定），</a:t>
            </a:r>
            <a:r>
              <a:rPr lang="zh-CN" altLang="en-US" dirty="0" smtClean="0">
                <a:latin typeface="宋体" pitchFamily="2" charset="-122"/>
              </a:rPr>
              <a:t>                 </a:t>
            </a:r>
            <a:endParaRPr lang="en-US" altLang="zh-CN" dirty="0" smtClean="0">
              <a:latin typeface="宋体" pitchFamily="2" charset="-122"/>
            </a:endParaRPr>
          </a:p>
          <a:p>
            <a:pPr marL="0" indent="0" algn="ctr" eaLnBrk="1" hangingPunct="1">
              <a:lnSpc>
                <a:spcPct val="90000"/>
              </a:lnSpc>
              <a:buNone/>
            </a:pPr>
            <a:endParaRPr lang="zh-CN" altLang="en-US" dirty="0" smtClean="0">
              <a:latin typeface="宋体" pitchFamily="2" charset="-122"/>
            </a:endParaRPr>
          </a:p>
        </p:txBody>
      </p:sp>
      <p:sp>
        <p:nvSpPr>
          <p:cNvPr id="24580" name="Rectangle 5"/>
          <p:cNvSpPr>
            <a:spLocks noChangeArrowheads="1"/>
          </p:cNvSpPr>
          <p:nvPr/>
        </p:nvSpPr>
        <p:spPr bwMode="auto">
          <a:xfrm>
            <a:off x="0" y="25859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4581" name="Rectangle 7"/>
          <p:cNvSpPr>
            <a:spLocks noChangeArrowheads="1"/>
          </p:cNvSpPr>
          <p:nvPr/>
        </p:nvSpPr>
        <p:spPr bwMode="auto">
          <a:xfrm>
            <a:off x="0" y="26073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4582" name="Rectangle 9"/>
          <p:cNvSpPr>
            <a:spLocks noChangeArrowheads="1"/>
          </p:cNvSpPr>
          <p:nvPr/>
        </p:nvSpPr>
        <p:spPr bwMode="auto">
          <a:xfrm>
            <a:off x="0" y="265735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4583" name="Rectangle 11"/>
          <p:cNvSpPr>
            <a:spLocks noChangeArrowheads="1"/>
          </p:cNvSpPr>
          <p:nvPr/>
        </p:nvSpPr>
        <p:spPr bwMode="auto">
          <a:xfrm>
            <a:off x="0" y="265735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4584" name="Object 6"/>
          <p:cNvGraphicFramePr>
            <a:graphicFrameLocks noChangeAspect="1"/>
          </p:cNvGraphicFramePr>
          <p:nvPr>
            <p:extLst/>
          </p:nvPr>
        </p:nvGraphicFramePr>
        <p:xfrm>
          <a:off x="1919289" y="2114550"/>
          <a:ext cx="1722437" cy="381000"/>
        </p:xfrm>
        <a:graphic>
          <a:graphicData uri="http://schemas.openxmlformats.org/presentationml/2006/ole">
            <mc:AlternateContent xmlns:mc="http://schemas.openxmlformats.org/markup-compatibility/2006">
              <mc:Choice xmlns:v="urn:schemas-microsoft-com:vml" Requires="v">
                <p:oleObj spid="_x0000_s243741" name="公式" r:id="rId3" imgW="787320" imgH="228600" progId="Equation.3">
                  <p:embed/>
                </p:oleObj>
              </mc:Choice>
              <mc:Fallback>
                <p:oleObj name="公式" r:id="rId3" imgW="787320" imgH="228600" progId="Equation.3">
                  <p:embed/>
                  <p:pic>
                    <p:nvPicPr>
                      <p:cNvPr id="24584" name="Object 6"/>
                      <p:cNvPicPr>
                        <a:picLocks noChangeAspect="1" noChangeArrowheads="1"/>
                      </p:cNvPicPr>
                      <p:nvPr/>
                    </p:nvPicPr>
                    <p:blipFill>
                      <a:blip r:embed="rId4"/>
                      <a:srcRect/>
                      <a:stretch>
                        <a:fillRect/>
                      </a:stretch>
                    </p:blipFill>
                    <p:spPr bwMode="auto">
                      <a:xfrm>
                        <a:off x="1919289" y="2114550"/>
                        <a:ext cx="1722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5" name="Object 11"/>
          <p:cNvGraphicFramePr>
            <a:graphicFrameLocks noChangeAspect="1"/>
          </p:cNvGraphicFramePr>
          <p:nvPr>
            <p:extLst/>
          </p:nvPr>
        </p:nvGraphicFramePr>
        <p:xfrm>
          <a:off x="5519739" y="1962150"/>
          <a:ext cx="1381125" cy="411956"/>
        </p:xfrm>
        <a:graphic>
          <a:graphicData uri="http://schemas.openxmlformats.org/presentationml/2006/ole">
            <mc:AlternateContent xmlns:mc="http://schemas.openxmlformats.org/markup-compatibility/2006">
              <mc:Choice xmlns:v="urn:schemas-microsoft-com:vml" Requires="v">
                <p:oleObj spid="_x0000_s243742" name="公式" r:id="rId5" imgW="571320" imgH="228600" progId="Equation.3">
                  <p:embed/>
                </p:oleObj>
              </mc:Choice>
              <mc:Fallback>
                <p:oleObj name="公式" r:id="rId5" imgW="571320" imgH="228600" progId="Equation.3">
                  <p:embed/>
                  <p:pic>
                    <p:nvPicPr>
                      <p:cNvPr id="24585" name="Object 11"/>
                      <p:cNvPicPr>
                        <a:picLocks noChangeAspect="1" noChangeArrowheads="1"/>
                      </p:cNvPicPr>
                      <p:nvPr/>
                    </p:nvPicPr>
                    <p:blipFill>
                      <a:blip r:embed="rId6"/>
                      <a:srcRect/>
                      <a:stretch>
                        <a:fillRect/>
                      </a:stretch>
                    </p:blipFill>
                    <p:spPr bwMode="auto">
                      <a:xfrm>
                        <a:off x="5519739" y="1962150"/>
                        <a:ext cx="1381125" cy="411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6" name="Object 8"/>
          <p:cNvGraphicFramePr>
            <a:graphicFrameLocks noChangeAspect="1"/>
          </p:cNvGraphicFramePr>
          <p:nvPr>
            <p:extLst/>
          </p:nvPr>
        </p:nvGraphicFramePr>
        <p:xfrm>
          <a:off x="2092325" y="2647950"/>
          <a:ext cx="1423988" cy="348854"/>
        </p:xfrm>
        <a:graphic>
          <a:graphicData uri="http://schemas.openxmlformats.org/presentationml/2006/ole">
            <mc:AlternateContent xmlns:mc="http://schemas.openxmlformats.org/markup-compatibility/2006">
              <mc:Choice xmlns:v="urn:schemas-microsoft-com:vml" Requires="v">
                <p:oleObj spid="_x0000_s243743" name="公式" r:id="rId7" imgW="672808" imgH="215806" progId="Equation.3">
                  <p:embed/>
                </p:oleObj>
              </mc:Choice>
              <mc:Fallback>
                <p:oleObj name="公式" r:id="rId7" imgW="672808" imgH="215806" progId="Equation.3">
                  <p:embed/>
                  <p:pic>
                    <p:nvPicPr>
                      <p:cNvPr id="24586"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92325" y="2647950"/>
                        <a:ext cx="1423988" cy="348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7" name="Object 10"/>
          <p:cNvGraphicFramePr>
            <a:graphicFrameLocks noChangeAspect="1"/>
          </p:cNvGraphicFramePr>
          <p:nvPr>
            <p:extLst/>
          </p:nvPr>
        </p:nvGraphicFramePr>
        <p:xfrm>
          <a:off x="5575301" y="2495550"/>
          <a:ext cx="1116013" cy="407194"/>
        </p:xfrm>
        <a:graphic>
          <a:graphicData uri="http://schemas.openxmlformats.org/presentationml/2006/ole">
            <mc:AlternateContent xmlns:mc="http://schemas.openxmlformats.org/markup-compatibility/2006">
              <mc:Choice xmlns:v="urn:schemas-microsoft-com:vml" Requires="v">
                <p:oleObj spid="_x0000_s243744" name="公式" r:id="rId9" imgW="469900" imgH="228600" progId="Equation.3">
                  <p:embed/>
                </p:oleObj>
              </mc:Choice>
              <mc:Fallback>
                <p:oleObj name="公式" r:id="rId9" imgW="469900" imgH="228600" progId="Equation.3">
                  <p:embed/>
                  <p:pic>
                    <p:nvPicPr>
                      <p:cNvPr id="24587"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75301" y="2495550"/>
                        <a:ext cx="1116013" cy="407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8" name="Object 14"/>
          <p:cNvGraphicFramePr>
            <a:graphicFrameLocks noChangeAspect="1"/>
          </p:cNvGraphicFramePr>
          <p:nvPr>
            <p:extLst/>
          </p:nvPr>
        </p:nvGraphicFramePr>
        <p:xfrm>
          <a:off x="2176464" y="3257550"/>
          <a:ext cx="1360487" cy="360760"/>
        </p:xfrm>
        <a:graphic>
          <a:graphicData uri="http://schemas.openxmlformats.org/presentationml/2006/ole">
            <mc:AlternateContent xmlns:mc="http://schemas.openxmlformats.org/markup-compatibility/2006">
              <mc:Choice xmlns:v="urn:schemas-microsoft-com:vml" Requires="v">
                <p:oleObj spid="_x0000_s243745" name="公式" r:id="rId11" imgW="622030" imgH="215806" progId="Equation.3">
                  <p:embed/>
                </p:oleObj>
              </mc:Choice>
              <mc:Fallback>
                <p:oleObj name="公式" r:id="rId11" imgW="622030" imgH="215806" progId="Equation.3">
                  <p:embed/>
                  <p:pic>
                    <p:nvPicPr>
                      <p:cNvPr id="24588"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76464" y="3257550"/>
                        <a:ext cx="1360487" cy="360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9" name="Object 15"/>
          <p:cNvGraphicFramePr>
            <a:graphicFrameLocks noChangeAspect="1"/>
          </p:cNvGraphicFramePr>
          <p:nvPr>
            <p:extLst/>
          </p:nvPr>
        </p:nvGraphicFramePr>
        <p:xfrm>
          <a:off x="5470526" y="3028950"/>
          <a:ext cx="1249363" cy="420291"/>
        </p:xfrm>
        <a:graphic>
          <a:graphicData uri="http://schemas.openxmlformats.org/presentationml/2006/ole">
            <mc:AlternateContent xmlns:mc="http://schemas.openxmlformats.org/markup-compatibility/2006">
              <mc:Choice xmlns:v="urn:schemas-microsoft-com:vml" Requires="v">
                <p:oleObj spid="_x0000_s243746" name="公式" r:id="rId13" imgW="482181" imgH="215713" progId="Equation.3">
                  <p:embed/>
                </p:oleObj>
              </mc:Choice>
              <mc:Fallback>
                <p:oleObj name="公式" r:id="rId13" imgW="482181" imgH="215713" progId="Equation.3">
                  <p:embed/>
                  <p:pic>
                    <p:nvPicPr>
                      <p:cNvPr id="24589"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70526" y="3028950"/>
                        <a:ext cx="1249363" cy="420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90" name="Object 16"/>
          <p:cNvGraphicFramePr>
            <a:graphicFrameLocks noChangeAspect="1"/>
          </p:cNvGraphicFramePr>
          <p:nvPr>
            <p:extLst/>
          </p:nvPr>
        </p:nvGraphicFramePr>
        <p:xfrm>
          <a:off x="2084389" y="3714750"/>
          <a:ext cx="1468437" cy="353616"/>
        </p:xfrm>
        <a:graphic>
          <a:graphicData uri="http://schemas.openxmlformats.org/presentationml/2006/ole">
            <mc:AlternateContent xmlns:mc="http://schemas.openxmlformats.org/markup-compatibility/2006">
              <mc:Choice xmlns:v="urn:schemas-microsoft-com:vml" Requires="v">
                <p:oleObj spid="_x0000_s243747" name="公式" r:id="rId15" imgW="711200" imgH="228600" progId="Equation.3">
                  <p:embed/>
                </p:oleObj>
              </mc:Choice>
              <mc:Fallback>
                <p:oleObj name="公式" r:id="rId15" imgW="711200" imgH="228600" progId="Equation.3">
                  <p:embed/>
                  <p:pic>
                    <p:nvPicPr>
                      <p:cNvPr id="2459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84389" y="3714750"/>
                        <a:ext cx="1468437"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91" name="Object 12"/>
          <p:cNvGraphicFramePr>
            <a:graphicFrameLocks noChangeAspect="1"/>
          </p:cNvGraphicFramePr>
          <p:nvPr>
            <p:extLst/>
          </p:nvPr>
        </p:nvGraphicFramePr>
        <p:xfrm>
          <a:off x="5557837" y="3638550"/>
          <a:ext cx="1376363" cy="404813"/>
        </p:xfrm>
        <a:graphic>
          <a:graphicData uri="http://schemas.openxmlformats.org/presentationml/2006/ole">
            <mc:AlternateContent xmlns:mc="http://schemas.openxmlformats.org/markup-compatibility/2006">
              <mc:Choice xmlns:v="urn:schemas-microsoft-com:vml" Requires="v">
                <p:oleObj spid="_x0000_s243748" name="公式" r:id="rId17" imgW="583947" imgH="228501" progId="Equation.3">
                  <p:embed/>
                </p:oleObj>
              </mc:Choice>
              <mc:Fallback>
                <p:oleObj name="公式" r:id="rId17" imgW="583947" imgH="228501" progId="Equation.3">
                  <p:embed/>
                  <p:pic>
                    <p:nvPicPr>
                      <p:cNvPr id="24591"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557837" y="3638550"/>
                        <a:ext cx="137636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6"/>
          <p:cNvGraphicFramePr>
            <a:graphicFrameLocks noChangeAspect="1"/>
          </p:cNvGraphicFramePr>
          <p:nvPr>
            <p:extLst/>
          </p:nvPr>
        </p:nvGraphicFramePr>
        <p:xfrm>
          <a:off x="3122613" y="1058862"/>
          <a:ext cx="963612" cy="369888"/>
        </p:xfrm>
        <a:graphic>
          <a:graphicData uri="http://schemas.openxmlformats.org/presentationml/2006/ole">
            <mc:AlternateContent xmlns:mc="http://schemas.openxmlformats.org/markup-compatibility/2006">
              <mc:Choice xmlns:v="urn:schemas-microsoft-com:vml" Requires="v">
                <p:oleObj spid="_x0000_s243749" name="Equation" r:id="rId19" imgW="419040" imgH="139680" progId="Equation.DSMT4">
                  <p:embed/>
                </p:oleObj>
              </mc:Choice>
              <mc:Fallback>
                <p:oleObj name="Equation" r:id="rId19" imgW="419040" imgH="139680" progId="Equation.DSMT4">
                  <p:embed/>
                  <p:pic>
                    <p:nvPicPr>
                      <p:cNvPr id="16" name="Object 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122613" y="1058862"/>
                        <a:ext cx="963612"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矩形 2"/>
          <p:cNvSpPr/>
          <p:nvPr/>
        </p:nvSpPr>
        <p:spPr>
          <a:xfrm>
            <a:off x="4074582" y="2483629"/>
            <a:ext cx="596637" cy="535531"/>
          </a:xfrm>
          <a:prstGeom prst="rect">
            <a:avLst/>
          </a:prstGeom>
        </p:spPr>
        <p:txBody>
          <a:bodyPr wrap="none">
            <a:spAutoFit/>
          </a:bodyPr>
          <a:lstStyle/>
          <a:p>
            <a:pPr lvl="0" algn="ctr" eaLnBrk="1" hangingPunct="1">
              <a:lnSpc>
                <a:spcPct val="90000"/>
              </a:lnSpc>
              <a:spcBef>
                <a:spcPct val="20000"/>
              </a:spcBef>
              <a:buClr>
                <a:srgbClr val="A50021"/>
              </a:buClr>
              <a:buSzPct val="75000"/>
            </a:pPr>
            <a:r>
              <a:rPr lang="zh-CN" altLang="en-US" sz="3200" b="1" dirty="0">
                <a:solidFill>
                  <a:srgbClr val="000000"/>
                </a:solidFill>
                <a:latin typeface="宋体" pitchFamily="2" charset="-122"/>
                <a:ea typeface="宋体"/>
              </a:rPr>
              <a:t>或</a:t>
            </a:r>
            <a:endParaRPr lang="en-US" altLang="zh-CN" sz="3200" b="1" dirty="0">
              <a:solidFill>
                <a:srgbClr val="000000"/>
              </a:solidFill>
              <a:latin typeface="宋体" pitchFamily="2" charset="-122"/>
              <a:ea typeface="宋体"/>
            </a:endParaRPr>
          </a:p>
        </p:txBody>
      </p:sp>
      <p:sp>
        <p:nvSpPr>
          <p:cNvPr id="20" name="矩形 19"/>
          <p:cNvSpPr/>
          <p:nvPr/>
        </p:nvSpPr>
        <p:spPr>
          <a:xfrm>
            <a:off x="4107062" y="1960019"/>
            <a:ext cx="596637" cy="535531"/>
          </a:xfrm>
          <a:prstGeom prst="rect">
            <a:avLst/>
          </a:prstGeom>
        </p:spPr>
        <p:txBody>
          <a:bodyPr wrap="none">
            <a:spAutoFit/>
          </a:bodyPr>
          <a:lstStyle/>
          <a:p>
            <a:pPr lvl="0" algn="ctr" eaLnBrk="1" hangingPunct="1">
              <a:lnSpc>
                <a:spcPct val="90000"/>
              </a:lnSpc>
              <a:spcBef>
                <a:spcPct val="20000"/>
              </a:spcBef>
              <a:buClr>
                <a:srgbClr val="A50021"/>
              </a:buClr>
              <a:buSzPct val="75000"/>
            </a:pPr>
            <a:r>
              <a:rPr lang="zh-CN" altLang="en-US" sz="3200" b="1" dirty="0">
                <a:solidFill>
                  <a:srgbClr val="000000"/>
                </a:solidFill>
                <a:latin typeface="宋体" pitchFamily="2" charset="-122"/>
                <a:ea typeface="宋体"/>
              </a:rPr>
              <a:t>或</a:t>
            </a:r>
            <a:endParaRPr lang="en-US" altLang="zh-CN" sz="3200" b="1" dirty="0">
              <a:solidFill>
                <a:srgbClr val="000000"/>
              </a:solidFill>
              <a:latin typeface="宋体" pitchFamily="2" charset="-122"/>
              <a:ea typeface="宋体"/>
            </a:endParaRPr>
          </a:p>
        </p:txBody>
      </p:sp>
      <p:sp>
        <p:nvSpPr>
          <p:cNvPr id="21" name="矩形 20"/>
          <p:cNvSpPr/>
          <p:nvPr/>
        </p:nvSpPr>
        <p:spPr>
          <a:xfrm>
            <a:off x="4159381" y="3092428"/>
            <a:ext cx="596637" cy="535531"/>
          </a:xfrm>
          <a:prstGeom prst="rect">
            <a:avLst/>
          </a:prstGeom>
        </p:spPr>
        <p:txBody>
          <a:bodyPr wrap="none">
            <a:spAutoFit/>
          </a:bodyPr>
          <a:lstStyle/>
          <a:p>
            <a:pPr lvl="0" algn="ctr" eaLnBrk="1" hangingPunct="1">
              <a:lnSpc>
                <a:spcPct val="90000"/>
              </a:lnSpc>
              <a:spcBef>
                <a:spcPct val="20000"/>
              </a:spcBef>
              <a:buClr>
                <a:srgbClr val="A50021"/>
              </a:buClr>
              <a:buSzPct val="75000"/>
            </a:pPr>
            <a:r>
              <a:rPr lang="zh-CN" altLang="en-US" sz="3200" b="1" dirty="0">
                <a:solidFill>
                  <a:srgbClr val="000000"/>
                </a:solidFill>
                <a:latin typeface="宋体" pitchFamily="2" charset="-122"/>
                <a:ea typeface="宋体"/>
              </a:rPr>
              <a:t>或</a:t>
            </a:r>
            <a:endParaRPr lang="en-US" altLang="zh-CN" sz="3200" b="1" dirty="0">
              <a:solidFill>
                <a:srgbClr val="000000"/>
              </a:solidFill>
              <a:latin typeface="宋体" pitchFamily="2" charset="-122"/>
              <a:ea typeface="宋体"/>
            </a:endParaRPr>
          </a:p>
        </p:txBody>
      </p:sp>
      <p:sp>
        <p:nvSpPr>
          <p:cNvPr id="22" name="矩形 21"/>
          <p:cNvSpPr/>
          <p:nvPr/>
        </p:nvSpPr>
        <p:spPr>
          <a:xfrm>
            <a:off x="4218316" y="3548688"/>
            <a:ext cx="596637" cy="535531"/>
          </a:xfrm>
          <a:prstGeom prst="rect">
            <a:avLst/>
          </a:prstGeom>
        </p:spPr>
        <p:txBody>
          <a:bodyPr wrap="none">
            <a:spAutoFit/>
          </a:bodyPr>
          <a:lstStyle/>
          <a:p>
            <a:pPr lvl="0" algn="ctr" eaLnBrk="1" hangingPunct="1">
              <a:lnSpc>
                <a:spcPct val="90000"/>
              </a:lnSpc>
              <a:spcBef>
                <a:spcPct val="20000"/>
              </a:spcBef>
              <a:buClr>
                <a:srgbClr val="A50021"/>
              </a:buClr>
              <a:buSzPct val="75000"/>
            </a:pPr>
            <a:r>
              <a:rPr lang="zh-CN" altLang="en-US" sz="3200" b="1" dirty="0">
                <a:solidFill>
                  <a:srgbClr val="000000"/>
                </a:solidFill>
                <a:latin typeface="宋体" pitchFamily="2" charset="-122"/>
                <a:ea typeface="宋体"/>
              </a:rPr>
              <a:t>或</a:t>
            </a:r>
            <a:endParaRPr lang="en-US" altLang="zh-CN" sz="3200" b="1" dirty="0">
              <a:solidFill>
                <a:srgbClr val="000000"/>
              </a:solidFill>
              <a:latin typeface="宋体" pitchFamily="2" charset="-122"/>
              <a:ea typeface="宋体"/>
            </a:endParaRPr>
          </a:p>
        </p:txBody>
      </p:sp>
    </p:spTree>
    <p:extLst>
      <p:ext uri="{BB962C8B-B14F-4D97-AF65-F5344CB8AC3E}">
        <p14:creationId xmlns:p14="http://schemas.microsoft.com/office/powerpoint/2010/main" val="85201556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pPr eaLnBrk="1" hangingPunct="1">
              <a:defRPr/>
            </a:pPr>
            <a:r>
              <a:rPr lang="en-US" altLang="zh-CN" dirty="0" smtClean="0"/>
              <a:t> </a:t>
            </a:r>
          </a:p>
        </p:txBody>
      </p:sp>
      <p:sp>
        <p:nvSpPr>
          <p:cNvPr id="24580" name="Rectangle 5"/>
          <p:cNvSpPr>
            <a:spLocks noChangeArrowheads="1"/>
          </p:cNvSpPr>
          <p:nvPr/>
        </p:nvSpPr>
        <p:spPr bwMode="auto">
          <a:xfrm>
            <a:off x="0" y="372641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4581" name="Rectangle 7"/>
          <p:cNvSpPr>
            <a:spLocks noChangeArrowheads="1"/>
          </p:cNvSpPr>
          <p:nvPr/>
        </p:nvSpPr>
        <p:spPr bwMode="auto">
          <a:xfrm>
            <a:off x="0" y="332575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4582" name="Rectangle 9"/>
          <p:cNvSpPr>
            <a:spLocks noChangeArrowheads="1"/>
          </p:cNvSpPr>
          <p:nvPr/>
        </p:nvSpPr>
        <p:spPr bwMode="auto">
          <a:xfrm>
            <a:off x="0" y="337576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4583" name="Rectangle 11"/>
          <p:cNvSpPr>
            <a:spLocks noChangeArrowheads="1"/>
          </p:cNvSpPr>
          <p:nvPr/>
        </p:nvSpPr>
        <p:spPr bwMode="auto">
          <a:xfrm>
            <a:off x="0" y="337576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4584" name="Object 6"/>
          <p:cNvGraphicFramePr>
            <a:graphicFrameLocks noChangeAspect="1"/>
          </p:cNvGraphicFramePr>
          <p:nvPr>
            <p:extLst/>
          </p:nvPr>
        </p:nvGraphicFramePr>
        <p:xfrm>
          <a:off x="381000" y="1657350"/>
          <a:ext cx="1722437" cy="381000"/>
        </p:xfrm>
        <a:graphic>
          <a:graphicData uri="http://schemas.openxmlformats.org/presentationml/2006/ole">
            <mc:AlternateContent xmlns:mc="http://schemas.openxmlformats.org/markup-compatibility/2006">
              <mc:Choice xmlns:v="urn:schemas-microsoft-com:vml" Requires="v">
                <p:oleObj spid="_x0000_s244762" name="公式" r:id="rId3" imgW="787320" imgH="228600" progId="Equation.3">
                  <p:embed/>
                </p:oleObj>
              </mc:Choice>
              <mc:Fallback>
                <p:oleObj name="公式" r:id="rId3" imgW="787320" imgH="228600" progId="Equation.3">
                  <p:embed/>
                  <p:pic>
                    <p:nvPicPr>
                      <p:cNvPr id="24584" name="Object 6"/>
                      <p:cNvPicPr>
                        <a:picLocks noChangeAspect="1" noChangeArrowheads="1"/>
                      </p:cNvPicPr>
                      <p:nvPr/>
                    </p:nvPicPr>
                    <p:blipFill>
                      <a:blip r:embed="rId4"/>
                      <a:srcRect/>
                      <a:stretch>
                        <a:fillRect/>
                      </a:stretch>
                    </p:blipFill>
                    <p:spPr bwMode="auto">
                      <a:xfrm>
                        <a:off x="381000" y="1657350"/>
                        <a:ext cx="1722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5" name="Object 11"/>
          <p:cNvGraphicFramePr>
            <a:graphicFrameLocks noChangeAspect="1"/>
          </p:cNvGraphicFramePr>
          <p:nvPr>
            <p:extLst/>
          </p:nvPr>
        </p:nvGraphicFramePr>
        <p:xfrm>
          <a:off x="2905918" y="1600831"/>
          <a:ext cx="1381125" cy="411956"/>
        </p:xfrm>
        <a:graphic>
          <a:graphicData uri="http://schemas.openxmlformats.org/presentationml/2006/ole">
            <mc:AlternateContent xmlns:mc="http://schemas.openxmlformats.org/markup-compatibility/2006">
              <mc:Choice xmlns:v="urn:schemas-microsoft-com:vml" Requires="v">
                <p:oleObj spid="_x0000_s244763" name="公式" r:id="rId5" imgW="571320" imgH="228600" progId="Equation.3">
                  <p:embed/>
                </p:oleObj>
              </mc:Choice>
              <mc:Fallback>
                <p:oleObj name="公式" r:id="rId5" imgW="571320" imgH="228600" progId="Equation.3">
                  <p:embed/>
                  <p:pic>
                    <p:nvPicPr>
                      <p:cNvPr id="24585" name="Object 11"/>
                      <p:cNvPicPr>
                        <a:picLocks noChangeAspect="1" noChangeArrowheads="1"/>
                      </p:cNvPicPr>
                      <p:nvPr/>
                    </p:nvPicPr>
                    <p:blipFill>
                      <a:blip r:embed="rId6"/>
                      <a:srcRect/>
                      <a:stretch>
                        <a:fillRect/>
                      </a:stretch>
                    </p:blipFill>
                    <p:spPr bwMode="auto">
                      <a:xfrm>
                        <a:off x="2905918" y="1600831"/>
                        <a:ext cx="1381125" cy="411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6" name="Object 8"/>
          <p:cNvGraphicFramePr>
            <a:graphicFrameLocks noChangeAspect="1"/>
          </p:cNvGraphicFramePr>
          <p:nvPr>
            <p:extLst/>
          </p:nvPr>
        </p:nvGraphicFramePr>
        <p:xfrm>
          <a:off x="538103" y="434332"/>
          <a:ext cx="1423988" cy="348854"/>
        </p:xfrm>
        <a:graphic>
          <a:graphicData uri="http://schemas.openxmlformats.org/presentationml/2006/ole">
            <mc:AlternateContent xmlns:mc="http://schemas.openxmlformats.org/markup-compatibility/2006">
              <mc:Choice xmlns:v="urn:schemas-microsoft-com:vml" Requires="v">
                <p:oleObj spid="_x0000_s244764" name="公式" r:id="rId7" imgW="672808" imgH="215806" progId="Equation.3">
                  <p:embed/>
                </p:oleObj>
              </mc:Choice>
              <mc:Fallback>
                <p:oleObj name="公式" r:id="rId7" imgW="672808" imgH="215806" progId="Equation.3">
                  <p:embed/>
                  <p:pic>
                    <p:nvPicPr>
                      <p:cNvPr id="24586"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8103" y="434332"/>
                        <a:ext cx="1423988" cy="348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7" name="Object 10"/>
          <p:cNvGraphicFramePr>
            <a:graphicFrameLocks noChangeAspect="1"/>
          </p:cNvGraphicFramePr>
          <p:nvPr>
            <p:extLst/>
          </p:nvPr>
        </p:nvGraphicFramePr>
        <p:xfrm>
          <a:off x="2945570" y="396370"/>
          <a:ext cx="1116013" cy="407194"/>
        </p:xfrm>
        <a:graphic>
          <a:graphicData uri="http://schemas.openxmlformats.org/presentationml/2006/ole">
            <mc:AlternateContent xmlns:mc="http://schemas.openxmlformats.org/markup-compatibility/2006">
              <mc:Choice xmlns:v="urn:schemas-microsoft-com:vml" Requires="v">
                <p:oleObj spid="_x0000_s244765" name="公式" r:id="rId9" imgW="469900" imgH="228600" progId="Equation.3">
                  <p:embed/>
                </p:oleObj>
              </mc:Choice>
              <mc:Fallback>
                <p:oleObj name="公式" r:id="rId9" imgW="469900" imgH="228600" progId="Equation.3">
                  <p:embed/>
                  <p:pic>
                    <p:nvPicPr>
                      <p:cNvPr id="24587"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45570" y="396370"/>
                        <a:ext cx="1116013" cy="407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8" name="Object 14"/>
          <p:cNvGraphicFramePr>
            <a:graphicFrameLocks noChangeAspect="1"/>
          </p:cNvGraphicFramePr>
          <p:nvPr>
            <p:extLst/>
          </p:nvPr>
        </p:nvGraphicFramePr>
        <p:xfrm>
          <a:off x="583111" y="2450373"/>
          <a:ext cx="1360487" cy="360760"/>
        </p:xfrm>
        <a:graphic>
          <a:graphicData uri="http://schemas.openxmlformats.org/presentationml/2006/ole">
            <mc:AlternateContent xmlns:mc="http://schemas.openxmlformats.org/markup-compatibility/2006">
              <mc:Choice xmlns:v="urn:schemas-microsoft-com:vml" Requires="v">
                <p:oleObj spid="_x0000_s244766" name="公式" r:id="rId11" imgW="622030" imgH="215806" progId="Equation.3">
                  <p:embed/>
                </p:oleObj>
              </mc:Choice>
              <mc:Fallback>
                <p:oleObj name="公式" r:id="rId11" imgW="622030" imgH="215806" progId="Equation.3">
                  <p:embed/>
                  <p:pic>
                    <p:nvPicPr>
                      <p:cNvPr id="24588"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3111" y="2450373"/>
                        <a:ext cx="1360487" cy="360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9" name="Object 15"/>
          <p:cNvGraphicFramePr>
            <a:graphicFrameLocks noChangeAspect="1"/>
          </p:cNvGraphicFramePr>
          <p:nvPr>
            <p:extLst/>
          </p:nvPr>
        </p:nvGraphicFramePr>
        <p:xfrm>
          <a:off x="2849201" y="2261896"/>
          <a:ext cx="1249363" cy="420291"/>
        </p:xfrm>
        <a:graphic>
          <a:graphicData uri="http://schemas.openxmlformats.org/presentationml/2006/ole">
            <mc:AlternateContent xmlns:mc="http://schemas.openxmlformats.org/markup-compatibility/2006">
              <mc:Choice xmlns:v="urn:schemas-microsoft-com:vml" Requires="v">
                <p:oleObj spid="_x0000_s244767" name="公式" r:id="rId13" imgW="482181" imgH="215713" progId="Equation.3">
                  <p:embed/>
                </p:oleObj>
              </mc:Choice>
              <mc:Fallback>
                <p:oleObj name="公式" r:id="rId13" imgW="482181" imgH="215713" progId="Equation.3">
                  <p:embed/>
                  <p:pic>
                    <p:nvPicPr>
                      <p:cNvPr id="24589"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49201" y="2261896"/>
                        <a:ext cx="1249363" cy="420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90" name="Object 16"/>
          <p:cNvGraphicFramePr>
            <a:graphicFrameLocks noChangeAspect="1"/>
          </p:cNvGraphicFramePr>
          <p:nvPr>
            <p:extLst/>
          </p:nvPr>
        </p:nvGraphicFramePr>
        <p:xfrm>
          <a:off x="493654" y="1068519"/>
          <a:ext cx="1468437" cy="353616"/>
        </p:xfrm>
        <a:graphic>
          <a:graphicData uri="http://schemas.openxmlformats.org/presentationml/2006/ole">
            <mc:AlternateContent xmlns:mc="http://schemas.openxmlformats.org/markup-compatibility/2006">
              <mc:Choice xmlns:v="urn:schemas-microsoft-com:vml" Requires="v">
                <p:oleObj spid="_x0000_s244768" name="公式" r:id="rId15" imgW="711200" imgH="228600" progId="Equation.3">
                  <p:embed/>
                </p:oleObj>
              </mc:Choice>
              <mc:Fallback>
                <p:oleObj name="公式" r:id="rId15" imgW="711200" imgH="228600" progId="Equation.3">
                  <p:embed/>
                  <p:pic>
                    <p:nvPicPr>
                      <p:cNvPr id="2459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3654" y="1068519"/>
                        <a:ext cx="1468437"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91" name="Object 12"/>
          <p:cNvGraphicFramePr>
            <a:graphicFrameLocks noChangeAspect="1"/>
          </p:cNvGraphicFramePr>
          <p:nvPr>
            <p:extLst/>
          </p:nvPr>
        </p:nvGraphicFramePr>
        <p:xfrm>
          <a:off x="2938675" y="981559"/>
          <a:ext cx="1376363" cy="404813"/>
        </p:xfrm>
        <a:graphic>
          <a:graphicData uri="http://schemas.openxmlformats.org/presentationml/2006/ole">
            <mc:AlternateContent xmlns:mc="http://schemas.openxmlformats.org/markup-compatibility/2006">
              <mc:Choice xmlns:v="urn:schemas-microsoft-com:vml" Requires="v">
                <p:oleObj spid="_x0000_s244769" name="公式" r:id="rId17" imgW="583947" imgH="228501" progId="Equation.3">
                  <p:embed/>
                </p:oleObj>
              </mc:Choice>
              <mc:Fallback>
                <p:oleObj name="公式" r:id="rId17" imgW="583947" imgH="228501" progId="Equation.3">
                  <p:embed/>
                  <p:pic>
                    <p:nvPicPr>
                      <p:cNvPr id="24591"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38675" y="981559"/>
                        <a:ext cx="137636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Text Box 133"/>
          <p:cNvSpPr txBox="1">
            <a:spLocks noChangeArrowheads="1"/>
          </p:cNvSpPr>
          <p:nvPr/>
        </p:nvSpPr>
        <p:spPr bwMode="auto">
          <a:xfrm>
            <a:off x="517156" y="3618676"/>
            <a:ext cx="5121644" cy="461665"/>
          </a:xfrm>
          <a:prstGeom prst="rect">
            <a:avLst/>
          </a:prstGeom>
          <a:solidFill>
            <a:srgbClr val="99FFCC"/>
          </a:solidFill>
          <a:ln>
            <a:noFill/>
          </a:ln>
          <a:effectLst/>
          <a:extLst/>
        </p:spPr>
        <p:txBody>
          <a:bodyPr wrap="square">
            <a:spAutoFit/>
          </a:bodyPr>
          <a:lstStyle/>
          <a:p>
            <a:pPr>
              <a:spcBef>
                <a:spcPct val="50000"/>
              </a:spcBef>
            </a:pPr>
            <a:r>
              <a:rPr kumimoji="1" lang="zh-CN" altLang="en-US" sz="2400" b="1" dirty="0" smtClean="0">
                <a:latin typeface="Times New Roman" pitchFamily="18" charset="0"/>
                <a:ea typeface="华文新魏" pitchFamily="2" charset="-122"/>
              </a:rPr>
              <a:t>电磁波入射到导体表面会产生全发射</a:t>
            </a:r>
            <a:endParaRPr kumimoji="1" lang="zh-CN" altLang="en-US" sz="2400" b="1" dirty="0">
              <a:latin typeface="Times New Roman" pitchFamily="18" charset="0"/>
              <a:ea typeface="华文新魏" pitchFamily="2" charset="-122"/>
            </a:endParaRPr>
          </a:p>
        </p:txBody>
      </p:sp>
      <p:sp>
        <p:nvSpPr>
          <p:cNvPr id="3" name="矩形 2"/>
          <p:cNvSpPr/>
          <p:nvPr/>
        </p:nvSpPr>
        <p:spPr>
          <a:xfrm>
            <a:off x="2133600" y="2291941"/>
            <a:ext cx="494045" cy="424732"/>
          </a:xfrm>
          <a:prstGeom prst="rect">
            <a:avLst/>
          </a:prstGeom>
        </p:spPr>
        <p:txBody>
          <a:bodyPr wrap="none">
            <a:spAutoFit/>
          </a:bodyPr>
          <a:lstStyle/>
          <a:p>
            <a:pPr lvl="0" algn="ctr" eaLnBrk="1" hangingPunct="1">
              <a:lnSpc>
                <a:spcPct val="90000"/>
              </a:lnSpc>
              <a:spcBef>
                <a:spcPct val="20000"/>
              </a:spcBef>
              <a:buClr>
                <a:srgbClr val="A50021"/>
              </a:buClr>
              <a:buSzPct val="75000"/>
            </a:pPr>
            <a:r>
              <a:rPr lang="zh-CN" altLang="en-US" sz="2400" b="1" dirty="0">
                <a:solidFill>
                  <a:srgbClr val="000000"/>
                </a:solidFill>
                <a:latin typeface="宋体" pitchFamily="2" charset="-122"/>
                <a:ea typeface="宋体"/>
              </a:rPr>
              <a:t>或</a:t>
            </a:r>
            <a:endParaRPr lang="en-US" altLang="zh-CN" sz="2400" b="1" dirty="0">
              <a:solidFill>
                <a:srgbClr val="000000"/>
              </a:solidFill>
              <a:latin typeface="宋体" pitchFamily="2" charset="-122"/>
              <a:ea typeface="宋体"/>
            </a:endParaRPr>
          </a:p>
        </p:txBody>
      </p:sp>
      <p:sp>
        <p:nvSpPr>
          <p:cNvPr id="20" name="矩形 19"/>
          <p:cNvSpPr/>
          <p:nvPr/>
        </p:nvSpPr>
        <p:spPr>
          <a:xfrm>
            <a:off x="2209800" y="1611360"/>
            <a:ext cx="494045" cy="424732"/>
          </a:xfrm>
          <a:prstGeom prst="rect">
            <a:avLst/>
          </a:prstGeom>
        </p:spPr>
        <p:txBody>
          <a:bodyPr wrap="none">
            <a:spAutoFit/>
          </a:bodyPr>
          <a:lstStyle/>
          <a:p>
            <a:pPr lvl="0" algn="ctr" eaLnBrk="1" hangingPunct="1">
              <a:lnSpc>
                <a:spcPct val="90000"/>
              </a:lnSpc>
              <a:spcBef>
                <a:spcPct val="20000"/>
              </a:spcBef>
              <a:buClr>
                <a:srgbClr val="A50021"/>
              </a:buClr>
              <a:buSzPct val="75000"/>
            </a:pPr>
            <a:r>
              <a:rPr lang="zh-CN" altLang="en-US" sz="2400" b="1" dirty="0">
                <a:solidFill>
                  <a:srgbClr val="000000"/>
                </a:solidFill>
                <a:latin typeface="宋体" pitchFamily="2" charset="-122"/>
                <a:ea typeface="宋体"/>
              </a:rPr>
              <a:t>或</a:t>
            </a:r>
            <a:endParaRPr lang="en-US" altLang="zh-CN" sz="2400" b="1" dirty="0">
              <a:solidFill>
                <a:srgbClr val="000000"/>
              </a:solidFill>
              <a:latin typeface="宋体" pitchFamily="2" charset="-122"/>
              <a:ea typeface="宋体"/>
            </a:endParaRPr>
          </a:p>
        </p:txBody>
      </p:sp>
      <p:sp>
        <p:nvSpPr>
          <p:cNvPr id="21" name="矩形 20"/>
          <p:cNvSpPr/>
          <p:nvPr/>
        </p:nvSpPr>
        <p:spPr>
          <a:xfrm>
            <a:off x="2133600" y="361950"/>
            <a:ext cx="494045" cy="424732"/>
          </a:xfrm>
          <a:prstGeom prst="rect">
            <a:avLst/>
          </a:prstGeom>
        </p:spPr>
        <p:txBody>
          <a:bodyPr wrap="none">
            <a:spAutoFit/>
          </a:bodyPr>
          <a:lstStyle/>
          <a:p>
            <a:pPr lvl="0" algn="ctr" eaLnBrk="1" hangingPunct="1">
              <a:lnSpc>
                <a:spcPct val="90000"/>
              </a:lnSpc>
              <a:spcBef>
                <a:spcPct val="20000"/>
              </a:spcBef>
              <a:buClr>
                <a:srgbClr val="A50021"/>
              </a:buClr>
              <a:buSzPct val="75000"/>
            </a:pPr>
            <a:r>
              <a:rPr lang="zh-CN" altLang="en-US" sz="2400" b="1" dirty="0">
                <a:solidFill>
                  <a:srgbClr val="000000"/>
                </a:solidFill>
                <a:latin typeface="宋体" pitchFamily="2" charset="-122"/>
                <a:ea typeface="宋体"/>
              </a:rPr>
              <a:t>或</a:t>
            </a:r>
            <a:endParaRPr lang="en-US" altLang="zh-CN" sz="2400" b="1" dirty="0">
              <a:solidFill>
                <a:srgbClr val="000000"/>
              </a:solidFill>
              <a:latin typeface="宋体" pitchFamily="2" charset="-122"/>
              <a:ea typeface="宋体"/>
            </a:endParaRPr>
          </a:p>
        </p:txBody>
      </p:sp>
      <p:sp>
        <p:nvSpPr>
          <p:cNvPr id="22" name="矩形 21"/>
          <p:cNvSpPr/>
          <p:nvPr/>
        </p:nvSpPr>
        <p:spPr>
          <a:xfrm>
            <a:off x="2209800" y="970911"/>
            <a:ext cx="494045" cy="424732"/>
          </a:xfrm>
          <a:prstGeom prst="rect">
            <a:avLst/>
          </a:prstGeom>
        </p:spPr>
        <p:txBody>
          <a:bodyPr wrap="none">
            <a:spAutoFit/>
          </a:bodyPr>
          <a:lstStyle/>
          <a:p>
            <a:pPr lvl="0" algn="ctr" eaLnBrk="1" hangingPunct="1">
              <a:lnSpc>
                <a:spcPct val="90000"/>
              </a:lnSpc>
              <a:spcBef>
                <a:spcPct val="20000"/>
              </a:spcBef>
              <a:buClr>
                <a:srgbClr val="A50021"/>
              </a:buClr>
              <a:buSzPct val="75000"/>
            </a:pPr>
            <a:r>
              <a:rPr lang="zh-CN" altLang="en-US" sz="2400" b="1" dirty="0">
                <a:solidFill>
                  <a:srgbClr val="000000"/>
                </a:solidFill>
                <a:latin typeface="宋体" pitchFamily="2" charset="-122"/>
                <a:ea typeface="宋体"/>
              </a:rPr>
              <a:t>或</a:t>
            </a:r>
            <a:endParaRPr lang="en-US" altLang="zh-CN" sz="2400" b="1" dirty="0">
              <a:solidFill>
                <a:srgbClr val="000000"/>
              </a:solidFill>
              <a:latin typeface="宋体" pitchFamily="2" charset="-122"/>
              <a:ea typeface="宋体"/>
            </a:endParaRPr>
          </a:p>
        </p:txBody>
      </p:sp>
      <p:sp>
        <p:nvSpPr>
          <p:cNvPr id="4" name="矩形 3"/>
          <p:cNvSpPr/>
          <p:nvPr/>
        </p:nvSpPr>
        <p:spPr>
          <a:xfrm>
            <a:off x="4933335" y="600730"/>
            <a:ext cx="4134465" cy="523220"/>
          </a:xfrm>
          <a:prstGeom prst="rect">
            <a:avLst/>
          </a:prstGeom>
          <a:solidFill>
            <a:schemeClr val="bg2">
              <a:lumMod val="20000"/>
              <a:lumOff val="80000"/>
            </a:schemeClr>
          </a:solidFill>
        </p:spPr>
        <p:txBody>
          <a:bodyPr wrap="none">
            <a:spAutoFit/>
          </a:bodyPr>
          <a:lstStyle/>
          <a:p>
            <a:r>
              <a:rPr kumimoji="1" lang="zh-CN" altLang="en-US" sz="2800" b="1" dirty="0">
                <a:solidFill>
                  <a:srgbClr val="FF0000"/>
                </a:solidFill>
                <a:latin typeface="Times New Roman" pitchFamily="18" charset="0"/>
                <a:ea typeface="华文新魏" pitchFamily="2" charset="-122"/>
              </a:rPr>
              <a:t>电场总是与导体表面垂直</a:t>
            </a:r>
            <a:endParaRPr lang="zh-CN" altLang="en-US" sz="2800" dirty="0"/>
          </a:p>
        </p:txBody>
      </p:sp>
      <p:sp>
        <p:nvSpPr>
          <p:cNvPr id="6" name="右中括号 5"/>
          <p:cNvSpPr/>
          <p:nvPr/>
        </p:nvSpPr>
        <p:spPr>
          <a:xfrm>
            <a:off x="4359368" y="574316"/>
            <a:ext cx="381000" cy="636722"/>
          </a:xfrm>
          <a:prstGeom prst="rightBracket">
            <a:avLst/>
          </a:prstGeom>
          <a:ln w="57150">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右中括号 25"/>
          <p:cNvSpPr/>
          <p:nvPr/>
        </p:nvSpPr>
        <p:spPr>
          <a:xfrm>
            <a:off x="4320120" y="1862906"/>
            <a:ext cx="381000" cy="636722"/>
          </a:xfrm>
          <a:prstGeom prst="rightBracket">
            <a:avLst/>
          </a:prstGeom>
          <a:ln w="57150">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矩形 6"/>
          <p:cNvSpPr/>
          <p:nvPr/>
        </p:nvSpPr>
        <p:spPr>
          <a:xfrm>
            <a:off x="4753798" y="1794785"/>
            <a:ext cx="4134465" cy="523220"/>
          </a:xfrm>
          <a:prstGeom prst="rect">
            <a:avLst/>
          </a:prstGeom>
          <a:solidFill>
            <a:schemeClr val="accent1">
              <a:lumMod val="20000"/>
              <a:lumOff val="80000"/>
            </a:schemeClr>
          </a:solidFill>
        </p:spPr>
        <p:txBody>
          <a:bodyPr wrap="none">
            <a:spAutoFit/>
          </a:bodyPr>
          <a:lstStyle/>
          <a:p>
            <a:r>
              <a:rPr kumimoji="1" lang="zh-CN" altLang="en-US" sz="2800" b="1" dirty="0">
                <a:solidFill>
                  <a:srgbClr val="FF0000"/>
                </a:solidFill>
                <a:latin typeface="Times New Roman" pitchFamily="18" charset="0"/>
                <a:ea typeface="华文新魏" pitchFamily="2" charset="-122"/>
              </a:rPr>
              <a:t>磁场总是与导体表面</a:t>
            </a:r>
            <a:r>
              <a:rPr kumimoji="1" lang="zh-CN" altLang="en-US" sz="2800" b="1" dirty="0" smtClean="0">
                <a:solidFill>
                  <a:srgbClr val="FF0000"/>
                </a:solidFill>
                <a:latin typeface="Times New Roman" pitchFamily="18" charset="0"/>
                <a:ea typeface="华文新魏" pitchFamily="2" charset="-122"/>
              </a:rPr>
              <a:t>相切</a:t>
            </a:r>
            <a:endParaRPr lang="zh-CN" altLang="en-US" sz="2800" dirty="0"/>
          </a:p>
        </p:txBody>
      </p:sp>
      <p:sp>
        <p:nvSpPr>
          <p:cNvPr id="8" name="矩形 7"/>
          <p:cNvSpPr/>
          <p:nvPr/>
        </p:nvSpPr>
        <p:spPr>
          <a:xfrm>
            <a:off x="578757" y="3145623"/>
            <a:ext cx="5801588" cy="461665"/>
          </a:xfrm>
          <a:prstGeom prst="rect">
            <a:avLst/>
          </a:prstGeom>
          <a:solidFill>
            <a:schemeClr val="bg1">
              <a:lumMod val="95000"/>
            </a:schemeClr>
          </a:solidFill>
        </p:spPr>
        <p:txBody>
          <a:bodyPr wrap="none">
            <a:spAutoFit/>
          </a:bodyPr>
          <a:lstStyle/>
          <a:p>
            <a:r>
              <a:rPr kumimoji="1" lang="zh-CN" altLang="en-US" sz="2400" b="1" dirty="0" smtClean="0">
                <a:solidFill>
                  <a:srgbClr val="FF33CC"/>
                </a:solidFill>
                <a:latin typeface="Times New Roman" pitchFamily="18" charset="0"/>
                <a:ea typeface="华文新魏" pitchFamily="2" charset="-122"/>
              </a:rPr>
              <a:t>导体</a:t>
            </a:r>
            <a:r>
              <a:rPr kumimoji="1" lang="zh-CN" altLang="en-US" sz="2400" b="1" dirty="0">
                <a:solidFill>
                  <a:srgbClr val="FF33CC"/>
                </a:solidFill>
                <a:latin typeface="Times New Roman" pitchFamily="18" charset="0"/>
                <a:ea typeface="华文新魏" pitchFamily="2" charset="-122"/>
              </a:rPr>
              <a:t>内部</a:t>
            </a:r>
            <a:r>
              <a:rPr kumimoji="1" lang="en-US" altLang="zh-CN" sz="2400" b="1" dirty="0">
                <a:solidFill>
                  <a:srgbClr val="FF33CC"/>
                </a:solidFill>
                <a:latin typeface="Times New Roman" pitchFamily="18" charset="0"/>
                <a:ea typeface="华文新魏" pitchFamily="2" charset="-122"/>
              </a:rPr>
              <a:t>,</a:t>
            </a:r>
            <a:r>
              <a:rPr kumimoji="1" lang="zh-CN" altLang="en-US" sz="2400" b="1" dirty="0">
                <a:solidFill>
                  <a:srgbClr val="FF33CC"/>
                </a:solidFill>
                <a:latin typeface="Times New Roman" pitchFamily="18" charset="0"/>
                <a:ea typeface="华文新魏" pitchFamily="2" charset="-122"/>
              </a:rPr>
              <a:t>电场、</a:t>
            </a:r>
            <a:r>
              <a:rPr kumimoji="1" lang="zh-CN" altLang="en-US" sz="2400" b="1" dirty="0" smtClean="0">
                <a:solidFill>
                  <a:srgbClr val="FF33CC"/>
                </a:solidFill>
                <a:latin typeface="Times New Roman" pitchFamily="18" charset="0"/>
                <a:ea typeface="华文新魏" pitchFamily="2" charset="-122"/>
              </a:rPr>
              <a:t>磁场（动态场）均</a:t>
            </a:r>
            <a:r>
              <a:rPr kumimoji="1" lang="zh-CN" altLang="en-US" sz="2400" b="1" dirty="0">
                <a:solidFill>
                  <a:srgbClr val="FF33CC"/>
                </a:solidFill>
                <a:latin typeface="Times New Roman" pitchFamily="18" charset="0"/>
                <a:ea typeface="华文新魏" pitchFamily="2" charset="-122"/>
              </a:rPr>
              <a:t>为零</a:t>
            </a:r>
            <a:r>
              <a:rPr kumimoji="1" lang="zh-CN" altLang="en-US" sz="2400" b="1" dirty="0">
                <a:latin typeface="Times New Roman" pitchFamily="18" charset="0"/>
                <a:ea typeface="华文新魏" pitchFamily="2" charset="-122"/>
              </a:rPr>
              <a:t>。</a:t>
            </a:r>
            <a:endParaRPr lang="zh-CN" altLang="en-US" sz="2400" dirty="0"/>
          </a:p>
        </p:txBody>
      </p:sp>
      <p:sp>
        <p:nvSpPr>
          <p:cNvPr id="9" name="矩形 8"/>
          <p:cNvSpPr/>
          <p:nvPr/>
        </p:nvSpPr>
        <p:spPr>
          <a:xfrm>
            <a:off x="578757" y="4177969"/>
            <a:ext cx="4833374" cy="784830"/>
          </a:xfrm>
          <a:prstGeom prst="rect">
            <a:avLst/>
          </a:prstGeom>
          <a:solidFill>
            <a:schemeClr val="accent1">
              <a:lumMod val="20000"/>
              <a:lumOff val="80000"/>
            </a:schemeClr>
          </a:solidFill>
        </p:spPr>
        <p:txBody>
          <a:bodyPr wrap="none">
            <a:spAutoFit/>
          </a:bodyPr>
          <a:lstStyle/>
          <a:p>
            <a:pPr>
              <a:spcBef>
                <a:spcPct val="50000"/>
              </a:spcBef>
            </a:pPr>
            <a:r>
              <a:rPr kumimoji="1" lang="zh-CN" altLang="en-US" b="1" dirty="0" smtClean="0">
                <a:latin typeface="Times New Roman" pitchFamily="18" charset="0"/>
                <a:ea typeface="楷体_GB2312" pitchFamily="49" charset="-122"/>
              </a:rPr>
              <a:t>金属表面</a:t>
            </a:r>
            <a:r>
              <a:rPr kumimoji="1" lang="zh-CN" altLang="en-US" b="1" dirty="0" smtClean="0">
                <a:solidFill>
                  <a:srgbClr val="C00000"/>
                </a:solidFill>
                <a:latin typeface="Times New Roman" pitchFamily="18" charset="0"/>
                <a:ea typeface="楷体_GB2312" pitchFamily="49" charset="-122"/>
              </a:rPr>
              <a:t>面</a:t>
            </a:r>
            <a:r>
              <a:rPr kumimoji="1" lang="zh-CN" altLang="en-US" b="1" dirty="0">
                <a:solidFill>
                  <a:srgbClr val="C00000"/>
                </a:solidFill>
                <a:latin typeface="Times New Roman" pitchFamily="18" charset="0"/>
                <a:ea typeface="楷体_GB2312" pitchFamily="49" charset="-122"/>
              </a:rPr>
              <a:t>电流</a:t>
            </a:r>
            <a:r>
              <a:rPr kumimoji="1" lang="zh-CN" altLang="en-US" b="1" dirty="0" smtClean="0">
                <a:latin typeface="Times New Roman" pitchFamily="18" charset="0"/>
                <a:ea typeface="楷体_GB2312" pitchFamily="49" charset="-122"/>
              </a:rPr>
              <a:t>等于介质中的</a:t>
            </a:r>
            <a:r>
              <a:rPr kumimoji="1" lang="zh-CN" altLang="en-US" b="1" dirty="0" smtClean="0">
                <a:solidFill>
                  <a:srgbClr val="C00000"/>
                </a:solidFill>
                <a:latin typeface="Times New Roman" pitchFamily="18" charset="0"/>
                <a:ea typeface="楷体_GB2312" pitchFamily="49" charset="-122"/>
              </a:rPr>
              <a:t>横向磁场</a:t>
            </a:r>
            <a:r>
              <a:rPr kumimoji="1" lang="zh-CN" altLang="en-US" b="1" dirty="0" smtClean="0">
                <a:latin typeface="Times New Roman" pitchFamily="18" charset="0"/>
                <a:ea typeface="楷体_GB2312" pitchFamily="49" charset="-122"/>
              </a:rPr>
              <a:t>强度，</a:t>
            </a:r>
            <a:endParaRPr kumimoji="1" lang="en-US" altLang="zh-CN" b="1" dirty="0" smtClean="0">
              <a:latin typeface="Times New Roman" pitchFamily="18" charset="0"/>
              <a:ea typeface="楷体_GB2312" pitchFamily="49" charset="-122"/>
            </a:endParaRPr>
          </a:p>
          <a:p>
            <a:pPr>
              <a:spcBef>
                <a:spcPct val="50000"/>
              </a:spcBef>
            </a:pPr>
            <a:r>
              <a:rPr kumimoji="1" lang="zh-CN" altLang="en-US" b="1" dirty="0">
                <a:latin typeface="Times New Roman" pitchFamily="18" charset="0"/>
                <a:ea typeface="楷体_GB2312" pitchFamily="49" charset="-122"/>
              </a:rPr>
              <a:t>金属表面</a:t>
            </a:r>
            <a:r>
              <a:rPr kumimoji="1" lang="zh-CN" altLang="en-US" b="1" dirty="0" smtClean="0">
                <a:solidFill>
                  <a:srgbClr val="C00000"/>
                </a:solidFill>
                <a:latin typeface="Times New Roman" pitchFamily="18" charset="0"/>
                <a:ea typeface="楷体_GB2312" pitchFamily="49" charset="-122"/>
              </a:rPr>
              <a:t>面电荷</a:t>
            </a:r>
            <a:r>
              <a:rPr kumimoji="1" lang="zh-CN" altLang="en-US" b="1" dirty="0">
                <a:latin typeface="Times New Roman" pitchFamily="18" charset="0"/>
                <a:ea typeface="楷体_GB2312" pitchFamily="49" charset="-122"/>
              </a:rPr>
              <a:t>等于介质中</a:t>
            </a:r>
            <a:r>
              <a:rPr kumimoji="1" lang="zh-CN" altLang="en-US" b="1" dirty="0" smtClean="0">
                <a:latin typeface="Times New Roman" pitchFamily="18" charset="0"/>
                <a:ea typeface="楷体_GB2312" pitchFamily="49" charset="-122"/>
              </a:rPr>
              <a:t>的</a:t>
            </a:r>
            <a:r>
              <a:rPr kumimoji="1" lang="zh-CN" altLang="en-US" b="1" dirty="0" smtClean="0">
                <a:solidFill>
                  <a:srgbClr val="C00000"/>
                </a:solidFill>
                <a:latin typeface="Times New Roman" pitchFamily="18" charset="0"/>
                <a:ea typeface="楷体_GB2312" pitchFamily="49" charset="-122"/>
              </a:rPr>
              <a:t>法向电位移</a:t>
            </a:r>
            <a:r>
              <a:rPr kumimoji="1" lang="zh-CN" altLang="en-US" b="1" dirty="0" smtClean="0">
                <a:latin typeface="Times New Roman" pitchFamily="18" charset="0"/>
                <a:ea typeface="楷体_GB2312" pitchFamily="49" charset="-122"/>
              </a:rPr>
              <a:t>矢量</a:t>
            </a:r>
            <a:endParaRPr kumimoji="1" lang="zh-CN" altLang="en-US" b="1" dirty="0">
              <a:latin typeface="Times New Roman" pitchFamily="18" charset="0"/>
              <a:ea typeface="楷体_GB2312" pitchFamily="49" charset="-122"/>
            </a:endParaRPr>
          </a:p>
        </p:txBody>
      </p:sp>
    </p:spTree>
    <p:extLst>
      <p:ext uri="{BB962C8B-B14F-4D97-AF65-F5344CB8AC3E}">
        <p14:creationId xmlns:p14="http://schemas.microsoft.com/office/powerpoint/2010/main" val="16704860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4" grpId="0" animBg="1"/>
      <p:bldP spid="6" grpId="0" animBg="1"/>
      <p:bldP spid="26" grpId="0" animBg="1"/>
      <p:bldP spid="7" grpId="0" animBg="1"/>
      <p:bldP spid="8" grpId="0" animBg="1"/>
      <p:bldP spid="9"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pPr eaLnBrk="1" hangingPunct="1">
              <a:defRPr/>
            </a:pPr>
            <a:r>
              <a:rPr lang="en-US" altLang="zh-CN" smtClean="0"/>
              <a:t> </a:t>
            </a:r>
          </a:p>
        </p:txBody>
      </p:sp>
      <p:sp>
        <p:nvSpPr>
          <p:cNvPr id="25603" name="Rectangle 3" descr="Rectangle: Click to edit Master text styles&#10;Second level&#10;Third level&#10;Fourth level&#10;Fifth level"/>
          <p:cNvSpPr>
            <a:spLocks noGrp="1" noChangeArrowheads="1"/>
          </p:cNvSpPr>
          <p:nvPr>
            <p:ph type="body" idx="1"/>
          </p:nvPr>
        </p:nvSpPr>
        <p:spPr>
          <a:xfrm>
            <a:off x="0" y="342900"/>
            <a:ext cx="8991600" cy="3086100"/>
          </a:xfrm>
        </p:spPr>
        <p:txBody>
          <a:bodyPr/>
          <a:lstStyle/>
          <a:p>
            <a:pPr lvl="1" indent="0" eaLnBrk="1" hangingPunct="1">
              <a:lnSpc>
                <a:spcPct val="90000"/>
              </a:lnSpc>
              <a:buNone/>
            </a:pPr>
            <a:r>
              <a:rPr lang="en-US" altLang="zh-CN" dirty="0" smtClean="0">
                <a:latin typeface="隶书" pitchFamily="49" charset="-122"/>
              </a:rPr>
              <a:t>3.2.3  </a:t>
            </a:r>
            <a:r>
              <a:rPr lang="zh-CN" altLang="en-US" dirty="0" smtClean="0">
                <a:latin typeface="隶书" pitchFamily="49" charset="-122"/>
              </a:rPr>
              <a:t>理想介质分界面的边界条件</a:t>
            </a:r>
          </a:p>
          <a:p>
            <a:pPr marL="0" indent="0" eaLnBrk="1" hangingPunct="1">
              <a:lnSpc>
                <a:spcPct val="90000"/>
              </a:lnSpc>
              <a:buNone/>
            </a:pPr>
            <a:r>
              <a:rPr lang="zh-CN" altLang="en-US" dirty="0" smtClean="0">
                <a:latin typeface="宋体" pitchFamily="2" charset="-122"/>
              </a:rPr>
              <a:t>                   </a:t>
            </a:r>
            <a:endParaRPr lang="en-US" altLang="zh-CN" dirty="0" smtClean="0">
              <a:latin typeface="宋体" pitchFamily="2" charset="-122"/>
            </a:endParaRPr>
          </a:p>
          <a:p>
            <a:pPr marL="0" indent="0" eaLnBrk="1" hangingPunct="1">
              <a:lnSpc>
                <a:spcPct val="90000"/>
              </a:lnSpc>
              <a:buNone/>
            </a:pPr>
            <a:endParaRPr lang="en-US" altLang="zh-CN" dirty="0">
              <a:latin typeface="宋体" pitchFamily="2" charset="-122"/>
            </a:endParaRPr>
          </a:p>
          <a:p>
            <a:pPr marL="0" indent="0" algn="ctr" eaLnBrk="1" hangingPunct="1">
              <a:lnSpc>
                <a:spcPct val="90000"/>
              </a:lnSpc>
              <a:buNone/>
            </a:pPr>
            <a:endParaRPr lang="en-US" altLang="zh-CN" dirty="0">
              <a:latin typeface="宋体" pitchFamily="2" charset="-122"/>
            </a:endParaRPr>
          </a:p>
          <a:p>
            <a:pPr marL="0" indent="0" eaLnBrk="1" hangingPunct="1">
              <a:lnSpc>
                <a:spcPct val="90000"/>
              </a:lnSpc>
              <a:buNone/>
            </a:pPr>
            <a:r>
              <a:rPr lang="en-US" altLang="zh-CN" dirty="0" smtClean="0">
                <a:latin typeface="宋体" pitchFamily="2" charset="-122"/>
              </a:rPr>
              <a:t>				</a:t>
            </a:r>
            <a:r>
              <a:rPr lang="zh-CN" altLang="en-US" dirty="0" smtClean="0">
                <a:latin typeface="宋体" pitchFamily="2" charset="-122"/>
              </a:rPr>
              <a:t>或</a:t>
            </a:r>
            <a:endParaRPr lang="en-US" altLang="zh-CN" dirty="0" smtClean="0">
              <a:latin typeface="宋体" pitchFamily="2" charset="-122"/>
            </a:endParaRPr>
          </a:p>
          <a:p>
            <a:pPr marL="0" indent="0" eaLnBrk="1" hangingPunct="1">
              <a:lnSpc>
                <a:spcPct val="90000"/>
              </a:lnSpc>
              <a:buNone/>
            </a:pPr>
            <a:r>
              <a:rPr lang="en-US" altLang="zh-CN" dirty="0" smtClean="0">
                <a:latin typeface="宋体" pitchFamily="2" charset="-122"/>
              </a:rPr>
              <a:t>				</a:t>
            </a:r>
            <a:r>
              <a:rPr lang="zh-CN" altLang="en-US" dirty="0" smtClean="0">
                <a:latin typeface="宋体" pitchFamily="2" charset="-122"/>
              </a:rPr>
              <a:t>或</a:t>
            </a:r>
            <a:endParaRPr lang="en-US" altLang="zh-CN" dirty="0" smtClean="0">
              <a:latin typeface="宋体" pitchFamily="2" charset="-122"/>
            </a:endParaRPr>
          </a:p>
          <a:p>
            <a:pPr marL="0" indent="0" eaLnBrk="1" hangingPunct="1">
              <a:lnSpc>
                <a:spcPct val="90000"/>
              </a:lnSpc>
              <a:buNone/>
            </a:pPr>
            <a:r>
              <a:rPr lang="en-US" altLang="zh-CN" dirty="0" smtClean="0">
                <a:latin typeface="宋体" pitchFamily="2" charset="-122"/>
              </a:rPr>
              <a:t>				</a:t>
            </a:r>
            <a:r>
              <a:rPr lang="zh-CN" altLang="en-US" dirty="0" smtClean="0">
                <a:latin typeface="宋体" pitchFamily="2" charset="-122"/>
              </a:rPr>
              <a:t>或</a:t>
            </a:r>
            <a:endParaRPr lang="en-US" altLang="zh-CN" dirty="0" smtClean="0">
              <a:latin typeface="宋体" pitchFamily="2" charset="-122"/>
            </a:endParaRPr>
          </a:p>
          <a:p>
            <a:pPr marL="0" indent="0" eaLnBrk="1" hangingPunct="1">
              <a:lnSpc>
                <a:spcPct val="90000"/>
              </a:lnSpc>
              <a:buNone/>
            </a:pPr>
            <a:r>
              <a:rPr lang="en-US" altLang="zh-CN" dirty="0" smtClean="0">
                <a:latin typeface="宋体" pitchFamily="2" charset="-122"/>
              </a:rPr>
              <a:t>				</a:t>
            </a:r>
            <a:r>
              <a:rPr lang="zh-CN" altLang="en-US" dirty="0" smtClean="0">
                <a:latin typeface="宋体" pitchFamily="2" charset="-122"/>
              </a:rPr>
              <a:t>或</a:t>
            </a:r>
            <a:r>
              <a:rPr lang="en-US" altLang="zh-CN" dirty="0" smtClean="0">
                <a:latin typeface="宋体" pitchFamily="2" charset="-122"/>
              </a:rPr>
              <a:t>	</a:t>
            </a:r>
          </a:p>
          <a:p>
            <a:pPr marL="0" indent="0" algn="ctr" eaLnBrk="1" hangingPunct="1">
              <a:lnSpc>
                <a:spcPct val="90000"/>
              </a:lnSpc>
              <a:buNone/>
            </a:pPr>
            <a:endParaRPr lang="zh-CN" altLang="en-US" dirty="0" smtClean="0">
              <a:latin typeface="宋体" pitchFamily="2" charset="-122"/>
            </a:endParaRPr>
          </a:p>
        </p:txBody>
      </p:sp>
      <p:sp>
        <p:nvSpPr>
          <p:cNvPr id="25604" name="Rectangle 5"/>
          <p:cNvSpPr>
            <a:spLocks noChangeArrowheads="1"/>
          </p:cNvSpPr>
          <p:nvPr/>
        </p:nvSpPr>
        <p:spPr bwMode="auto">
          <a:xfrm>
            <a:off x="0" y="22049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5605" name="Rectangle 7"/>
          <p:cNvSpPr>
            <a:spLocks noChangeArrowheads="1"/>
          </p:cNvSpPr>
          <p:nvPr/>
        </p:nvSpPr>
        <p:spPr bwMode="auto">
          <a:xfrm>
            <a:off x="0" y="22263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5606" name="Rectangle 9"/>
          <p:cNvSpPr>
            <a:spLocks noChangeArrowheads="1"/>
          </p:cNvSpPr>
          <p:nvPr/>
        </p:nvSpPr>
        <p:spPr bwMode="auto">
          <a:xfrm>
            <a:off x="0" y="227635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5607" name="Rectangle 11"/>
          <p:cNvSpPr>
            <a:spLocks noChangeArrowheads="1"/>
          </p:cNvSpPr>
          <p:nvPr/>
        </p:nvSpPr>
        <p:spPr bwMode="auto">
          <a:xfrm>
            <a:off x="0" y="227635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5608" name="Object 6"/>
          <p:cNvGraphicFramePr>
            <a:graphicFrameLocks noChangeAspect="1"/>
          </p:cNvGraphicFramePr>
          <p:nvPr>
            <p:extLst/>
          </p:nvPr>
        </p:nvGraphicFramePr>
        <p:xfrm>
          <a:off x="1143000" y="2745581"/>
          <a:ext cx="2444750" cy="359569"/>
        </p:xfrm>
        <a:graphic>
          <a:graphicData uri="http://schemas.openxmlformats.org/presentationml/2006/ole">
            <mc:AlternateContent xmlns:mc="http://schemas.openxmlformats.org/markup-compatibility/2006">
              <mc:Choice xmlns:v="urn:schemas-microsoft-com:vml" Requires="v">
                <p:oleObj spid="_x0000_s245795" name="公式" r:id="rId3" imgW="1117440" imgH="215640" progId="Equation.3">
                  <p:embed/>
                </p:oleObj>
              </mc:Choice>
              <mc:Fallback>
                <p:oleObj name="公式" r:id="rId3" imgW="1117440" imgH="215640" progId="Equation.3">
                  <p:embed/>
                  <p:pic>
                    <p:nvPicPr>
                      <p:cNvPr id="25608" name="Object 6"/>
                      <p:cNvPicPr>
                        <a:picLocks noChangeAspect="1" noChangeArrowheads="1"/>
                      </p:cNvPicPr>
                      <p:nvPr/>
                    </p:nvPicPr>
                    <p:blipFill>
                      <a:blip r:embed="rId4"/>
                      <a:srcRect/>
                      <a:stretch>
                        <a:fillRect/>
                      </a:stretch>
                    </p:blipFill>
                    <p:spPr bwMode="auto">
                      <a:xfrm>
                        <a:off x="1143000" y="2745581"/>
                        <a:ext cx="2444750" cy="359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09" name="Object 3"/>
          <p:cNvGraphicFramePr>
            <a:graphicFrameLocks noChangeAspect="1"/>
          </p:cNvGraphicFramePr>
          <p:nvPr>
            <p:extLst/>
          </p:nvPr>
        </p:nvGraphicFramePr>
        <p:xfrm>
          <a:off x="4495800" y="2693194"/>
          <a:ext cx="1565275" cy="411956"/>
        </p:xfrm>
        <a:graphic>
          <a:graphicData uri="http://schemas.openxmlformats.org/presentationml/2006/ole">
            <mc:AlternateContent xmlns:mc="http://schemas.openxmlformats.org/markup-compatibility/2006">
              <mc:Choice xmlns:v="urn:schemas-microsoft-com:vml" Requires="v">
                <p:oleObj spid="_x0000_s245796" name="公式" r:id="rId5" imgW="647700" imgH="228600" progId="Equation.3">
                  <p:embed/>
                </p:oleObj>
              </mc:Choice>
              <mc:Fallback>
                <p:oleObj name="公式" r:id="rId5" imgW="647700" imgH="228600" progId="Equation.3">
                  <p:embed/>
                  <p:pic>
                    <p:nvPicPr>
                      <p:cNvPr id="2560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2693194"/>
                        <a:ext cx="1565275" cy="411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10" name="Object 8"/>
          <p:cNvGraphicFramePr>
            <a:graphicFrameLocks noChangeAspect="1"/>
          </p:cNvGraphicFramePr>
          <p:nvPr>
            <p:extLst/>
          </p:nvPr>
        </p:nvGraphicFramePr>
        <p:xfrm>
          <a:off x="1143000" y="3289696"/>
          <a:ext cx="2255838" cy="348854"/>
        </p:xfrm>
        <a:graphic>
          <a:graphicData uri="http://schemas.openxmlformats.org/presentationml/2006/ole">
            <mc:AlternateContent xmlns:mc="http://schemas.openxmlformats.org/markup-compatibility/2006">
              <mc:Choice xmlns:v="urn:schemas-microsoft-com:vml" Requires="v">
                <p:oleObj spid="_x0000_s245797" name="公式" r:id="rId7" imgW="1066337" imgH="215806" progId="Equation.3">
                  <p:embed/>
                </p:oleObj>
              </mc:Choice>
              <mc:Fallback>
                <p:oleObj name="公式" r:id="rId7" imgW="1066337" imgH="215806" progId="Equation.3">
                  <p:embed/>
                  <p:pic>
                    <p:nvPicPr>
                      <p:cNvPr id="2561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000" y="3289696"/>
                        <a:ext cx="2255838" cy="348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11" name="Object 10"/>
          <p:cNvGraphicFramePr>
            <a:graphicFrameLocks noChangeAspect="1"/>
          </p:cNvGraphicFramePr>
          <p:nvPr>
            <p:extLst/>
          </p:nvPr>
        </p:nvGraphicFramePr>
        <p:xfrm>
          <a:off x="4460875" y="3307556"/>
          <a:ext cx="1447800" cy="407194"/>
        </p:xfrm>
        <a:graphic>
          <a:graphicData uri="http://schemas.openxmlformats.org/presentationml/2006/ole">
            <mc:AlternateContent xmlns:mc="http://schemas.openxmlformats.org/markup-compatibility/2006">
              <mc:Choice xmlns:v="urn:schemas-microsoft-com:vml" Requires="v">
                <p:oleObj spid="_x0000_s245798" name="公式" r:id="rId9" imgW="609600" imgH="228600" progId="Equation.3">
                  <p:embed/>
                </p:oleObj>
              </mc:Choice>
              <mc:Fallback>
                <p:oleObj name="公式" r:id="rId9" imgW="609600" imgH="228600" progId="Equation.3">
                  <p:embed/>
                  <p:pic>
                    <p:nvPicPr>
                      <p:cNvPr id="25611"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60875" y="3307556"/>
                        <a:ext cx="1447800" cy="407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12" name="Object 6"/>
          <p:cNvGraphicFramePr>
            <a:graphicFrameLocks noChangeAspect="1"/>
          </p:cNvGraphicFramePr>
          <p:nvPr>
            <p:extLst/>
          </p:nvPr>
        </p:nvGraphicFramePr>
        <p:xfrm>
          <a:off x="1143000" y="3811190"/>
          <a:ext cx="2362200" cy="360760"/>
        </p:xfrm>
        <a:graphic>
          <a:graphicData uri="http://schemas.openxmlformats.org/presentationml/2006/ole">
            <mc:AlternateContent xmlns:mc="http://schemas.openxmlformats.org/markup-compatibility/2006">
              <mc:Choice xmlns:v="urn:schemas-microsoft-com:vml" Requires="v">
                <p:oleObj spid="_x0000_s245799" name="公式" r:id="rId11" imgW="1079032" imgH="215806" progId="Equation.3">
                  <p:embed/>
                </p:oleObj>
              </mc:Choice>
              <mc:Fallback>
                <p:oleObj name="公式" r:id="rId11" imgW="1079032" imgH="215806" progId="Equation.3">
                  <p:embed/>
                  <p:pic>
                    <p:nvPicPr>
                      <p:cNvPr id="25612"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43000" y="3811190"/>
                        <a:ext cx="2362200" cy="360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13" name="Object 7"/>
          <p:cNvGraphicFramePr>
            <a:graphicFrameLocks noChangeAspect="1"/>
          </p:cNvGraphicFramePr>
          <p:nvPr>
            <p:extLst/>
          </p:nvPr>
        </p:nvGraphicFramePr>
        <p:xfrm>
          <a:off x="4419600" y="3804046"/>
          <a:ext cx="1676400" cy="444104"/>
        </p:xfrm>
        <a:graphic>
          <a:graphicData uri="http://schemas.openxmlformats.org/presentationml/2006/ole">
            <mc:AlternateContent xmlns:mc="http://schemas.openxmlformats.org/markup-compatibility/2006">
              <mc:Choice xmlns:v="urn:schemas-microsoft-com:vml" Requires="v">
                <p:oleObj spid="_x0000_s245800" name="公式" r:id="rId13" imgW="647700" imgH="228600" progId="Equation.3">
                  <p:embed/>
                </p:oleObj>
              </mc:Choice>
              <mc:Fallback>
                <p:oleObj name="公式" r:id="rId13" imgW="647700" imgH="228600" progId="Equation.3">
                  <p:embed/>
                  <p:pic>
                    <p:nvPicPr>
                      <p:cNvPr id="25613"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19600" y="3804046"/>
                        <a:ext cx="1676400" cy="444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14" name="Object 8"/>
          <p:cNvGraphicFramePr>
            <a:graphicFrameLocks noChangeAspect="1"/>
          </p:cNvGraphicFramePr>
          <p:nvPr>
            <p:extLst/>
          </p:nvPr>
        </p:nvGraphicFramePr>
        <p:xfrm>
          <a:off x="1066800" y="4400550"/>
          <a:ext cx="2151063" cy="334566"/>
        </p:xfrm>
        <a:graphic>
          <a:graphicData uri="http://schemas.openxmlformats.org/presentationml/2006/ole">
            <mc:AlternateContent xmlns:mc="http://schemas.openxmlformats.org/markup-compatibility/2006">
              <mc:Choice xmlns:v="urn:schemas-microsoft-com:vml" Requires="v">
                <p:oleObj spid="_x0000_s245801" name="公式" r:id="rId15" imgW="1040948" imgH="215806" progId="Equation.3">
                  <p:embed/>
                </p:oleObj>
              </mc:Choice>
              <mc:Fallback>
                <p:oleObj name="公式" r:id="rId15" imgW="1040948" imgH="215806" progId="Equation.3">
                  <p:embed/>
                  <p:pic>
                    <p:nvPicPr>
                      <p:cNvPr id="25614"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66800" y="4400550"/>
                        <a:ext cx="2151063" cy="334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15" name="Object 12"/>
          <p:cNvGraphicFramePr>
            <a:graphicFrameLocks noChangeAspect="1"/>
          </p:cNvGraphicFramePr>
          <p:nvPr>
            <p:extLst/>
          </p:nvPr>
        </p:nvGraphicFramePr>
        <p:xfrm>
          <a:off x="4464050" y="4300537"/>
          <a:ext cx="1555750" cy="404813"/>
        </p:xfrm>
        <a:graphic>
          <a:graphicData uri="http://schemas.openxmlformats.org/presentationml/2006/ole">
            <mc:AlternateContent xmlns:mc="http://schemas.openxmlformats.org/markup-compatibility/2006">
              <mc:Choice xmlns:v="urn:schemas-microsoft-com:vml" Requires="v">
                <p:oleObj spid="_x0000_s245802" name="公式" r:id="rId17" imgW="660400" imgH="228600" progId="Equation.3">
                  <p:embed/>
                </p:oleObj>
              </mc:Choice>
              <mc:Fallback>
                <p:oleObj name="公式" r:id="rId17" imgW="660400" imgH="228600" progId="Equation.3">
                  <p:embed/>
                  <p:pic>
                    <p:nvPicPr>
                      <p:cNvPr id="25615"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64050" y="4300537"/>
                        <a:ext cx="155575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Text Box 128"/>
          <p:cNvSpPr txBox="1">
            <a:spLocks noChangeArrowheads="1"/>
          </p:cNvSpPr>
          <p:nvPr/>
        </p:nvSpPr>
        <p:spPr bwMode="auto">
          <a:xfrm>
            <a:off x="76200" y="1962150"/>
            <a:ext cx="4343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Times New Roman" pitchFamily="18" charset="0"/>
                <a:ea typeface="华文行楷" pitchFamily="2" charset="-122"/>
              </a:rPr>
              <a:t>则分界面的边界条件为：</a:t>
            </a:r>
          </a:p>
        </p:txBody>
      </p:sp>
      <p:grpSp>
        <p:nvGrpSpPr>
          <p:cNvPr id="17" name="Group 135"/>
          <p:cNvGrpSpPr>
            <a:grpSpLocks/>
          </p:cNvGrpSpPr>
          <p:nvPr/>
        </p:nvGrpSpPr>
        <p:grpSpPr bwMode="auto">
          <a:xfrm>
            <a:off x="0" y="819150"/>
            <a:ext cx="8229600" cy="1136650"/>
            <a:chOff x="576" y="912"/>
            <a:chExt cx="5184" cy="716"/>
          </a:xfrm>
        </p:grpSpPr>
        <p:sp>
          <p:nvSpPr>
            <p:cNvPr id="18" name="Text Box 136"/>
            <p:cNvSpPr txBox="1">
              <a:spLocks noChangeArrowheads="1"/>
            </p:cNvSpPr>
            <p:nvPr/>
          </p:nvSpPr>
          <p:spPr bwMode="auto">
            <a:xfrm>
              <a:off x="1632" y="1296"/>
              <a:ext cx="36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Times New Roman" pitchFamily="18" charset="0"/>
                  <a:ea typeface="楷体_GB2312" pitchFamily="49" charset="-122"/>
                </a:rPr>
                <a:t>不存在面电流          及面电荷</a:t>
              </a:r>
            </a:p>
          </p:txBody>
        </p:sp>
        <p:grpSp>
          <p:nvGrpSpPr>
            <p:cNvPr id="19" name="Group 137"/>
            <p:cNvGrpSpPr>
              <a:grpSpLocks/>
            </p:cNvGrpSpPr>
            <p:nvPr/>
          </p:nvGrpSpPr>
          <p:grpSpPr bwMode="auto">
            <a:xfrm>
              <a:off x="576" y="912"/>
              <a:ext cx="5184" cy="716"/>
              <a:chOff x="576" y="912"/>
              <a:chExt cx="5184" cy="716"/>
            </a:xfrm>
          </p:grpSpPr>
          <p:grpSp>
            <p:nvGrpSpPr>
              <p:cNvPr id="20" name="Group 138"/>
              <p:cNvGrpSpPr>
                <a:grpSpLocks/>
              </p:cNvGrpSpPr>
              <p:nvPr/>
            </p:nvGrpSpPr>
            <p:grpSpPr bwMode="auto">
              <a:xfrm>
                <a:off x="576" y="912"/>
                <a:ext cx="3552" cy="344"/>
                <a:chOff x="912" y="1200"/>
                <a:chExt cx="3552" cy="344"/>
              </a:xfrm>
            </p:grpSpPr>
            <p:sp>
              <p:nvSpPr>
                <p:cNvPr id="24" name="Rectangle 139"/>
                <p:cNvSpPr>
                  <a:spLocks noChangeArrowheads="1"/>
                </p:cNvSpPr>
                <p:nvPr/>
              </p:nvSpPr>
              <p:spPr bwMode="auto">
                <a:xfrm>
                  <a:off x="912" y="1200"/>
                  <a:ext cx="35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800" b="1" dirty="0">
                      <a:solidFill>
                        <a:srgbClr val="FF5050"/>
                      </a:solidFill>
                      <a:latin typeface="Times New Roman" pitchFamily="18" charset="0"/>
                      <a:ea typeface="楷体_GB2312" pitchFamily="49" charset="-122"/>
                    </a:rPr>
                    <a:t>理想介质</a:t>
                  </a:r>
                  <a:r>
                    <a:rPr kumimoji="1" lang="zh-CN" altLang="en-US" sz="2800" b="1" dirty="0">
                      <a:latin typeface="Times New Roman" pitchFamily="18" charset="0"/>
                      <a:ea typeface="楷体_GB2312" pitchFamily="49" charset="-122"/>
                    </a:rPr>
                    <a:t>：</a:t>
                  </a:r>
                  <a:r>
                    <a:rPr kumimoji="1" lang="zh-CN" altLang="en-US" sz="2800" b="1" dirty="0">
                      <a:solidFill>
                        <a:srgbClr val="3333CC"/>
                      </a:solidFill>
                      <a:latin typeface="Times New Roman" pitchFamily="18" charset="0"/>
                      <a:ea typeface="楷体_GB2312" pitchFamily="49" charset="-122"/>
                    </a:rPr>
                    <a:t>绝缘介质</a:t>
                  </a:r>
                  <a:r>
                    <a:rPr kumimoji="1" lang="zh-CN" altLang="en-US" sz="2800" b="1" dirty="0">
                      <a:latin typeface="Times New Roman" pitchFamily="18" charset="0"/>
                      <a:ea typeface="楷体_GB2312" pitchFamily="49" charset="-122"/>
                    </a:rPr>
                    <a:t>，其</a:t>
                  </a:r>
                </a:p>
              </p:txBody>
            </p:sp>
            <p:graphicFrame>
              <p:nvGraphicFramePr>
                <p:cNvPr id="25" name="Object 140"/>
                <p:cNvGraphicFramePr>
                  <a:graphicFrameLocks noChangeAspect="1"/>
                </p:cNvGraphicFramePr>
                <p:nvPr>
                  <p:extLst/>
                </p:nvPr>
              </p:nvGraphicFramePr>
              <p:xfrm>
                <a:off x="3552" y="1248"/>
                <a:ext cx="552" cy="296"/>
              </p:xfrm>
              <a:graphic>
                <a:graphicData uri="http://schemas.openxmlformats.org/presentationml/2006/ole">
                  <mc:AlternateContent xmlns:mc="http://schemas.openxmlformats.org/markup-compatibility/2006">
                    <mc:Choice xmlns:v="urn:schemas-microsoft-com:vml" Requires="v">
                      <p:oleObj spid="_x0000_s245803" name="公式" r:id="rId19" imgW="380880" imgH="177480" progId="Equation.3">
                        <p:embed/>
                      </p:oleObj>
                    </mc:Choice>
                    <mc:Fallback>
                      <p:oleObj name="公式" r:id="rId19" imgW="380880" imgH="177480" progId="Equation.3">
                        <p:embed/>
                        <p:pic>
                          <p:nvPicPr>
                            <p:cNvPr id="25" name="Object 140"/>
                            <p:cNvPicPr>
                              <a:picLocks noChangeAspect="1" noChangeArrowheads="1"/>
                            </p:cNvPicPr>
                            <p:nvPr/>
                          </p:nvPicPr>
                          <p:blipFill>
                            <a:blip r:embed="rId20"/>
                            <a:srcRect/>
                            <a:stretch>
                              <a:fillRect/>
                            </a:stretch>
                          </p:blipFill>
                          <p:spPr bwMode="auto">
                            <a:xfrm>
                              <a:off x="3552" y="1248"/>
                              <a:ext cx="552"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1" name="Text Box 141"/>
              <p:cNvSpPr txBox="1">
                <a:spLocks noChangeArrowheads="1"/>
              </p:cNvSpPr>
              <p:nvPr/>
            </p:nvSpPr>
            <p:spPr bwMode="auto">
              <a:xfrm>
                <a:off x="3696" y="912"/>
                <a:ext cx="20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a:latin typeface="Times New Roman" pitchFamily="18" charset="0"/>
                    <a:ea typeface="楷体_GB2312" pitchFamily="49" charset="-122"/>
                  </a:rPr>
                  <a:t>，且分界面上一般</a:t>
                </a:r>
              </a:p>
            </p:txBody>
          </p:sp>
          <p:graphicFrame>
            <p:nvGraphicFramePr>
              <p:cNvPr id="22" name="Object 142"/>
              <p:cNvGraphicFramePr>
                <a:graphicFrameLocks noChangeAspect="1"/>
              </p:cNvGraphicFramePr>
              <p:nvPr>
                <p:extLst/>
              </p:nvPr>
            </p:nvGraphicFramePr>
            <p:xfrm>
              <a:off x="3120" y="1248"/>
              <a:ext cx="468" cy="380"/>
            </p:xfrm>
            <a:graphic>
              <a:graphicData uri="http://schemas.openxmlformats.org/presentationml/2006/ole">
                <mc:AlternateContent xmlns:mc="http://schemas.openxmlformats.org/markup-compatibility/2006">
                  <mc:Choice xmlns:v="urn:schemas-microsoft-com:vml" Requires="v">
                    <p:oleObj spid="_x0000_s245804" name="公式" r:id="rId21" imgW="419040" imgH="253800" progId="Equation.3">
                      <p:embed/>
                    </p:oleObj>
                  </mc:Choice>
                  <mc:Fallback>
                    <p:oleObj name="公式" r:id="rId21" imgW="419040" imgH="253800" progId="Equation.3">
                      <p:embed/>
                      <p:pic>
                        <p:nvPicPr>
                          <p:cNvPr id="22" name="Object 142"/>
                          <p:cNvPicPr>
                            <a:picLocks noChangeAspect="1" noChangeArrowheads="1"/>
                          </p:cNvPicPr>
                          <p:nvPr/>
                        </p:nvPicPr>
                        <p:blipFill>
                          <a:blip r:embed="rId22"/>
                          <a:srcRect/>
                          <a:stretch>
                            <a:fillRect/>
                          </a:stretch>
                        </p:blipFill>
                        <p:spPr bwMode="auto">
                          <a:xfrm>
                            <a:off x="3120" y="1248"/>
                            <a:ext cx="468" cy="3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143"/>
              <p:cNvGraphicFramePr>
                <a:graphicFrameLocks noChangeAspect="1"/>
              </p:cNvGraphicFramePr>
              <p:nvPr/>
            </p:nvGraphicFramePr>
            <p:xfrm>
              <a:off x="4560" y="1248"/>
              <a:ext cx="576" cy="354"/>
            </p:xfrm>
            <a:graphic>
              <a:graphicData uri="http://schemas.openxmlformats.org/presentationml/2006/ole">
                <mc:AlternateContent xmlns:mc="http://schemas.openxmlformats.org/markup-compatibility/2006">
                  <mc:Choice xmlns:v="urn:schemas-microsoft-com:vml" Requires="v">
                    <p:oleObj spid="_x0000_s245805" name="Equation" r:id="rId23" imgW="431640" imgH="228600" progId="Equation.3">
                      <p:embed/>
                    </p:oleObj>
                  </mc:Choice>
                  <mc:Fallback>
                    <p:oleObj name="Equation" r:id="rId23" imgW="431640" imgH="228600" progId="Equation.3">
                      <p:embed/>
                      <p:pic>
                        <p:nvPicPr>
                          <p:cNvPr id="23" name="Object 14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560" y="1248"/>
                            <a:ext cx="576"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Tree>
    <p:extLst>
      <p:ext uri="{BB962C8B-B14F-4D97-AF65-F5344CB8AC3E}">
        <p14:creationId xmlns:p14="http://schemas.microsoft.com/office/powerpoint/2010/main" val="414335729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3.3  </a:t>
            </a:r>
            <a:r>
              <a:rPr lang="zh-CN" altLang="en-US" dirty="0"/>
              <a:t>坡印廷定理</a:t>
            </a:r>
          </a:p>
        </p:txBody>
      </p:sp>
      <p:sp>
        <p:nvSpPr>
          <p:cNvPr id="4" name="Text Box 128"/>
          <p:cNvSpPr txBox="1">
            <a:spLocks noChangeArrowheads="1"/>
          </p:cNvSpPr>
          <p:nvPr/>
        </p:nvSpPr>
        <p:spPr bwMode="auto">
          <a:xfrm>
            <a:off x="685800" y="1139825"/>
            <a:ext cx="6781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smtClean="0">
                <a:latin typeface="Times New Roman" pitchFamily="18" charset="0"/>
              </a:rPr>
              <a:t>回想</a:t>
            </a:r>
            <a:r>
              <a:rPr kumimoji="1" lang="zh-CN" altLang="en-US" sz="2800" b="1" dirty="0" smtClean="0">
                <a:solidFill>
                  <a:srgbClr val="FF0000"/>
                </a:solidFill>
                <a:latin typeface="Times New Roman" pitchFamily="18" charset="0"/>
              </a:rPr>
              <a:t>静态</a:t>
            </a:r>
            <a:r>
              <a:rPr kumimoji="1" lang="zh-CN" altLang="en-US" sz="2800" b="1" dirty="0">
                <a:solidFill>
                  <a:srgbClr val="FF0000"/>
                </a:solidFill>
                <a:latin typeface="Times New Roman" pitchFamily="18" charset="0"/>
              </a:rPr>
              <a:t>场中电场</a:t>
            </a:r>
            <a:r>
              <a:rPr kumimoji="1" lang="zh-CN" altLang="en-US" sz="2800" b="1" dirty="0">
                <a:latin typeface="Times New Roman" pitchFamily="18" charset="0"/>
              </a:rPr>
              <a:t>、</a:t>
            </a:r>
            <a:r>
              <a:rPr kumimoji="1" lang="zh-CN" altLang="en-US" sz="2800" b="1" dirty="0">
                <a:solidFill>
                  <a:srgbClr val="FF0000"/>
                </a:solidFill>
                <a:latin typeface="Times New Roman" pitchFamily="18" charset="0"/>
              </a:rPr>
              <a:t>磁场</a:t>
            </a:r>
            <a:r>
              <a:rPr kumimoji="1" lang="zh-CN" altLang="en-US" sz="2800" b="1" dirty="0">
                <a:latin typeface="Times New Roman" pitchFamily="18" charset="0"/>
              </a:rPr>
              <a:t>的</a:t>
            </a:r>
            <a:r>
              <a:rPr kumimoji="1" lang="zh-CN" altLang="en-US" sz="2800" b="1" dirty="0">
                <a:solidFill>
                  <a:srgbClr val="FF0000"/>
                </a:solidFill>
                <a:latin typeface="Times New Roman" pitchFamily="18" charset="0"/>
              </a:rPr>
              <a:t>能量体密度</a:t>
            </a:r>
            <a:r>
              <a:rPr kumimoji="1" lang="zh-CN" altLang="en-US" sz="2800" b="1" dirty="0">
                <a:latin typeface="Times New Roman" pitchFamily="18" charset="0"/>
              </a:rPr>
              <a:t>：</a:t>
            </a:r>
          </a:p>
        </p:txBody>
      </p:sp>
      <p:graphicFrame>
        <p:nvGraphicFramePr>
          <p:cNvPr id="5" name="Object 129"/>
          <p:cNvGraphicFramePr>
            <a:graphicFrameLocks noChangeAspect="1"/>
          </p:cNvGraphicFramePr>
          <p:nvPr>
            <p:extLst/>
          </p:nvPr>
        </p:nvGraphicFramePr>
        <p:xfrm>
          <a:off x="1404937" y="1714500"/>
          <a:ext cx="1828800" cy="914400"/>
        </p:xfrm>
        <a:graphic>
          <a:graphicData uri="http://schemas.openxmlformats.org/presentationml/2006/ole">
            <mc:AlternateContent xmlns:mc="http://schemas.openxmlformats.org/markup-compatibility/2006">
              <mc:Choice xmlns:v="urn:schemas-microsoft-com:vml" Requires="v">
                <p:oleObj spid="_x0000_s246795" name="Equation" r:id="rId3" imgW="711000" imgH="393480" progId="Equation.3">
                  <p:embed/>
                </p:oleObj>
              </mc:Choice>
              <mc:Fallback>
                <p:oleObj name="Equation" r:id="rId3" imgW="711000" imgH="393480" progId="Equation.3">
                  <p:embed/>
                  <p:pic>
                    <p:nvPicPr>
                      <p:cNvPr id="5" name="Object 1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4937" y="1714500"/>
                        <a:ext cx="1828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130"/>
          <p:cNvGraphicFramePr>
            <a:graphicFrameLocks noChangeAspect="1"/>
          </p:cNvGraphicFramePr>
          <p:nvPr>
            <p:extLst/>
          </p:nvPr>
        </p:nvGraphicFramePr>
        <p:xfrm>
          <a:off x="1333500" y="2506662"/>
          <a:ext cx="2057400" cy="914400"/>
        </p:xfrm>
        <a:graphic>
          <a:graphicData uri="http://schemas.openxmlformats.org/presentationml/2006/ole">
            <mc:AlternateContent xmlns:mc="http://schemas.openxmlformats.org/markup-compatibility/2006">
              <mc:Choice xmlns:v="urn:schemas-microsoft-com:vml" Requires="v">
                <p:oleObj spid="_x0000_s246796" name="Equation" r:id="rId5" imgW="799920" imgH="393480" progId="Equation.3">
                  <p:embed/>
                </p:oleObj>
              </mc:Choice>
              <mc:Fallback>
                <p:oleObj name="Equation" r:id="rId5" imgW="799920" imgH="393480" progId="Equation.3">
                  <p:embed/>
                  <p:pic>
                    <p:nvPicPr>
                      <p:cNvPr id="6" name="Object 1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3500" y="2506662"/>
                        <a:ext cx="2057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131"/>
          <p:cNvSpPr txBox="1">
            <a:spLocks noChangeArrowheads="1"/>
          </p:cNvSpPr>
          <p:nvPr/>
        </p:nvSpPr>
        <p:spPr bwMode="auto">
          <a:xfrm>
            <a:off x="533400" y="3496330"/>
            <a:ext cx="6553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b="1" dirty="0" smtClean="0">
                <a:latin typeface="Times New Roman" pitchFamily="18" charset="0"/>
              </a:rPr>
              <a:t>时变</a:t>
            </a:r>
            <a:r>
              <a:rPr kumimoji="1" lang="zh-CN" altLang="en-US" sz="2800" b="1" dirty="0">
                <a:latin typeface="Times New Roman" pitchFamily="18" charset="0"/>
              </a:rPr>
              <a:t>电磁场的能量</a:t>
            </a:r>
            <a:r>
              <a:rPr kumimoji="1" lang="zh-CN" altLang="en-US" sz="2800" b="1" dirty="0" smtClean="0">
                <a:latin typeface="Times New Roman" pitchFamily="18" charset="0"/>
              </a:rPr>
              <a:t>体密度</a:t>
            </a:r>
            <a:endParaRPr kumimoji="1" lang="zh-CN" altLang="en-US" sz="2800" b="1" dirty="0">
              <a:latin typeface="Times New Roman" pitchFamily="18" charset="0"/>
            </a:endParaRPr>
          </a:p>
        </p:txBody>
      </p:sp>
      <p:graphicFrame>
        <p:nvGraphicFramePr>
          <p:cNvPr id="8" name="Object 132"/>
          <p:cNvGraphicFramePr>
            <a:graphicFrameLocks noChangeAspect="1"/>
          </p:cNvGraphicFramePr>
          <p:nvPr>
            <p:extLst/>
          </p:nvPr>
        </p:nvGraphicFramePr>
        <p:xfrm>
          <a:off x="911225" y="4019550"/>
          <a:ext cx="5873750" cy="990600"/>
        </p:xfrm>
        <a:graphic>
          <a:graphicData uri="http://schemas.openxmlformats.org/presentationml/2006/ole">
            <mc:AlternateContent xmlns:mc="http://schemas.openxmlformats.org/markup-compatibility/2006">
              <mc:Choice xmlns:v="urn:schemas-microsoft-com:vml" Requires="v">
                <p:oleObj spid="_x0000_s246797" name="公式" r:id="rId7" imgW="1854000" imgH="393480" progId="Equation.3">
                  <p:embed/>
                </p:oleObj>
              </mc:Choice>
              <mc:Fallback>
                <p:oleObj name="公式" r:id="rId7" imgW="1854000" imgH="393480" progId="Equation.3">
                  <p:embed/>
                  <p:pic>
                    <p:nvPicPr>
                      <p:cNvPr id="8" name="Object 1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1225" y="4019550"/>
                        <a:ext cx="587375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946795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extLst/>
          </p:nvPr>
        </p:nvGraphicFramePr>
        <p:xfrm>
          <a:off x="568325" y="1657350"/>
          <a:ext cx="6508750" cy="685800"/>
        </p:xfrm>
        <a:graphic>
          <a:graphicData uri="http://schemas.openxmlformats.org/presentationml/2006/ole">
            <mc:AlternateContent xmlns:mc="http://schemas.openxmlformats.org/markup-compatibility/2006">
              <mc:Choice xmlns:v="urn:schemas-microsoft-com:vml" Requires="v">
                <p:oleObj spid="_x0000_s247819" name="公式" r:id="rId3" imgW="3517560" imgH="393480" progId="Equation.3">
                  <p:embed/>
                </p:oleObj>
              </mc:Choice>
              <mc:Fallback>
                <p:oleObj name="公式" r:id="rId3" imgW="3517560" imgH="393480" progId="Equation.3">
                  <p:embed/>
                  <p:pic>
                    <p:nvPicPr>
                      <p:cNvPr id="7" name="对象 6"/>
                      <p:cNvPicPr>
                        <a:picLocks noChangeAspect="1" noChangeArrowheads="1"/>
                      </p:cNvPicPr>
                      <p:nvPr/>
                    </p:nvPicPr>
                    <p:blipFill>
                      <a:blip r:embed="rId4"/>
                      <a:srcRect/>
                      <a:stretch>
                        <a:fillRect/>
                      </a:stretch>
                    </p:blipFill>
                    <p:spPr bwMode="auto">
                      <a:xfrm>
                        <a:off x="568325" y="1657350"/>
                        <a:ext cx="6508750" cy="685800"/>
                      </a:xfrm>
                      <a:prstGeom prst="rect">
                        <a:avLst/>
                      </a:prstGeom>
                      <a:solidFill>
                        <a:srgbClr val="99FFCC"/>
                      </a:solidFill>
                      <a:ln>
                        <a:noFill/>
                      </a:ln>
                    </p:spPr>
                  </p:pic>
                </p:oleObj>
              </mc:Fallback>
            </mc:AlternateContent>
          </a:graphicData>
        </a:graphic>
      </p:graphicFrame>
      <p:sp>
        <p:nvSpPr>
          <p:cNvPr id="6" name="AutoShape 131"/>
          <p:cNvSpPr>
            <a:spLocks noChangeArrowheads="1"/>
          </p:cNvSpPr>
          <p:nvPr/>
        </p:nvSpPr>
        <p:spPr bwMode="auto">
          <a:xfrm>
            <a:off x="5940152" y="587921"/>
            <a:ext cx="3384550" cy="720725"/>
          </a:xfrm>
          <a:prstGeom prst="cloudCallout">
            <a:avLst>
              <a:gd name="adj1" fmla="val -46294"/>
              <a:gd name="adj2" fmla="val 68064"/>
            </a:avLst>
          </a:prstGeom>
          <a:noFill/>
          <a:ln w="381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400" b="1" dirty="0">
                <a:latin typeface="Times New Roman" pitchFamily="18" charset="0"/>
              </a:rPr>
              <a:t>坡印廷定理</a:t>
            </a:r>
          </a:p>
        </p:txBody>
      </p:sp>
      <p:sp>
        <p:nvSpPr>
          <p:cNvPr id="8" name="Text Box 127"/>
          <p:cNvSpPr txBox="1">
            <a:spLocks noChangeArrowheads="1"/>
          </p:cNvSpPr>
          <p:nvPr/>
        </p:nvSpPr>
        <p:spPr bwMode="auto">
          <a:xfrm>
            <a:off x="550863" y="2571750"/>
            <a:ext cx="4343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Times New Roman" pitchFamily="18" charset="0"/>
                <a:ea typeface="华文行楷" pitchFamily="2" charset="-122"/>
              </a:rPr>
              <a:t>坡印亭定理的物理意义：</a:t>
            </a:r>
          </a:p>
        </p:txBody>
      </p:sp>
      <p:sp>
        <p:nvSpPr>
          <p:cNvPr id="9" name="Text Box 128"/>
          <p:cNvSpPr txBox="1">
            <a:spLocks noChangeArrowheads="1"/>
          </p:cNvSpPr>
          <p:nvPr/>
        </p:nvSpPr>
        <p:spPr bwMode="auto">
          <a:xfrm>
            <a:off x="398463" y="3105150"/>
            <a:ext cx="8350250" cy="1677988"/>
          </a:xfrm>
          <a:prstGeom prst="rect">
            <a:avLst/>
          </a:prstGeom>
          <a:solidFill>
            <a:schemeClr val="accent1">
              <a:lumMod val="20000"/>
              <a:lumOff val="80000"/>
            </a:schemeClr>
          </a:solidFill>
          <a:ln>
            <a:noFill/>
          </a:ln>
          <a:effectLst/>
          <a:extLst/>
        </p:spPr>
        <p:txBody>
          <a:bodyPr>
            <a:spAutoFit/>
          </a:bodyPr>
          <a:lstStyle/>
          <a:p>
            <a:pPr>
              <a:spcBef>
                <a:spcPct val="50000"/>
              </a:spcBef>
            </a:pPr>
            <a:r>
              <a:rPr kumimoji="1" lang="zh-CN" altLang="en-US" sz="3200" b="1" dirty="0" smtClean="0">
                <a:solidFill>
                  <a:schemeClr val="bg2">
                    <a:lumMod val="50000"/>
                  </a:schemeClr>
                </a:solidFill>
                <a:latin typeface="Times New Roman" pitchFamily="18" charset="0"/>
                <a:ea typeface="楷体_GB2312" pitchFamily="49" charset="-122"/>
              </a:rPr>
              <a:t>经过</a:t>
            </a:r>
            <a:r>
              <a:rPr kumimoji="1" lang="zh-CN" altLang="en-US" sz="3200" b="1" dirty="0">
                <a:solidFill>
                  <a:schemeClr val="bg2">
                    <a:lumMod val="50000"/>
                  </a:schemeClr>
                </a:solidFill>
                <a:latin typeface="Times New Roman" pitchFamily="18" charset="0"/>
                <a:ea typeface="楷体_GB2312" pitchFamily="49" charset="-122"/>
              </a:rPr>
              <a:t>闭合面</a:t>
            </a:r>
            <a:r>
              <a:rPr kumimoji="1" lang="en-US" altLang="zh-CN" sz="3200" b="1" dirty="0">
                <a:solidFill>
                  <a:schemeClr val="bg2">
                    <a:lumMod val="50000"/>
                  </a:schemeClr>
                </a:solidFill>
                <a:latin typeface="Times New Roman" pitchFamily="18" charset="0"/>
                <a:ea typeface="楷体_GB2312" pitchFamily="49" charset="-122"/>
              </a:rPr>
              <a:t>S</a:t>
            </a:r>
            <a:r>
              <a:rPr kumimoji="1" lang="zh-CN" altLang="en-US" sz="3200" b="1" dirty="0">
                <a:solidFill>
                  <a:schemeClr val="bg2">
                    <a:lumMod val="50000"/>
                  </a:schemeClr>
                </a:solidFill>
                <a:latin typeface="Times New Roman" pitchFamily="18" charset="0"/>
                <a:ea typeface="楷体_GB2312" pitchFamily="49" charset="-122"/>
              </a:rPr>
              <a:t>进入到体积</a:t>
            </a:r>
            <a:r>
              <a:rPr kumimoji="1" lang="el-GR" altLang="zh-CN" sz="3200" b="1" dirty="0">
                <a:solidFill>
                  <a:schemeClr val="bg2">
                    <a:lumMod val="50000"/>
                  </a:schemeClr>
                </a:solidFill>
                <a:latin typeface="楷体_GB2312" pitchFamily="49" charset="-122"/>
                <a:ea typeface="楷体_GB2312" pitchFamily="49" charset="-122"/>
              </a:rPr>
              <a:t>τ</a:t>
            </a:r>
            <a:r>
              <a:rPr kumimoji="1" lang="zh-CN" altLang="en-US" sz="3200" b="1" dirty="0">
                <a:solidFill>
                  <a:schemeClr val="bg2">
                    <a:lumMod val="50000"/>
                  </a:schemeClr>
                </a:solidFill>
                <a:latin typeface="Times New Roman" pitchFamily="18" charset="0"/>
                <a:ea typeface="楷体_GB2312" pitchFamily="49" charset="-122"/>
              </a:rPr>
              <a:t>内的功率</a:t>
            </a:r>
            <a:r>
              <a:rPr kumimoji="1" lang="en-US" altLang="zh-CN" sz="3200" b="1" dirty="0">
                <a:solidFill>
                  <a:schemeClr val="bg2">
                    <a:lumMod val="50000"/>
                  </a:schemeClr>
                </a:solidFill>
                <a:latin typeface="Times New Roman" pitchFamily="18" charset="0"/>
                <a:ea typeface="楷体_GB2312" pitchFamily="49" charset="-122"/>
              </a:rPr>
              <a:t>,</a:t>
            </a:r>
            <a:r>
              <a:rPr kumimoji="1" lang="zh-CN" altLang="en-US" sz="3200" b="1" dirty="0">
                <a:solidFill>
                  <a:schemeClr val="bg2">
                    <a:lumMod val="50000"/>
                  </a:schemeClr>
                </a:solidFill>
                <a:latin typeface="Times New Roman" pitchFamily="18" charset="0"/>
                <a:ea typeface="楷体_GB2312" pitchFamily="49" charset="-122"/>
              </a:rPr>
              <a:t>一部分为</a:t>
            </a:r>
            <a:r>
              <a:rPr kumimoji="1" lang="zh-CN" altLang="en-US" sz="3200" b="1" dirty="0">
                <a:solidFill>
                  <a:schemeClr val="bg2">
                    <a:lumMod val="50000"/>
                  </a:schemeClr>
                </a:solidFill>
                <a:latin typeface="楷体_GB2312" pitchFamily="49" charset="-122"/>
                <a:ea typeface="楷体_GB2312" pitchFamily="49" charset="-122"/>
              </a:rPr>
              <a:t>该</a:t>
            </a:r>
            <a:r>
              <a:rPr kumimoji="1" lang="zh-CN" altLang="en-US" sz="3200" b="1" dirty="0">
                <a:solidFill>
                  <a:schemeClr val="bg2">
                    <a:lumMod val="50000"/>
                  </a:schemeClr>
                </a:solidFill>
                <a:latin typeface="Times New Roman" pitchFamily="18" charset="0"/>
                <a:ea typeface="楷体_GB2312" pitchFamily="49" charset="-122"/>
              </a:rPr>
              <a:t>体积内</a:t>
            </a:r>
            <a:r>
              <a:rPr kumimoji="1" lang="zh-CN" altLang="en-US" sz="3200" b="1" dirty="0">
                <a:solidFill>
                  <a:schemeClr val="bg2">
                    <a:lumMod val="50000"/>
                  </a:schemeClr>
                </a:solidFill>
                <a:ea typeface="楷体_GB2312" pitchFamily="49" charset="-122"/>
              </a:rPr>
              <a:t>单位时间里</a:t>
            </a:r>
            <a:r>
              <a:rPr kumimoji="1" lang="zh-CN" altLang="en-US" sz="3600" b="1" dirty="0">
                <a:solidFill>
                  <a:srgbClr val="3333CC"/>
                </a:solidFill>
                <a:latin typeface="Times New Roman" pitchFamily="18" charset="0"/>
                <a:ea typeface="楷体_GB2312" pitchFamily="49" charset="-122"/>
              </a:rPr>
              <a:t>时变电磁场储能的增加</a:t>
            </a:r>
            <a:r>
              <a:rPr kumimoji="1" lang="zh-CN" altLang="en-US" sz="3200" b="1" dirty="0">
                <a:latin typeface="Times New Roman" pitchFamily="18" charset="0"/>
                <a:ea typeface="楷体_GB2312" pitchFamily="49" charset="-122"/>
              </a:rPr>
              <a:t>，</a:t>
            </a:r>
            <a:r>
              <a:rPr kumimoji="1" lang="zh-CN" altLang="en-US" sz="3200" b="1" dirty="0">
                <a:solidFill>
                  <a:schemeClr val="bg2">
                    <a:lumMod val="50000"/>
                  </a:schemeClr>
                </a:solidFill>
                <a:latin typeface="Times New Roman" pitchFamily="18" charset="0"/>
                <a:ea typeface="楷体_GB2312" pitchFamily="49" charset="-122"/>
              </a:rPr>
              <a:t>另</a:t>
            </a:r>
            <a:r>
              <a:rPr kumimoji="1" lang="zh-CN" altLang="en-US" sz="3200" b="1" dirty="0">
                <a:solidFill>
                  <a:srgbClr val="FF0000"/>
                </a:solidFill>
                <a:latin typeface="Times New Roman" pitchFamily="18" charset="0"/>
                <a:ea typeface="楷体_GB2312" pitchFamily="49" charset="-122"/>
              </a:rPr>
              <a:t>一部分转换为焦耳热损耗掉</a:t>
            </a:r>
            <a:r>
              <a:rPr kumimoji="1" lang="zh-CN" altLang="en-US" sz="3200" b="1" dirty="0">
                <a:latin typeface="Times New Roman" pitchFamily="18" charset="0"/>
                <a:ea typeface="楷体_GB2312" pitchFamily="49" charset="-122"/>
              </a:rPr>
              <a:t>。</a:t>
            </a:r>
          </a:p>
        </p:txBody>
      </p:sp>
      <p:grpSp>
        <p:nvGrpSpPr>
          <p:cNvPr id="10" name="Group 138"/>
          <p:cNvGrpSpPr>
            <a:grpSpLocks/>
          </p:cNvGrpSpPr>
          <p:nvPr/>
        </p:nvGrpSpPr>
        <p:grpSpPr bwMode="auto">
          <a:xfrm>
            <a:off x="7696200" y="1962150"/>
            <a:ext cx="792162" cy="1152525"/>
            <a:chOff x="5148" y="754"/>
            <a:chExt cx="499" cy="726"/>
          </a:xfrm>
        </p:grpSpPr>
        <p:sp>
          <p:nvSpPr>
            <p:cNvPr id="11" name="Oval 139"/>
            <p:cNvSpPr>
              <a:spLocks noChangeArrowheads="1"/>
            </p:cNvSpPr>
            <p:nvPr/>
          </p:nvSpPr>
          <p:spPr bwMode="auto">
            <a:xfrm>
              <a:off x="5148" y="754"/>
              <a:ext cx="499" cy="726"/>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Oval 140"/>
            <p:cNvSpPr>
              <a:spLocks noChangeArrowheads="1"/>
            </p:cNvSpPr>
            <p:nvPr/>
          </p:nvSpPr>
          <p:spPr bwMode="auto">
            <a:xfrm>
              <a:off x="5148" y="1071"/>
              <a:ext cx="499" cy="136"/>
            </a:xfrm>
            <a:prstGeom prst="ellipse">
              <a:avLst/>
            </a:prstGeom>
            <a:noFill/>
            <a:ln w="2857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41"/>
            <p:cNvSpPr>
              <a:spLocks/>
            </p:cNvSpPr>
            <p:nvPr/>
          </p:nvSpPr>
          <p:spPr bwMode="auto">
            <a:xfrm>
              <a:off x="5148" y="1162"/>
              <a:ext cx="499" cy="52"/>
            </a:xfrm>
            <a:custGeom>
              <a:avLst/>
              <a:gdLst>
                <a:gd name="T0" fmla="*/ 0 w 499"/>
                <a:gd name="T1" fmla="*/ 0 h 52"/>
                <a:gd name="T2" fmla="*/ 136 w 499"/>
                <a:gd name="T3" fmla="*/ 45 h 52"/>
                <a:gd name="T4" fmla="*/ 363 w 499"/>
                <a:gd name="T5" fmla="*/ 45 h 52"/>
                <a:gd name="T6" fmla="*/ 499 w 499"/>
                <a:gd name="T7" fmla="*/ 0 h 52"/>
              </a:gdLst>
              <a:ahLst/>
              <a:cxnLst>
                <a:cxn ang="0">
                  <a:pos x="T0" y="T1"/>
                </a:cxn>
                <a:cxn ang="0">
                  <a:pos x="T2" y="T3"/>
                </a:cxn>
                <a:cxn ang="0">
                  <a:pos x="T4" y="T5"/>
                </a:cxn>
                <a:cxn ang="0">
                  <a:pos x="T6" y="T7"/>
                </a:cxn>
              </a:cxnLst>
              <a:rect l="0" t="0" r="r" b="b"/>
              <a:pathLst>
                <a:path w="499" h="52">
                  <a:moveTo>
                    <a:pt x="0" y="0"/>
                  </a:moveTo>
                  <a:cubicBezTo>
                    <a:pt x="38" y="19"/>
                    <a:pt x="76" y="38"/>
                    <a:pt x="136" y="45"/>
                  </a:cubicBezTo>
                  <a:cubicBezTo>
                    <a:pt x="196" y="52"/>
                    <a:pt x="302" y="52"/>
                    <a:pt x="363" y="45"/>
                  </a:cubicBezTo>
                  <a:cubicBezTo>
                    <a:pt x="424" y="38"/>
                    <a:pt x="461" y="19"/>
                    <a:pt x="499" y="0"/>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2" name="对象 1"/>
          <p:cNvGraphicFramePr>
            <a:graphicFrameLocks noChangeAspect="1"/>
          </p:cNvGraphicFramePr>
          <p:nvPr>
            <p:extLst/>
          </p:nvPr>
        </p:nvGraphicFramePr>
        <p:xfrm>
          <a:off x="1236663" y="37393"/>
          <a:ext cx="4859337" cy="705557"/>
        </p:xfrm>
        <a:graphic>
          <a:graphicData uri="http://schemas.openxmlformats.org/presentationml/2006/ole">
            <mc:AlternateContent xmlns:mc="http://schemas.openxmlformats.org/markup-compatibility/2006">
              <mc:Choice xmlns:v="urn:schemas-microsoft-com:vml" Requires="v">
                <p:oleObj spid="_x0000_s247820" name="公式" r:id="rId5" imgW="2209680" imgH="431640" progId="Equation.3">
                  <p:embed/>
                </p:oleObj>
              </mc:Choice>
              <mc:Fallback>
                <p:oleObj name="公式" r:id="rId5" imgW="2209680" imgH="431640" progId="Equation.3">
                  <p:embed/>
                  <p:pic>
                    <p:nvPicPr>
                      <p:cNvPr id="2" name="对象 1"/>
                      <p:cNvPicPr>
                        <a:picLocks noChangeAspect="1" noChangeArrowheads="1"/>
                      </p:cNvPicPr>
                      <p:nvPr/>
                    </p:nvPicPr>
                    <p:blipFill>
                      <a:blip r:embed="rId6"/>
                      <a:srcRect/>
                      <a:stretch>
                        <a:fillRect/>
                      </a:stretch>
                    </p:blipFill>
                    <p:spPr bwMode="auto">
                      <a:xfrm>
                        <a:off x="1236663" y="37393"/>
                        <a:ext cx="4859337" cy="70555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8092873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9"/>
          <p:cNvSpPr txBox="1">
            <a:spLocks noChangeArrowheads="1"/>
          </p:cNvSpPr>
          <p:nvPr/>
        </p:nvSpPr>
        <p:spPr bwMode="auto">
          <a:xfrm>
            <a:off x="1620838" y="1450975"/>
            <a:ext cx="1600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a:latin typeface="Times New Roman" pitchFamily="18" charset="0"/>
                <a:ea typeface="华文新魏" pitchFamily="2" charset="-122"/>
              </a:rPr>
              <a:t>定义：</a:t>
            </a:r>
          </a:p>
        </p:txBody>
      </p:sp>
      <p:grpSp>
        <p:nvGrpSpPr>
          <p:cNvPr id="5" name="Group 130"/>
          <p:cNvGrpSpPr>
            <a:grpSpLocks/>
          </p:cNvGrpSpPr>
          <p:nvPr/>
        </p:nvGrpSpPr>
        <p:grpSpPr bwMode="auto">
          <a:xfrm>
            <a:off x="779463" y="819150"/>
            <a:ext cx="6858000" cy="519113"/>
            <a:chOff x="576" y="2976"/>
            <a:chExt cx="4320" cy="327"/>
          </a:xfrm>
        </p:grpSpPr>
        <p:sp>
          <p:nvSpPr>
            <p:cNvPr id="6" name="Text Box 131"/>
            <p:cNvSpPr txBox="1">
              <a:spLocks noChangeArrowheads="1"/>
            </p:cNvSpPr>
            <p:nvPr/>
          </p:nvSpPr>
          <p:spPr bwMode="auto">
            <a:xfrm>
              <a:off x="576" y="2976"/>
              <a:ext cx="432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smtClean="0">
                  <a:solidFill>
                    <a:srgbClr val="FF0000"/>
                  </a:solidFill>
                  <a:latin typeface="Times New Roman" pitchFamily="18" charset="0"/>
                </a:rPr>
                <a:t>坡印亭矢量</a:t>
              </a:r>
              <a:r>
                <a:rPr kumimoji="1" lang="zh-CN" altLang="en-US" sz="2800" b="1" dirty="0" smtClean="0">
                  <a:latin typeface="Times New Roman" pitchFamily="18" charset="0"/>
                </a:rPr>
                <a:t>          ：</a:t>
              </a:r>
              <a:endParaRPr kumimoji="1" lang="zh-CN" altLang="en-US" sz="2800" b="1" dirty="0">
                <a:latin typeface="Times New Roman" pitchFamily="18" charset="0"/>
              </a:endParaRPr>
            </a:p>
          </p:txBody>
        </p:sp>
        <p:graphicFrame>
          <p:nvGraphicFramePr>
            <p:cNvPr id="7" name="Object 132"/>
            <p:cNvGraphicFramePr>
              <a:graphicFrameLocks noChangeAspect="1"/>
            </p:cNvGraphicFramePr>
            <p:nvPr>
              <p:extLst/>
            </p:nvPr>
          </p:nvGraphicFramePr>
          <p:xfrm>
            <a:off x="1765" y="2987"/>
            <a:ext cx="432" cy="277"/>
          </p:xfrm>
          <a:graphic>
            <a:graphicData uri="http://schemas.openxmlformats.org/presentationml/2006/ole">
              <mc:AlternateContent xmlns:mc="http://schemas.openxmlformats.org/markup-compatibility/2006">
                <mc:Choice xmlns:v="urn:schemas-microsoft-com:vml" Requires="v">
                  <p:oleObj spid="_x0000_s248843" name="公式" r:id="rId3" imgW="139680" imgH="177480" progId="Equation.3">
                    <p:embed/>
                  </p:oleObj>
                </mc:Choice>
                <mc:Fallback>
                  <p:oleObj name="公式" r:id="rId3" imgW="139680" imgH="177480" progId="Equation.3">
                    <p:embed/>
                    <p:pic>
                      <p:nvPicPr>
                        <p:cNvPr id="7" name="Object 132"/>
                        <p:cNvPicPr>
                          <a:picLocks noChangeAspect="1" noChangeArrowheads="1"/>
                        </p:cNvPicPr>
                        <p:nvPr/>
                      </p:nvPicPr>
                      <p:blipFill>
                        <a:blip r:embed="rId4"/>
                        <a:srcRect/>
                        <a:stretch>
                          <a:fillRect/>
                        </a:stretch>
                      </p:blipFill>
                      <p:spPr bwMode="auto">
                        <a:xfrm>
                          <a:off x="1765" y="2987"/>
                          <a:ext cx="432"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 name="Object 133"/>
          <p:cNvGraphicFramePr>
            <a:graphicFrameLocks noChangeAspect="1"/>
          </p:cNvGraphicFramePr>
          <p:nvPr>
            <p:extLst/>
          </p:nvPr>
        </p:nvGraphicFramePr>
        <p:xfrm>
          <a:off x="2895600" y="1473200"/>
          <a:ext cx="3241675" cy="565150"/>
        </p:xfrm>
        <a:graphic>
          <a:graphicData uri="http://schemas.openxmlformats.org/presentationml/2006/ole">
            <mc:AlternateContent xmlns:mc="http://schemas.openxmlformats.org/markup-compatibility/2006">
              <mc:Choice xmlns:v="urn:schemas-microsoft-com:vml" Requires="v">
                <p:oleObj spid="_x0000_s248844" name="公式" r:id="rId5" imgW="660240" imgH="177480" progId="Equation.3">
                  <p:embed/>
                </p:oleObj>
              </mc:Choice>
              <mc:Fallback>
                <p:oleObj name="公式" r:id="rId5" imgW="660240" imgH="177480" progId="Equation.3">
                  <p:embed/>
                  <p:pic>
                    <p:nvPicPr>
                      <p:cNvPr id="8" name="Object 133"/>
                      <p:cNvPicPr>
                        <a:picLocks noChangeAspect="1" noChangeArrowheads="1"/>
                      </p:cNvPicPr>
                      <p:nvPr/>
                    </p:nvPicPr>
                    <p:blipFill>
                      <a:blip r:embed="rId6"/>
                      <a:srcRect/>
                      <a:stretch>
                        <a:fillRect/>
                      </a:stretch>
                    </p:blipFill>
                    <p:spPr bwMode="auto">
                      <a:xfrm>
                        <a:off x="2895600" y="1473200"/>
                        <a:ext cx="3241675" cy="56515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 name="Group 135"/>
          <p:cNvGrpSpPr>
            <a:grpSpLocks/>
          </p:cNvGrpSpPr>
          <p:nvPr/>
        </p:nvGrpSpPr>
        <p:grpSpPr bwMode="auto">
          <a:xfrm>
            <a:off x="1116013" y="2170116"/>
            <a:ext cx="7239000" cy="858838"/>
            <a:chOff x="912" y="3264"/>
            <a:chExt cx="4560" cy="541"/>
          </a:xfrm>
        </p:grpSpPr>
        <p:sp>
          <p:nvSpPr>
            <p:cNvPr id="10" name="Text Box 136"/>
            <p:cNvSpPr txBox="1">
              <a:spLocks noChangeArrowheads="1"/>
            </p:cNvSpPr>
            <p:nvPr/>
          </p:nvSpPr>
          <p:spPr bwMode="auto">
            <a:xfrm>
              <a:off x="912" y="3264"/>
              <a:ext cx="4560"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latin typeface="Times New Roman" pitchFamily="18" charset="0"/>
                </a:rPr>
                <a:t>其大小等于单位时间内穿过与波的传播方向相垂直的单位面积上的能量</a:t>
              </a:r>
              <a:r>
                <a:rPr kumimoji="1" lang="en-US" altLang="zh-CN" sz="2400" b="1" dirty="0">
                  <a:latin typeface="Times New Roman" pitchFamily="18" charset="0"/>
                </a:rPr>
                <a:t>,</a:t>
              </a:r>
              <a:r>
                <a:rPr kumimoji="1" lang="zh-CN" altLang="en-US" sz="2400" b="1" dirty="0">
                  <a:latin typeface="Times New Roman" pitchFamily="18" charset="0"/>
                </a:rPr>
                <a:t>故        也叫</a:t>
              </a:r>
              <a:r>
                <a:rPr kumimoji="1" lang="zh-CN" altLang="en-US" sz="2400" b="1" dirty="0">
                  <a:solidFill>
                    <a:srgbClr val="FF0000"/>
                  </a:solidFill>
                  <a:latin typeface="Times New Roman" pitchFamily="18" charset="0"/>
                </a:rPr>
                <a:t>能流密度矢量</a:t>
              </a:r>
              <a:r>
                <a:rPr kumimoji="1" lang="en-US" altLang="zh-CN" sz="2400" b="1" dirty="0" smtClean="0">
                  <a:latin typeface="Times New Roman" pitchFamily="18" charset="0"/>
                </a:rPr>
                <a:t>.</a:t>
              </a:r>
            </a:p>
          </p:txBody>
        </p:sp>
        <p:graphicFrame>
          <p:nvGraphicFramePr>
            <p:cNvPr id="11" name="Object 137"/>
            <p:cNvGraphicFramePr>
              <a:graphicFrameLocks noChangeAspect="1"/>
            </p:cNvGraphicFramePr>
            <p:nvPr>
              <p:extLst/>
            </p:nvPr>
          </p:nvGraphicFramePr>
          <p:xfrm>
            <a:off x="2784" y="3535"/>
            <a:ext cx="336" cy="270"/>
          </p:xfrm>
          <a:graphic>
            <a:graphicData uri="http://schemas.openxmlformats.org/presentationml/2006/ole">
              <mc:AlternateContent xmlns:mc="http://schemas.openxmlformats.org/markup-compatibility/2006">
                <mc:Choice xmlns:v="urn:schemas-microsoft-com:vml" Requires="v">
                  <p:oleObj spid="_x0000_s248845" name="公式" r:id="rId7" imgW="139680" imgH="177480" progId="Equation.3">
                    <p:embed/>
                  </p:oleObj>
                </mc:Choice>
                <mc:Fallback>
                  <p:oleObj name="公式" r:id="rId7" imgW="139680" imgH="177480" progId="Equation.3">
                    <p:embed/>
                    <p:pic>
                      <p:nvPicPr>
                        <p:cNvPr id="11" name="Object 137"/>
                        <p:cNvPicPr>
                          <a:picLocks noChangeAspect="1" noChangeArrowheads="1"/>
                        </p:cNvPicPr>
                        <p:nvPr/>
                      </p:nvPicPr>
                      <p:blipFill>
                        <a:blip r:embed="rId8"/>
                        <a:srcRect/>
                        <a:stretch>
                          <a:fillRect/>
                        </a:stretch>
                      </p:blipFill>
                      <p:spPr bwMode="auto">
                        <a:xfrm>
                          <a:off x="2784" y="3535"/>
                          <a:ext cx="336"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 name="AutoShape 142"/>
          <p:cNvSpPr>
            <a:spLocks noChangeArrowheads="1"/>
          </p:cNvSpPr>
          <p:nvPr/>
        </p:nvSpPr>
        <p:spPr bwMode="auto">
          <a:xfrm>
            <a:off x="6300788" y="1306513"/>
            <a:ext cx="2305050" cy="720725"/>
          </a:xfrm>
          <a:prstGeom prst="cloudCallout">
            <a:avLst>
              <a:gd name="adj1" fmla="val -51171"/>
              <a:gd name="adj2" fmla="val 23787"/>
            </a:avLst>
          </a:prstGeom>
          <a:noFill/>
          <a:ln w="381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400" b="1" dirty="0">
                <a:latin typeface="Times New Roman" pitchFamily="18" charset="0"/>
              </a:rPr>
              <a:t>传播方向</a:t>
            </a:r>
          </a:p>
        </p:txBody>
      </p:sp>
      <p:sp>
        <p:nvSpPr>
          <p:cNvPr id="3" name="矩形 2"/>
          <p:cNvSpPr/>
          <p:nvPr/>
        </p:nvSpPr>
        <p:spPr>
          <a:xfrm>
            <a:off x="1295400" y="3715258"/>
            <a:ext cx="4451860" cy="584775"/>
          </a:xfrm>
          <a:prstGeom prst="rect">
            <a:avLst/>
          </a:prstGeom>
        </p:spPr>
        <p:txBody>
          <a:bodyPr wrap="none">
            <a:spAutoFit/>
          </a:bodyPr>
          <a:lstStyle/>
          <a:p>
            <a:pPr lvl="0" eaLnBrk="1" hangingPunct="1">
              <a:spcBef>
                <a:spcPct val="20000"/>
              </a:spcBef>
              <a:buClr>
                <a:srgbClr val="A50021"/>
              </a:buClr>
              <a:buSzPct val="75000"/>
            </a:pPr>
            <a:r>
              <a:rPr lang="en-US" altLang="zh-CN" sz="3200" b="1" i="1" dirty="0">
                <a:solidFill>
                  <a:srgbClr val="000000"/>
                </a:solidFill>
                <a:latin typeface="宋体" pitchFamily="2" charset="-122"/>
                <a:ea typeface="宋体"/>
              </a:rPr>
              <a:t>S </a:t>
            </a:r>
            <a:r>
              <a:rPr lang="zh-CN" altLang="en-US" sz="3200" b="1" dirty="0">
                <a:solidFill>
                  <a:srgbClr val="000000"/>
                </a:solidFill>
                <a:latin typeface="宋体" pitchFamily="2" charset="-122"/>
                <a:ea typeface="宋体"/>
              </a:rPr>
              <a:t>的单位为</a:t>
            </a:r>
            <a:r>
              <a:rPr lang="zh-CN" altLang="en-US" sz="3200" b="1" dirty="0">
                <a:solidFill>
                  <a:srgbClr val="FF0000"/>
                </a:solidFill>
                <a:latin typeface="华文新魏"/>
                <a:ea typeface="华文新魏"/>
              </a:rPr>
              <a:t>瓦</a:t>
            </a:r>
            <a:r>
              <a:rPr lang="en-US" altLang="zh-CN" sz="3200" b="1" dirty="0">
                <a:solidFill>
                  <a:srgbClr val="FF0000"/>
                </a:solidFill>
                <a:latin typeface="华文新魏"/>
                <a:ea typeface="华文新魏"/>
              </a:rPr>
              <a:t>/</a:t>
            </a:r>
            <a:r>
              <a:rPr lang="zh-CN" altLang="en-US" sz="3200" b="1" dirty="0">
                <a:solidFill>
                  <a:srgbClr val="FF0000"/>
                </a:solidFill>
                <a:latin typeface="华文新魏"/>
                <a:ea typeface="华文新魏"/>
              </a:rPr>
              <a:t>平方米</a:t>
            </a:r>
            <a:r>
              <a:rPr lang="zh-CN" altLang="en-US" sz="3200" b="1" dirty="0">
                <a:solidFill>
                  <a:srgbClr val="000000"/>
                </a:solidFill>
                <a:latin typeface="宋体" pitchFamily="2" charset="-122"/>
                <a:ea typeface="宋体"/>
              </a:rPr>
              <a:t>。</a:t>
            </a:r>
            <a:endParaRPr lang="en-US" altLang="zh-CN" sz="3200" b="1" dirty="0">
              <a:solidFill>
                <a:srgbClr val="000000"/>
              </a:solidFill>
              <a:latin typeface="宋体" pitchFamily="2" charset="-122"/>
              <a:ea typeface="宋体"/>
            </a:endParaRPr>
          </a:p>
        </p:txBody>
      </p:sp>
      <p:sp>
        <p:nvSpPr>
          <p:cNvPr id="13" name="矩形 12"/>
          <p:cNvSpPr/>
          <p:nvPr/>
        </p:nvSpPr>
        <p:spPr>
          <a:xfrm>
            <a:off x="1219200" y="3104346"/>
            <a:ext cx="4206601" cy="461665"/>
          </a:xfrm>
          <a:prstGeom prst="rect">
            <a:avLst/>
          </a:prstGeom>
          <a:solidFill>
            <a:schemeClr val="tx2">
              <a:lumMod val="20000"/>
              <a:lumOff val="80000"/>
            </a:schemeClr>
          </a:solidFill>
        </p:spPr>
        <p:txBody>
          <a:bodyPr wrap="none">
            <a:spAutoFit/>
          </a:bodyPr>
          <a:lstStyle/>
          <a:p>
            <a:pPr lvl="0">
              <a:spcBef>
                <a:spcPct val="50000"/>
              </a:spcBef>
            </a:pPr>
            <a:r>
              <a:rPr kumimoji="1" lang="zh-CN" altLang="en-US" sz="2400" b="1" dirty="0">
                <a:solidFill>
                  <a:srgbClr val="40458C"/>
                </a:solidFill>
                <a:latin typeface="Times New Roman" pitchFamily="18" charset="0"/>
              </a:rPr>
              <a:t>方向三者间满足右手螺旋准则</a:t>
            </a:r>
            <a:endParaRPr kumimoji="1" lang="en-US" altLang="zh-CN" sz="2400" b="1" dirty="0">
              <a:solidFill>
                <a:srgbClr val="40458C"/>
              </a:solidFill>
              <a:latin typeface="Times New Roman" pitchFamily="18" charset="0"/>
            </a:endParaRPr>
          </a:p>
        </p:txBody>
      </p:sp>
    </p:spTree>
    <p:extLst>
      <p:ext uri="{BB962C8B-B14F-4D97-AF65-F5344CB8AC3E}">
        <p14:creationId xmlns:p14="http://schemas.microsoft.com/office/powerpoint/2010/main" val="21687188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p:txBody>
          <a:bodyPr/>
          <a:lstStyle/>
          <a:p>
            <a:pPr eaLnBrk="1" hangingPunct="1">
              <a:defRPr/>
            </a:pPr>
            <a:r>
              <a:rPr lang="en-US" altLang="zh-CN" smtClean="0"/>
              <a:t> </a:t>
            </a:r>
          </a:p>
        </p:txBody>
      </p:sp>
      <p:sp>
        <p:nvSpPr>
          <p:cNvPr id="31747" name="Rectangle 3" descr="Rectangle: Click to edit Master text styles&#10;Second level&#10;Third level&#10;Fourth level&#10;Fifth level"/>
          <p:cNvSpPr>
            <a:spLocks noGrp="1" noChangeArrowheads="1"/>
          </p:cNvSpPr>
          <p:nvPr>
            <p:ph type="body" idx="1"/>
          </p:nvPr>
        </p:nvSpPr>
        <p:spPr>
          <a:xfrm>
            <a:off x="685800" y="590550"/>
            <a:ext cx="7772400" cy="3600450"/>
          </a:xfrm>
        </p:spPr>
        <p:txBody>
          <a:bodyPr/>
          <a:lstStyle/>
          <a:p>
            <a:pPr marL="0" indent="0" eaLnBrk="1" hangingPunct="1">
              <a:lnSpc>
                <a:spcPct val="90000"/>
              </a:lnSpc>
              <a:buNone/>
            </a:pPr>
            <a:r>
              <a:rPr lang="en-US" altLang="zh-CN" dirty="0" smtClean="0">
                <a:latin typeface="宋体" pitchFamily="2" charset="-122"/>
              </a:rPr>
              <a:t>    </a:t>
            </a:r>
            <a:r>
              <a:rPr lang="zh-CN" altLang="en-US" dirty="0" smtClean="0">
                <a:latin typeface="宋体" pitchFamily="2" charset="-122"/>
              </a:rPr>
              <a:t>例</a:t>
            </a:r>
            <a:r>
              <a:rPr lang="en-US" altLang="zh-CN" dirty="0" smtClean="0">
                <a:latin typeface="宋体" pitchFamily="2" charset="-122"/>
              </a:rPr>
              <a:t>3.5  </a:t>
            </a:r>
            <a:r>
              <a:rPr lang="zh-CN" altLang="en-US" dirty="0" smtClean="0">
                <a:latin typeface="宋体" pitchFamily="2" charset="-122"/>
              </a:rPr>
              <a:t>在两导体平板      和     之间的空气中传播电磁波。已知</a:t>
            </a:r>
          </a:p>
          <a:p>
            <a:pPr marL="0" indent="0" eaLnBrk="1" hangingPunct="1">
              <a:lnSpc>
                <a:spcPct val="90000"/>
              </a:lnSpc>
              <a:buNone/>
            </a:pPr>
            <a:endParaRPr lang="zh-CN" altLang="en-US" dirty="0" smtClean="0">
              <a:latin typeface="宋体" pitchFamily="2" charset="-122"/>
            </a:endParaRPr>
          </a:p>
          <a:p>
            <a:pPr marL="0" indent="0" eaLnBrk="1" hangingPunct="1">
              <a:lnSpc>
                <a:spcPct val="90000"/>
              </a:lnSpc>
              <a:buNone/>
            </a:pPr>
            <a:endParaRPr lang="zh-CN" altLang="en-US" dirty="0" smtClean="0">
              <a:latin typeface="宋体" pitchFamily="2" charset="-122"/>
            </a:endParaRPr>
          </a:p>
          <a:p>
            <a:pPr marL="0" indent="0" eaLnBrk="1" hangingPunct="1">
              <a:lnSpc>
                <a:spcPct val="90000"/>
              </a:lnSpc>
              <a:buNone/>
            </a:pPr>
            <a:r>
              <a:rPr lang="zh-CN" altLang="en-US" dirty="0" smtClean="0">
                <a:latin typeface="宋体" pitchFamily="2" charset="-122"/>
              </a:rPr>
              <a:t>其中   及   为常数。求：</a:t>
            </a:r>
          </a:p>
          <a:p>
            <a:pPr marL="0" indent="0" eaLnBrk="1" hangingPunct="1">
              <a:lnSpc>
                <a:spcPct val="90000"/>
              </a:lnSpc>
              <a:buNone/>
            </a:pPr>
            <a:r>
              <a:rPr lang="zh-CN" altLang="en-US" dirty="0" smtClean="0">
                <a:latin typeface="宋体" pitchFamily="2" charset="-122"/>
              </a:rPr>
              <a:t>（</a:t>
            </a:r>
            <a:r>
              <a:rPr lang="en-US" altLang="zh-CN" dirty="0" smtClean="0">
                <a:latin typeface="宋体" pitchFamily="2" charset="-122"/>
              </a:rPr>
              <a:t>1</a:t>
            </a:r>
            <a:r>
              <a:rPr lang="zh-CN" altLang="en-US" dirty="0" smtClean="0">
                <a:latin typeface="宋体" pitchFamily="2" charset="-122"/>
              </a:rPr>
              <a:t>）磁场</a:t>
            </a:r>
            <a:r>
              <a:rPr lang="en-US" altLang="zh-CN" i="1" dirty="0" smtClean="0">
                <a:latin typeface="宋体" pitchFamily="2" charset="-122"/>
              </a:rPr>
              <a:t>H</a:t>
            </a:r>
            <a:r>
              <a:rPr lang="zh-CN" altLang="en-US" dirty="0" smtClean="0">
                <a:latin typeface="宋体" pitchFamily="2" charset="-122"/>
              </a:rPr>
              <a:t>；</a:t>
            </a:r>
          </a:p>
          <a:p>
            <a:pPr marL="0" indent="0" eaLnBrk="1" hangingPunct="1">
              <a:lnSpc>
                <a:spcPct val="90000"/>
              </a:lnSpc>
              <a:buNone/>
            </a:pPr>
            <a:r>
              <a:rPr lang="zh-CN" altLang="en-US" dirty="0" smtClean="0">
                <a:latin typeface="宋体" pitchFamily="2" charset="-122"/>
              </a:rPr>
              <a:t>（</a:t>
            </a:r>
            <a:r>
              <a:rPr lang="en-US" altLang="zh-CN" dirty="0" smtClean="0">
                <a:latin typeface="宋体" pitchFamily="2" charset="-122"/>
              </a:rPr>
              <a:t>2</a:t>
            </a:r>
            <a:r>
              <a:rPr lang="zh-CN" altLang="en-US" dirty="0" smtClean="0">
                <a:latin typeface="宋体" pitchFamily="2" charset="-122"/>
              </a:rPr>
              <a:t>）能流密度矢量</a:t>
            </a:r>
            <a:r>
              <a:rPr lang="en-US" altLang="zh-CN" i="1" dirty="0" smtClean="0">
                <a:latin typeface="宋体" pitchFamily="2" charset="-122"/>
              </a:rPr>
              <a:t>S</a:t>
            </a:r>
            <a:r>
              <a:rPr lang="zh-CN" altLang="en-US" dirty="0" smtClean="0">
                <a:latin typeface="宋体" pitchFamily="2" charset="-122"/>
              </a:rPr>
              <a:t>；</a:t>
            </a:r>
          </a:p>
          <a:p>
            <a:pPr marL="0" indent="0" eaLnBrk="1" hangingPunct="1">
              <a:lnSpc>
                <a:spcPct val="90000"/>
              </a:lnSpc>
              <a:buNone/>
            </a:pPr>
            <a:r>
              <a:rPr lang="zh-CN" altLang="en-US" dirty="0" smtClean="0">
                <a:latin typeface="宋体" pitchFamily="2" charset="-122"/>
              </a:rPr>
              <a:t>（</a:t>
            </a:r>
            <a:r>
              <a:rPr lang="en-US" altLang="zh-CN" dirty="0" smtClean="0">
                <a:latin typeface="宋体" pitchFamily="2" charset="-122"/>
              </a:rPr>
              <a:t>3</a:t>
            </a:r>
            <a:r>
              <a:rPr lang="zh-CN" altLang="en-US" dirty="0" smtClean="0">
                <a:latin typeface="宋体" pitchFamily="2" charset="-122"/>
              </a:rPr>
              <a:t>）两导体板表面上面电流密度的分布。	</a:t>
            </a:r>
          </a:p>
        </p:txBody>
      </p:sp>
      <p:sp>
        <p:nvSpPr>
          <p:cNvPr id="31748" name="Rectangle 5"/>
          <p:cNvSpPr>
            <a:spLocks noChangeArrowheads="1"/>
          </p:cNvSpPr>
          <p:nvPr/>
        </p:nvSpPr>
        <p:spPr bwMode="auto">
          <a:xfrm>
            <a:off x="0" y="224063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1749" name="Object 4"/>
          <p:cNvGraphicFramePr>
            <a:graphicFrameLocks noChangeAspect="1"/>
          </p:cNvGraphicFramePr>
          <p:nvPr>
            <p:extLst/>
          </p:nvPr>
        </p:nvGraphicFramePr>
        <p:xfrm>
          <a:off x="1524000" y="1581150"/>
          <a:ext cx="5181600" cy="784622"/>
        </p:xfrm>
        <a:graphic>
          <a:graphicData uri="http://schemas.openxmlformats.org/presentationml/2006/ole">
            <mc:AlternateContent xmlns:mc="http://schemas.openxmlformats.org/markup-compatibility/2006">
              <mc:Choice xmlns:v="urn:schemas-microsoft-com:vml" Requires="v">
                <p:oleObj spid="_x0000_s249873" name="公式" r:id="rId3" imgW="1930400" imgH="393700" progId="Equation.3">
                  <p:embed/>
                </p:oleObj>
              </mc:Choice>
              <mc:Fallback>
                <p:oleObj name="公式" r:id="rId3" imgW="1930400" imgH="393700" progId="Equation.3">
                  <p:embed/>
                  <p:pic>
                    <p:nvPicPr>
                      <p:cNvPr id="3174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581150"/>
                        <a:ext cx="5181600" cy="784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50" name="Rectangle 7"/>
          <p:cNvSpPr>
            <a:spLocks noChangeArrowheads="1"/>
          </p:cNvSpPr>
          <p:nvPr/>
        </p:nvSpPr>
        <p:spPr bwMode="auto">
          <a:xfrm>
            <a:off x="0" y="23192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1751" name="Object 6"/>
          <p:cNvGraphicFramePr>
            <a:graphicFrameLocks noChangeAspect="1"/>
          </p:cNvGraphicFramePr>
          <p:nvPr>
            <p:extLst/>
          </p:nvPr>
        </p:nvGraphicFramePr>
        <p:xfrm>
          <a:off x="5791200" y="666750"/>
          <a:ext cx="838200" cy="322660"/>
        </p:xfrm>
        <a:graphic>
          <a:graphicData uri="http://schemas.openxmlformats.org/presentationml/2006/ole">
            <mc:AlternateContent xmlns:mc="http://schemas.openxmlformats.org/markup-compatibility/2006">
              <mc:Choice xmlns:v="urn:schemas-microsoft-com:vml" Requires="v">
                <p:oleObj spid="_x0000_s249874" name="公式" r:id="rId5" imgW="355138" imgH="177569" progId="Equation.3">
                  <p:embed/>
                </p:oleObj>
              </mc:Choice>
              <mc:Fallback>
                <p:oleObj name="公式" r:id="rId5" imgW="355138" imgH="177569" progId="Equation.3">
                  <p:embed/>
                  <p:pic>
                    <p:nvPicPr>
                      <p:cNvPr id="3175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666750"/>
                        <a:ext cx="838200" cy="322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52" name="Rectangle 9"/>
          <p:cNvSpPr>
            <a:spLocks noChangeArrowheads="1"/>
          </p:cNvSpPr>
          <p:nvPr/>
        </p:nvSpPr>
        <p:spPr bwMode="auto">
          <a:xfrm>
            <a:off x="0" y="23192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1753" name="Object 8"/>
          <p:cNvGraphicFramePr>
            <a:graphicFrameLocks noChangeAspect="1"/>
          </p:cNvGraphicFramePr>
          <p:nvPr>
            <p:extLst/>
          </p:nvPr>
        </p:nvGraphicFramePr>
        <p:xfrm>
          <a:off x="7391400" y="590550"/>
          <a:ext cx="914400" cy="326231"/>
        </p:xfrm>
        <a:graphic>
          <a:graphicData uri="http://schemas.openxmlformats.org/presentationml/2006/ole">
            <mc:AlternateContent xmlns:mc="http://schemas.openxmlformats.org/markup-compatibility/2006">
              <mc:Choice xmlns:v="urn:schemas-microsoft-com:vml" Requires="v">
                <p:oleObj spid="_x0000_s249875" name="公式" r:id="rId7" imgW="380670" imgH="177646" progId="Equation.3">
                  <p:embed/>
                </p:oleObj>
              </mc:Choice>
              <mc:Fallback>
                <p:oleObj name="公式" r:id="rId7" imgW="380670" imgH="177646" progId="Equation.3">
                  <p:embed/>
                  <p:pic>
                    <p:nvPicPr>
                      <p:cNvPr id="31753"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91400" y="590550"/>
                        <a:ext cx="914400" cy="326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54" name="Rectangle 11"/>
          <p:cNvSpPr>
            <a:spLocks noChangeArrowheads="1"/>
          </p:cNvSpPr>
          <p:nvPr/>
        </p:nvSpPr>
        <p:spPr bwMode="auto">
          <a:xfrm>
            <a:off x="0" y="233350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1755" name="Object 10"/>
          <p:cNvGraphicFramePr>
            <a:graphicFrameLocks noChangeAspect="1"/>
          </p:cNvGraphicFramePr>
          <p:nvPr>
            <p:extLst/>
          </p:nvPr>
        </p:nvGraphicFramePr>
        <p:xfrm>
          <a:off x="1600200" y="2724150"/>
          <a:ext cx="457200" cy="321469"/>
        </p:xfrm>
        <a:graphic>
          <a:graphicData uri="http://schemas.openxmlformats.org/presentationml/2006/ole">
            <mc:AlternateContent xmlns:mc="http://schemas.openxmlformats.org/markup-compatibility/2006">
              <mc:Choice xmlns:v="urn:schemas-microsoft-com:vml" Requires="v">
                <p:oleObj spid="_x0000_s249876" name="公式" r:id="rId9" imgW="152334" imgH="139639" progId="Equation.3">
                  <p:embed/>
                </p:oleObj>
              </mc:Choice>
              <mc:Fallback>
                <p:oleObj name="公式" r:id="rId9" imgW="152334" imgH="139639" progId="Equation.3">
                  <p:embed/>
                  <p:pic>
                    <p:nvPicPr>
                      <p:cNvPr id="31755"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00200" y="2724150"/>
                        <a:ext cx="457200" cy="32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56" name="Rectangle 13"/>
          <p:cNvSpPr>
            <a:spLocks noChangeArrowheads="1"/>
          </p:cNvSpPr>
          <p:nvPr/>
        </p:nvSpPr>
        <p:spPr bwMode="auto">
          <a:xfrm>
            <a:off x="0" y="23013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1757" name="Object 12"/>
          <p:cNvGraphicFramePr>
            <a:graphicFrameLocks noChangeAspect="1"/>
          </p:cNvGraphicFramePr>
          <p:nvPr>
            <p:extLst/>
          </p:nvPr>
        </p:nvGraphicFramePr>
        <p:xfrm>
          <a:off x="2667001" y="2647950"/>
          <a:ext cx="422275" cy="400050"/>
        </p:xfrm>
        <a:graphic>
          <a:graphicData uri="http://schemas.openxmlformats.org/presentationml/2006/ole">
            <mc:AlternateContent xmlns:mc="http://schemas.openxmlformats.org/markup-compatibility/2006">
              <mc:Choice xmlns:v="urn:schemas-microsoft-com:vml" Requires="v">
                <p:oleObj spid="_x0000_s249877" name="公式" r:id="rId11" imgW="177646" imgH="228402" progId="Equation.3">
                  <p:embed/>
                </p:oleObj>
              </mc:Choice>
              <mc:Fallback>
                <p:oleObj name="公式" r:id="rId11" imgW="177646" imgH="228402" progId="Equation.3">
                  <p:embed/>
                  <p:pic>
                    <p:nvPicPr>
                      <p:cNvPr id="31757"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67001" y="2647950"/>
                        <a:ext cx="422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365293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4343400" y="895350"/>
            <a:ext cx="3733800" cy="3886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381000" y="908957"/>
            <a:ext cx="3733800" cy="3886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129"/>
          <p:cNvSpPr txBox="1">
            <a:spLocks noChangeArrowheads="1"/>
          </p:cNvSpPr>
          <p:nvPr/>
        </p:nvSpPr>
        <p:spPr bwMode="auto">
          <a:xfrm>
            <a:off x="696913" y="971550"/>
            <a:ext cx="3265487" cy="1169551"/>
          </a:xfrm>
          <a:prstGeom prst="rect">
            <a:avLst/>
          </a:prstGeom>
          <a:solidFill>
            <a:srgbClr val="CCCCFF"/>
          </a:solidFill>
          <a:ln>
            <a:noFill/>
          </a:ln>
          <a:effectLst/>
          <a:extLst/>
        </p:spPr>
        <p:txBody>
          <a:bodyPr wrap="square">
            <a:spAutoFit/>
          </a:bodyPr>
          <a:lstStyle/>
          <a:p>
            <a:pPr algn="ctr">
              <a:spcBef>
                <a:spcPct val="50000"/>
              </a:spcBef>
            </a:pPr>
            <a:r>
              <a:rPr lang="zh-CN" altLang="en-US" sz="2800" b="1" dirty="0" smtClean="0">
                <a:solidFill>
                  <a:srgbClr val="FF3300"/>
                </a:solidFill>
              </a:rPr>
              <a:t>非限定形式</a:t>
            </a:r>
            <a:endParaRPr lang="en-US" altLang="zh-CN" sz="2800" b="1" dirty="0" smtClean="0">
              <a:solidFill>
                <a:srgbClr val="FF3300"/>
              </a:solidFill>
            </a:endParaRPr>
          </a:p>
          <a:p>
            <a:pPr algn="ctr">
              <a:spcBef>
                <a:spcPct val="50000"/>
              </a:spcBef>
            </a:pPr>
            <a:r>
              <a:rPr lang="zh-CN" altLang="en-US" sz="2800" b="1" dirty="0" smtClean="0"/>
              <a:t>的</a:t>
            </a:r>
            <a:r>
              <a:rPr lang="zh-CN" altLang="en-US" sz="2800" b="1" dirty="0"/>
              <a:t>麦克斯韦方程组</a:t>
            </a:r>
          </a:p>
        </p:txBody>
      </p:sp>
      <p:sp>
        <p:nvSpPr>
          <p:cNvPr id="8" name="矩形 7"/>
          <p:cNvSpPr/>
          <p:nvPr/>
        </p:nvSpPr>
        <p:spPr>
          <a:xfrm>
            <a:off x="468313" y="57150"/>
            <a:ext cx="3342582" cy="707886"/>
          </a:xfrm>
          <a:prstGeom prst="rect">
            <a:avLst/>
          </a:prstGeom>
        </p:spPr>
        <p:txBody>
          <a:bodyPr wrap="none">
            <a:spAutoFit/>
          </a:bodyPr>
          <a:lstStyle/>
          <a:p>
            <a:r>
              <a:rPr lang="en-US" altLang="zh-CN" sz="4000" b="1" dirty="0">
                <a:solidFill>
                  <a:srgbClr val="0000FF"/>
                </a:solidFill>
                <a:effectLst>
                  <a:outerShdw blurRad="38100" dist="38100" dir="2700000" algn="tl">
                    <a:srgbClr val="C0C0C0"/>
                  </a:outerShdw>
                </a:effectLst>
                <a:latin typeface="华文新魏"/>
                <a:ea typeface="华文新魏"/>
              </a:rPr>
              <a:t> 3.4  </a:t>
            </a:r>
            <a:r>
              <a:rPr lang="zh-CN" altLang="en-US" sz="4000" b="1" dirty="0">
                <a:solidFill>
                  <a:srgbClr val="0000FF"/>
                </a:solidFill>
                <a:effectLst>
                  <a:outerShdw blurRad="38100" dist="38100" dir="2700000" algn="tl">
                    <a:srgbClr val="C0C0C0"/>
                  </a:outerShdw>
                </a:effectLst>
                <a:latin typeface="华文新魏"/>
                <a:ea typeface="华文新魏"/>
              </a:rPr>
              <a:t>波动方程</a:t>
            </a:r>
            <a:endParaRPr lang="zh-CN" altLang="en-US" dirty="0"/>
          </a:p>
        </p:txBody>
      </p:sp>
      <p:graphicFrame>
        <p:nvGraphicFramePr>
          <p:cNvPr id="9" name="对象 8"/>
          <p:cNvGraphicFramePr>
            <a:graphicFrameLocks noChangeAspect="1"/>
          </p:cNvGraphicFramePr>
          <p:nvPr>
            <p:extLst/>
          </p:nvPr>
        </p:nvGraphicFramePr>
        <p:xfrm>
          <a:off x="946150" y="2139950"/>
          <a:ext cx="2754313" cy="841375"/>
        </p:xfrm>
        <a:graphic>
          <a:graphicData uri="http://schemas.openxmlformats.org/presentationml/2006/ole">
            <mc:AlternateContent xmlns:mc="http://schemas.openxmlformats.org/markup-compatibility/2006">
              <mc:Choice xmlns:v="urn:schemas-microsoft-com:vml" Requires="v">
                <p:oleObj spid="_x0000_s255002" name="公式" r:id="rId3" imgW="1054080" imgH="431640" progId="Equation.3">
                  <p:embed/>
                </p:oleObj>
              </mc:Choice>
              <mc:Fallback>
                <p:oleObj name="公式" r:id="rId3" imgW="1054080" imgH="431640" progId="Equation.3">
                  <p:embed/>
                  <p:pic>
                    <p:nvPicPr>
                      <p:cNvPr id="9" name="对象 8"/>
                      <p:cNvPicPr>
                        <a:picLocks noChangeAspect="1" noChangeArrowheads="1"/>
                      </p:cNvPicPr>
                      <p:nvPr/>
                    </p:nvPicPr>
                    <p:blipFill>
                      <a:blip r:embed="rId4"/>
                      <a:srcRect/>
                      <a:stretch>
                        <a:fillRect/>
                      </a:stretch>
                    </p:blipFill>
                    <p:spPr bwMode="auto">
                      <a:xfrm>
                        <a:off x="946150" y="2139950"/>
                        <a:ext cx="2754313"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extLst/>
          </p:nvPr>
        </p:nvGraphicFramePr>
        <p:xfrm>
          <a:off x="914400" y="2840038"/>
          <a:ext cx="2133600" cy="750887"/>
        </p:xfrm>
        <a:graphic>
          <a:graphicData uri="http://schemas.openxmlformats.org/presentationml/2006/ole">
            <mc:AlternateContent xmlns:mc="http://schemas.openxmlformats.org/markup-compatibility/2006">
              <mc:Choice xmlns:v="urn:schemas-microsoft-com:vml" Requires="v">
                <p:oleObj spid="_x0000_s255003" name="公式" r:id="rId5" imgW="914400" imgH="431800" progId="Equation.3">
                  <p:embed/>
                </p:oleObj>
              </mc:Choice>
              <mc:Fallback>
                <p:oleObj name="公式" r:id="rId5" imgW="914400" imgH="431800" progId="Equation.3">
                  <p:embed/>
                  <p:pic>
                    <p:nvPicPr>
                      <p:cNvPr id="10" name="对象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2840038"/>
                        <a:ext cx="2133600"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nvPr>
        </p:nvGraphicFramePr>
        <p:xfrm>
          <a:off x="990600" y="3667125"/>
          <a:ext cx="1447800" cy="322262"/>
        </p:xfrm>
        <a:graphic>
          <a:graphicData uri="http://schemas.openxmlformats.org/presentationml/2006/ole">
            <mc:AlternateContent xmlns:mc="http://schemas.openxmlformats.org/markup-compatibility/2006">
              <mc:Choice xmlns:v="urn:schemas-microsoft-com:vml" Requires="v">
                <p:oleObj spid="_x0000_s255004" name="公式" r:id="rId7" imgW="609336" imgH="177723" progId="Equation.3">
                  <p:embed/>
                </p:oleObj>
              </mc:Choice>
              <mc:Fallback>
                <p:oleObj name="公式" r:id="rId7" imgW="609336" imgH="177723" progId="Equation.3">
                  <p:embed/>
                  <p:pic>
                    <p:nvPicPr>
                      <p:cNvPr id="11" name="对象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3667125"/>
                        <a:ext cx="1447800"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extLst/>
          </p:nvPr>
        </p:nvGraphicFramePr>
        <p:xfrm>
          <a:off x="990600" y="4200525"/>
          <a:ext cx="1524000" cy="352425"/>
        </p:xfrm>
        <a:graphic>
          <a:graphicData uri="http://schemas.openxmlformats.org/presentationml/2006/ole">
            <mc:AlternateContent xmlns:mc="http://schemas.openxmlformats.org/markup-compatibility/2006">
              <mc:Choice xmlns:v="urn:schemas-microsoft-com:vml" Requires="v">
                <p:oleObj spid="_x0000_s255005" name="公式" r:id="rId9" imgW="647419" imgH="203112" progId="Equation.3">
                  <p:embed/>
                </p:oleObj>
              </mc:Choice>
              <mc:Fallback>
                <p:oleObj name="公式" r:id="rId9" imgW="647419" imgH="203112" progId="Equation.3">
                  <p:embed/>
                  <p:pic>
                    <p:nvPicPr>
                      <p:cNvPr id="12" name="对象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0600" y="4200525"/>
                        <a:ext cx="15240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 Box 129"/>
          <p:cNvSpPr txBox="1">
            <a:spLocks noChangeArrowheads="1"/>
          </p:cNvSpPr>
          <p:nvPr/>
        </p:nvSpPr>
        <p:spPr bwMode="auto">
          <a:xfrm>
            <a:off x="4583113" y="971550"/>
            <a:ext cx="3265487" cy="1169551"/>
          </a:xfrm>
          <a:prstGeom prst="rect">
            <a:avLst/>
          </a:prstGeom>
          <a:solidFill>
            <a:srgbClr val="CCCCFF"/>
          </a:solidFill>
          <a:ln>
            <a:noFill/>
          </a:ln>
          <a:effectLst/>
          <a:extLst/>
        </p:spPr>
        <p:txBody>
          <a:bodyPr wrap="square">
            <a:spAutoFit/>
          </a:bodyPr>
          <a:lstStyle/>
          <a:p>
            <a:pPr algn="ctr">
              <a:spcBef>
                <a:spcPct val="50000"/>
              </a:spcBef>
            </a:pPr>
            <a:r>
              <a:rPr lang="zh-CN" altLang="en-US" sz="2800" b="1" dirty="0" smtClean="0">
                <a:solidFill>
                  <a:srgbClr val="FF3300"/>
                </a:solidFill>
              </a:rPr>
              <a:t>限定形式</a:t>
            </a:r>
            <a:endParaRPr lang="en-US" altLang="zh-CN" sz="2800" b="1" dirty="0" smtClean="0">
              <a:solidFill>
                <a:srgbClr val="FF3300"/>
              </a:solidFill>
            </a:endParaRPr>
          </a:p>
          <a:p>
            <a:pPr algn="ctr">
              <a:spcBef>
                <a:spcPct val="50000"/>
              </a:spcBef>
            </a:pPr>
            <a:r>
              <a:rPr lang="zh-CN" altLang="en-US" sz="2800" b="1" dirty="0" smtClean="0"/>
              <a:t>的</a:t>
            </a:r>
            <a:r>
              <a:rPr lang="zh-CN" altLang="en-US" sz="2800" b="1" dirty="0"/>
              <a:t>麦克斯韦方程组</a:t>
            </a:r>
          </a:p>
        </p:txBody>
      </p:sp>
      <p:graphicFrame>
        <p:nvGraphicFramePr>
          <p:cNvPr id="14" name="对象 13"/>
          <p:cNvGraphicFramePr>
            <a:graphicFrameLocks noChangeAspect="1"/>
          </p:cNvGraphicFramePr>
          <p:nvPr>
            <p:extLst/>
          </p:nvPr>
        </p:nvGraphicFramePr>
        <p:xfrm>
          <a:off x="4816475" y="2138363"/>
          <a:ext cx="2787650" cy="841375"/>
        </p:xfrm>
        <a:graphic>
          <a:graphicData uri="http://schemas.openxmlformats.org/presentationml/2006/ole">
            <mc:AlternateContent xmlns:mc="http://schemas.openxmlformats.org/markup-compatibility/2006">
              <mc:Choice xmlns:v="urn:schemas-microsoft-com:vml" Requires="v">
                <p:oleObj spid="_x0000_s255006" name="公式" r:id="rId11" imgW="1066680" imgH="431640" progId="Equation.3">
                  <p:embed/>
                </p:oleObj>
              </mc:Choice>
              <mc:Fallback>
                <p:oleObj name="公式" r:id="rId11" imgW="1066680" imgH="431640" progId="Equation.3">
                  <p:embed/>
                  <p:pic>
                    <p:nvPicPr>
                      <p:cNvPr id="14" name="对象 13"/>
                      <p:cNvPicPr>
                        <a:picLocks noChangeAspect="1" noChangeArrowheads="1"/>
                      </p:cNvPicPr>
                      <p:nvPr/>
                    </p:nvPicPr>
                    <p:blipFill>
                      <a:blip r:embed="rId12"/>
                      <a:srcRect/>
                      <a:stretch>
                        <a:fillRect/>
                      </a:stretch>
                    </p:blipFill>
                    <p:spPr bwMode="auto">
                      <a:xfrm>
                        <a:off x="4816475" y="2138363"/>
                        <a:ext cx="2787650"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extLst/>
          </p:nvPr>
        </p:nvGraphicFramePr>
        <p:xfrm>
          <a:off x="4897438" y="2838450"/>
          <a:ext cx="2341562" cy="750888"/>
        </p:xfrm>
        <a:graphic>
          <a:graphicData uri="http://schemas.openxmlformats.org/presentationml/2006/ole">
            <mc:AlternateContent xmlns:mc="http://schemas.openxmlformats.org/markup-compatibility/2006">
              <mc:Choice xmlns:v="urn:schemas-microsoft-com:vml" Requires="v">
                <p:oleObj spid="_x0000_s255007" name="公式" r:id="rId13" imgW="1002960" imgH="431640" progId="Equation.3">
                  <p:embed/>
                </p:oleObj>
              </mc:Choice>
              <mc:Fallback>
                <p:oleObj name="公式" r:id="rId13" imgW="1002960" imgH="431640" progId="Equation.3">
                  <p:embed/>
                  <p:pic>
                    <p:nvPicPr>
                      <p:cNvPr id="15" name="对象 14"/>
                      <p:cNvPicPr>
                        <a:picLocks noChangeAspect="1" noChangeArrowheads="1"/>
                      </p:cNvPicPr>
                      <p:nvPr/>
                    </p:nvPicPr>
                    <p:blipFill>
                      <a:blip r:embed="rId14"/>
                      <a:srcRect/>
                      <a:stretch>
                        <a:fillRect/>
                      </a:stretch>
                    </p:blipFill>
                    <p:spPr bwMode="auto">
                      <a:xfrm>
                        <a:off x="4897438" y="2838450"/>
                        <a:ext cx="2341562"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extLst/>
          </p:nvPr>
        </p:nvGraphicFramePr>
        <p:xfrm>
          <a:off x="4937125" y="3665538"/>
          <a:ext cx="1387475" cy="322262"/>
        </p:xfrm>
        <a:graphic>
          <a:graphicData uri="http://schemas.openxmlformats.org/presentationml/2006/ole">
            <mc:AlternateContent xmlns:mc="http://schemas.openxmlformats.org/markup-compatibility/2006">
              <mc:Choice xmlns:v="urn:schemas-microsoft-com:vml" Requires="v">
                <p:oleObj spid="_x0000_s255008" name="公式" r:id="rId15" imgW="583920" imgH="177480" progId="Equation.3">
                  <p:embed/>
                </p:oleObj>
              </mc:Choice>
              <mc:Fallback>
                <p:oleObj name="公式" r:id="rId15" imgW="583920" imgH="177480" progId="Equation.3">
                  <p:embed/>
                  <p:pic>
                    <p:nvPicPr>
                      <p:cNvPr id="16" name="对象 15"/>
                      <p:cNvPicPr>
                        <a:picLocks noChangeAspect="1" noChangeArrowheads="1"/>
                      </p:cNvPicPr>
                      <p:nvPr/>
                    </p:nvPicPr>
                    <p:blipFill>
                      <a:blip r:embed="rId16"/>
                      <a:srcRect/>
                      <a:stretch>
                        <a:fillRect/>
                      </a:stretch>
                    </p:blipFill>
                    <p:spPr bwMode="auto">
                      <a:xfrm>
                        <a:off x="4937125" y="3665538"/>
                        <a:ext cx="1387475"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16"/>
          <p:cNvGraphicFramePr>
            <a:graphicFrameLocks noChangeAspect="1"/>
          </p:cNvGraphicFramePr>
          <p:nvPr>
            <p:extLst/>
          </p:nvPr>
        </p:nvGraphicFramePr>
        <p:xfrm>
          <a:off x="4921250" y="4098925"/>
          <a:ext cx="1435100" cy="682625"/>
        </p:xfrm>
        <a:graphic>
          <a:graphicData uri="http://schemas.openxmlformats.org/presentationml/2006/ole">
            <mc:AlternateContent xmlns:mc="http://schemas.openxmlformats.org/markup-compatibility/2006">
              <mc:Choice xmlns:v="urn:schemas-microsoft-com:vml" Requires="v">
                <p:oleObj spid="_x0000_s255009" name="公式" r:id="rId17" imgW="609480" imgH="393480" progId="Equation.3">
                  <p:embed/>
                </p:oleObj>
              </mc:Choice>
              <mc:Fallback>
                <p:oleObj name="公式" r:id="rId17" imgW="609480" imgH="393480" progId="Equation.3">
                  <p:embed/>
                  <p:pic>
                    <p:nvPicPr>
                      <p:cNvPr id="17" name="对象 16"/>
                      <p:cNvPicPr>
                        <a:picLocks noChangeAspect="1" noChangeArrowheads="1"/>
                      </p:cNvPicPr>
                      <p:nvPr/>
                    </p:nvPicPr>
                    <p:blipFill>
                      <a:blip r:embed="rId18"/>
                      <a:srcRect/>
                      <a:stretch>
                        <a:fillRect/>
                      </a:stretch>
                    </p:blipFill>
                    <p:spPr bwMode="auto">
                      <a:xfrm>
                        <a:off x="4921250" y="4098925"/>
                        <a:ext cx="14351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椭圆形标注 19"/>
          <p:cNvSpPr/>
          <p:nvPr/>
        </p:nvSpPr>
        <p:spPr>
          <a:xfrm>
            <a:off x="7010400" y="-19050"/>
            <a:ext cx="2057400" cy="914400"/>
          </a:xfrm>
          <a:prstGeom prst="wedgeEllipseCallout">
            <a:avLst>
              <a:gd name="adj1" fmla="val -54306"/>
              <a:gd name="adj2" fmla="val 70192"/>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2">
                    <a:lumMod val="50000"/>
                  </a:schemeClr>
                </a:solidFill>
              </a:rPr>
              <a:t>线性</a:t>
            </a:r>
            <a:endParaRPr lang="en-US" altLang="zh-CN" b="1" dirty="0" smtClean="0">
              <a:solidFill>
                <a:schemeClr val="bg2">
                  <a:lumMod val="50000"/>
                </a:schemeClr>
              </a:solidFill>
            </a:endParaRPr>
          </a:p>
          <a:p>
            <a:pPr algn="ctr"/>
            <a:r>
              <a:rPr lang="zh-CN" altLang="en-US" b="1" dirty="0" smtClean="0">
                <a:solidFill>
                  <a:schemeClr val="bg2">
                    <a:lumMod val="50000"/>
                  </a:schemeClr>
                </a:solidFill>
              </a:rPr>
              <a:t>各向同性</a:t>
            </a:r>
            <a:endParaRPr lang="en-US" altLang="zh-CN" b="1" dirty="0" smtClean="0">
              <a:solidFill>
                <a:schemeClr val="bg2">
                  <a:lumMod val="50000"/>
                </a:schemeClr>
              </a:solidFill>
            </a:endParaRPr>
          </a:p>
          <a:p>
            <a:pPr algn="ctr"/>
            <a:r>
              <a:rPr lang="zh-CN" altLang="en-US" b="1" dirty="0" smtClean="0">
                <a:solidFill>
                  <a:schemeClr val="bg2">
                    <a:lumMod val="50000"/>
                  </a:schemeClr>
                </a:solidFill>
              </a:rPr>
              <a:t>均匀</a:t>
            </a:r>
            <a:endParaRPr lang="zh-CN" altLang="en-US" b="1" dirty="0">
              <a:solidFill>
                <a:schemeClr val="bg2">
                  <a:lumMod val="50000"/>
                </a:schemeClr>
              </a:solidFill>
            </a:endParaRPr>
          </a:p>
        </p:txBody>
      </p:sp>
    </p:spTree>
    <p:extLst>
      <p:ext uri="{BB962C8B-B14F-4D97-AF65-F5344CB8AC3E}">
        <p14:creationId xmlns:p14="http://schemas.microsoft.com/office/powerpoint/2010/main" val="18127105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3" grpId="0" animBg="1"/>
      <p:bldP spid="20" grpId="0" animBg="1"/>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descr="Rectangle: Click to edit Master text styles&#10;Second level&#10;Third level&#10;Fourth level&#10;Fifth level"/>
          <p:cNvSpPr>
            <a:spLocks noGrp="1" noChangeArrowheads="1"/>
          </p:cNvSpPr>
          <p:nvPr>
            <p:ph type="body" idx="1"/>
          </p:nvPr>
        </p:nvSpPr>
        <p:spPr>
          <a:xfrm>
            <a:off x="838200" y="514350"/>
            <a:ext cx="7772400" cy="3086100"/>
          </a:xfrm>
        </p:spPr>
        <p:txBody>
          <a:bodyPr/>
          <a:lstStyle/>
          <a:p>
            <a:pPr marL="0" lvl="0" indent="0" eaLnBrk="1" hangingPunct="1">
              <a:buNone/>
            </a:pPr>
            <a:r>
              <a:rPr lang="zh-CN" altLang="en-US" dirty="0">
                <a:solidFill>
                  <a:srgbClr val="FF0066"/>
                </a:solidFill>
                <a:latin typeface="宋体" pitchFamily="2" charset="-122"/>
              </a:rPr>
              <a:t>电场</a:t>
            </a:r>
            <a:r>
              <a:rPr lang="en-US" altLang="zh-CN" i="1" dirty="0">
                <a:solidFill>
                  <a:srgbClr val="FF0066"/>
                </a:solidFill>
                <a:latin typeface="宋体" pitchFamily="2" charset="-122"/>
              </a:rPr>
              <a:t>E </a:t>
            </a:r>
            <a:r>
              <a:rPr lang="zh-CN" altLang="en-US" dirty="0">
                <a:solidFill>
                  <a:srgbClr val="FF0066"/>
                </a:solidFill>
                <a:latin typeface="宋体" pitchFamily="2" charset="-122"/>
              </a:rPr>
              <a:t>的</a:t>
            </a:r>
            <a:r>
              <a:rPr lang="zh-CN" altLang="en-US" dirty="0" smtClean="0">
                <a:solidFill>
                  <a:srgbClr val="FF0066"/>
                </a:solidFill>
                <a:latin typeface="宋体" pitchFamily="2" charset="-122"/>
              </a:rPr>
              <a:t>波动方程</a:t>
            </a:r>
            <a:endParaRPr lang="en-US" altLang="zh-CN" dirty="0">
              <a:latin typeface="宋体" pitchFamily="2" charset="-122"/>
            </a:endParaRPr>
          </a:p>
          <a:p>
            <a:pPr marL="0" indent="0" eaLnBrk="1" hangingPunct="1">
              <a:buNone/>
            </a:pPr>
            <a:endParaRPr lang="zh-CN" altLang="en-US" dirty="0">
              <a:latin typeface="宋体" pitchFamily="2" charset="-122"/>
            </a:endParaRPr>
          </a:p>
          <a:p>
            <a:pPr marL="0" indent="0" algn="r" eaLnBrk="1" hangingPunct="1">
              <a:buNone/>
            </a:pPr>
            <a:r>
              <a:rPr lang="zh-CN" altLang="en-US" dirty="0" smtClean="0">
                <a:latin typeface="宋体" pitchFamily="2" charset="-122"/>
              </a:rPr>
              <a:t>（</a:t>
            </a:r>
            <a:r>
              <a:rPr lang="en-US" altLang="zh-CN" dirty="0" smtClean="0">
                <a:latin typeface="宋体" pitchFamily="2" charset="-122"/>
              </a:rPr>
              <a:t>3.42</a:t>
            </a:r>
            <a:r>
              <a:rPr lang="zh-CN" altLang="en-US" dirty="0" smtClean="0">
                <a:latin typeface="宋体" pitchFamily="2" charset="-122"/>
              </a:rPr>
              <a:t>）</a:t>
            </a:r>
            <a:endParaRPr lang="en-US" altLang="zh-CN" dirty="0" smtClean="0">
              <a:latin typeface="宋体" pitchFamily="2" charset="-122"/>
            </a:endParaRPr>
          </a:p>
          <a:p>
            <a:pPr marL="0" indent="0" eaLnBrk="1" hangingPunct="1">
              <a:buNone/>
            </a:pPr>
            <a:r>
              <a:rPr lang="zh-CN" altLang="en-US" dirty="0" smtClean="0">
                <a:latin typeface="宋体" pitchFamily="2" charset="-122"/>
              </a:rPr>
              <a:t>同理可得到</a:t>
            </a:r>
            <a:r>
              <a:rPr lang="zh-CN" altLang="en-US" dirty="0" smtClean="0">
                <a:solidFill>
                  <a:srgbClr val="FF0066"/>
                </a:solidFill>
                <a:latin typeface="宋体" pitchFamily="2" charset="-122"/>
              </a:rPr>
              <a:t>磁场</a:t>
            </a:r>
            <a:r>
              <a:rPr lang="en-US" altLang="zh-CN" i="1" dirty="0">
                <a:solidFill>
                  <a:srgbClr val="FF0066"/>
                </a:solidFill>
                <a:latin typeface="宋体" pitchFamily="2" charset="-122"/>
              </a:rPr>
              <a:t>H </a:t>
            </a:r>
            <a:r>
              <a:rPr lang="zh-CN" altLang="en-US" dirty="0">
                <a:solidFill>
                  <a:srgbClr val="FF0066"/>
                </a:solidFill>
                <a:latin typeface="宋体" pitchFamily="2" charset="-122"/>
              </a:rPr>
              <a:t>的波动方程</a:t>
            </a:r>
            <a:endParaRPr lang="en-US" altLang="zh-CN" dirty="0" smtClean="0">
              <a:solidFill>
                <a:srgbClr val="FF0066"/>
              </a:solidFill>
              <a:latin typeface="宋体" pitchFamily="2" charset="-122"/>
            </a:endParaRPr>
          </a:p>
          <a:p>
            <a:pPr marL="0" lvl="0" indent="0" algn="r" eaLnBrk="1" hangingPunct="1">
              <a:buNone/>
            </a:pPr>
            <a:r>
              <a:rPr lang="zh-CN" altLang="en-US" dirty="0" smtClean="0">
                <a:latin typeface="宋体" pitchFamily="2" charset="-122"/>
              </a:rPr>
              <a:t>（</a:t>
            </a:r>
            <a:r>
              <a:rPr lang="en-US" altLang="zh-CN" dirty="0" smtClean="0">
                <a:latin typeface="宋体" pitchFamily="2" charset="-122"/>
              </a:rPr>
              <a:t>3.43</a:t>
            </a:r>
            <a:r>
              <a:rPr lang="zh-CN" altLang="en-US" dirty="0" smtClean="0">
                <a:latin typeface="宋体" pitchFamily="2" charset="-122"/>
              </a:rPr>
              <a:t>）</a:t>
            </a:r>
            <a:endParaRPr lang="en-US" altLang="zh-CN" dirty="0" smtClean="0">
              <a:latin typeface="宋体" pitchFamily="2" charset="-122"/>
            </a:endParaRPr>
          </a:p>
          <a:p>
            <a:pPr marL="0" indent="0" eaLnBrk="1" hangingPunct="1">
              <a:buNone/>
            </a:pPr>
            <a:endParaRPr lang="en-US" altLang="zh-CN" dirty="0" smtClean="0">
              <a:latin typeface="宋体" pitchFamily="2" charset="-122"/>
            </a:endParaRPr>
          </a:p>
          <a:p>
            <a:pPr marL="0" indent="0" eaLnBrk="1" hangingPunct="1">
              <a:buNone/>
            </a:pPr>
            <a:r>
              <a:rPr lang="zh-CN" altLang="en-US" dirty="0" smtClean="0">
                <a:latin typeface="宋体" pitchFamily="2" charset="-122"/>
              </a:rPr>
              <a:t> </a:t>
            </a:r>
          </a:p>
        </p:txBody>
      </p:sp>
      <p:sp>
        <p:nvSpPr>
          <p:cNvPr id="36868" name="Rectangle 5"/>
          <p:cNvSpPr>
            <a:spLocks noChangeArrowheads="1"/>
          </p:cNvSpPr>
          <p:nvPr/>
        </p:nvSpPr>
        <p:spPr bwMode="auto">
          <a:xfrm>
            <a:off x="0" y="227635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36869" name="Rectangle 7"/>
          <p:cNvSpPr>
            <a:spLocks noChangeArrowheads="1"/>
          </p:cNvSpPr>
          <p:nvPr/>
        </p:nvSpPr>
        <p:spPr bwMode="auto">
          <a:xfrm>
            <a:off x="0" y="231921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6870" name="Object 4"/>
          <p:cNvGraphicFramePr>
            <a:graphicFrameLocks noChangeAspect="1"/>
          </p:cNvGraphicFramePr>
          <p:nvPr>
            <p:extLst/>
          </p:nvPr>
        </p:nvGraphicFramePr>
        <p:xfrm>
          <a:off x="2209800" y="1340644"/>
          <a:ext cx="3048000" cy="850106"/>
        </p:xfrm>
        <a:graphic>
          <a:graphicData uri="http://schemas.openxmlformats.org/presentationml/2006/ole">
            <mc:AlternateContent xmlns:mc="http://schemas.openxmlformats.org/markup-compatibility/2006">
              <mc:Choice xmlns:v="urn:schemas-microsoft-com:vml" Requires="v">
                <p:oleObj spid="_x0000_s258056" name="公式" r:id="rId3" imgW="1231900" imgH="457200" progId="Equation.3">
                  <p:embed/>
                </p:oleObj>
              </mc:Choice>
              <mc:Fallback>
                <p:oleObj name="公式" r:id="rId3" imgW="1231900" imgH="457200" progId="Equation.3">
                  <p:embed/>
                  <p:pic>
                    <p:nvPicPr>
                      <p:cNvPr id="3687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1340644"/>
                        <a:ext cx="3048000" cy="850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1" name="Object 6"/>
          <p:cNvGraphicFramePr>
            <a:graphicFrameLocks noChangeAspect="1"/>
          </p:cNvGraphicFramePr>
          <p:nvPr>
            <p:extLst/>
          </p:nvPr>
        </p:nvGraphicFramePr>
        <p:xfrm>
          <a:off x="2773363" y="2968625"/>
          <a:ext cx="2987675" cy="822325"/>
        </p:xfrm>
        <a:graphic>
          <a:graphicData uri="http://schemas.openxmlformats.org/presentationml/2006/ole">
            <mc:AlternateContent xmlns:mc="http://schemas.openxmlformats.org/markup-compatibility/2006">
              <mc:Choice xmlns:v="urn:schemas-microsoft-com:vml" Requires="v">
                <p:oleObj spid="_x0000_s258057" name="公式" r:id="rId5" imgW="1244520" imgH="457200" progId="Equation.3">
                  <p:embed/>
                </p:oleObj>
              </mc:Choice>
              <mc:Fallback>
                <p:oleObj name="公式" r:id="rId5" imgW="1244520" imgH="457200" progId="Equation.3">
                  <p:embed/>
                  <p:pic>
                    <p:nvPicPr>
                      <p:cNvPr id="36871" name="Object 6"/>
                      <p:cNvPicPr>
                        <a:picLocks noChangeAspect="1" noChangeArrowheads="1"/>
                      </p:cNvPicPr>
                      <p:nvPr/>
                    </p:nvPicPr>
                    <p:blipFill>
                      <a:blip r:embed="rId6"/>
                      <a:srcRect/>
                      <a:stretch>
                        <a:fillRect/>
                      </a:stretch>
                    </p:blipFill>
                    <p:spPr bwMode="auto">
                      <a:xfrm>
                        <a:off x="2773363" y="2968625"/>
                        <a:ext cx="29876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20309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dirty="0" smtClean="0"/>
              <a:t>波动方程中只含有</a:t>
            </a:r>
            <a:r>
              <a:rPr lang="zh-CN" altLang="en-US" dirty="0" smtClean="0">
                <a:solidFill>
                  <a:srgbClr val="FF0066"/>
                </a:solidFill>
              </a:rPr>
              <a:t>一个矢量函数</a:t>
            </a:r>
            <a:r>
              <a:rPr lang="zh-CN" altLang="en-US" dirty="0" smtClean="0"/>
              <a:t>，可以求其解析解。</a:t>
            </a:r>
            <a:r>
              <a:rPr lang="zh-CN" altLang="en-US" dirty="0" smtClean="0">
                <a:solidFill>
                  <a:srgbClr val="C00000"/>
                </a:solidFill>
                <a:latin typeface="华文行楷" pitchFamily="2" charset="-122"/>
                <a:ea typeface="华文行楷" pitchFamily="2" charset="-122"/>
              </a:rPr>
              <a:t>波动方程的解是一个在空间中沿特定方向传播的电磁波</a:t>
            </a:r>
            <a:r>
              <a:rPr lang="zh-CN" altLang="en-US" dirty="0" smtClean="0"/>
              <a:t>。于是研究的电磁波问题，就成为一个在给定边界条件及初始条件下求解波动方程的问题。</a:t>
            </a:r>
            <a:endParaRPr lang="zh-CN" altLang="en-US" dirty="0"/>
          </a:p>
        </p:txBody>
      </p:sp>
    </p:spTree>
    <p:extLst>
      <p:ext uri="{BB962C8B-B14F-4D97-AF65-F5344CB8AC3E}">
        <p14:creationId xmlns:p14="http://schemas.microsoft.com/office/powerpoint/2010/main" val="30735855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defRPr/>
            </a:pPr>
            <a:r>
              <a:rPr lang="en-US" altLang="zh-CN" dirty="0" smtClean="0"/>
              <a:t>3.5  </a:t>
            </a:r>
            <a:r>
              <a:rPr lang="zh-CN" altLang="en-US" dirty="0" smtClean="0"/>
              <a:t>时谐电磁场</a:t>
            </a:r>
          </a:p>
        </p:txBody>
      </p:sp>
      <p:sp>
        <p:nvSpPr>
          <p:cNvPr id="2" name="内容占位符 1"/>
          <p:cNvSpPr>
            <a:spLocks noGrp="1"/>
          </p:cNvSpPr>
          <p:nvPr>
            <p:ph idx="1"/>
          </p:nvPr>
        </p:nvSpPr>
        <p:spPr/>
        <p:txBody>
          <a:bodyPr/>
          <a:lstStyle/>
          <a:p>
            <a:endParaRPr lang="zh-CN" altLang="en-US"/>
          </a:p>
        </p:txBody>
      </p:sp>
    </p:spTree>
    <p:extLst>
      <p:ext uri="{BB962C8B-B14F-4D97-AF65-F5344CB8AC3E}">
        <p14:creationId xmlns:p14="http://schemas.microsoft.com/office/powerpoint/2010/main" val="34532780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5"/>
          <p:cNvSpPr>
            <a:spLocks noChangeArrowheads="1"/>
          </p:cNvSpPr>
          <p:nvPr/>
        </p:nvSpPr>
        <p:spPr bwMode="auto">
          <a:xfrm>
            <a:off x="0" y="226206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8917" name="Object 4"/>
          <p:cNvGraphicFramePr>
            <a:graphicFrameLocks noChangeAspect="1"/>
          </p:cNvGraphicFramePr>
          <p:nvPr>
            <p:extLst/>
          </p:nvPr>
        </p:nvGraphicFramePr>
        <p:xfrm>
          <a:off x="2590800" y="2080021"/>
          <a:ext cx="3733800" cy="720329"/>
        </p:xfrm>
        <a:graphic>
          <a:graphicData uri="http://schemas.openxmlformats.org/presentationml/2006/ole">
            <mc:AlternateContent xmlns:mc="http://schemas.openxmlformats.org/markup-compatibility/2006">
              <mc:Choice xmlns:v="urn:schemas-microsoft-com:vml" Requires="v">
                <p:oleObj spid="_x0000_s261131" name="公式" r:id="rId3" imgW="1295400" imgH="330200" progId="Equation.3">
                  <p:embed/>
                </p:oleObj>
              </mc:Choice>
              <mc:Fallback>
                <p:oleObj name="公式" r:id="rId3" imgW="1295400" imgH="330200" progId="Equation.3">
                  <p:embed/>
                  <p:pic>
                    <p:nvPicPr>
                      <p:cNvPr id="3891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2080021"/>
                        <a:ext cx="3733800" cy="72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18" name="Rectangle 7"/>
          <p:cNvSpPr>
            <a:spLocks noChangeArrowheads="1"/>
          </p:cNvSpPr>
          <p:nvPr/>
        </p:nvSpPr>
        <p:spPr bwMode="auto">
          <a:xfrm>
            <a:off x="0" y="226206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8919" name="Object 6"/>
          <p:cNvGraphicFramePr>
            <a:graphicFrameLocks noChangeAspect="1"/>
          </p:cNvGraphicFramePr>
          <p:nvPr>
            <p:extLst/>
          </p:nvPr>
        </p:nvGraphicFramePr>
        <p:xfrm>
          <a:off x="2590800" y="2809875"/>
          <a:ext cx="3581400" cy="676275"/>
        </p:xfrm>
        <a:graphic>
          <a:graphicData uri="http://schemas.openxmlformats.org/presentationml/2006/ole">
            <mc:AlternateContent xmlns:mc="http://schemas.openxmlformats.org/markup-compatibility/2006">
              <mc:Choice xmlns:v="urn:schemas-microsoft-com:vml" Requires="v">
                <p:oleObj spid="_x0000_s261132" name="公式" r:id="rId5" imgW="1320227" imgH="330057" progId="Equation.3">
                  <p:embed/>
                </p:oleObj>
              </mc:Choice>
              <mc:Fallback>
                <p:oleObj name="公式" r:id="rId5" imgW="1320227" imgH="330057" progId="Equation.3">
                  <p:embed/>
                  <p:pic>
                    <p:nvPicPr>
                      <p:cNvPr id="38919"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2809875"/>
                        <a:ext cx="35814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0" name="Rectangle 9"/>
          <p:cNvSpPr>
            <a:spLocks noChangeArrowheads="1"/>
          </p:cNvSpPr>
          <p:nvPr/>
        </p:nvSpPr>
        <p:spPr bwMode="auto">
          <a:xfrm>
            <a:off x="0" y="226206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8921" name="Object 8"/>
          <p:cNvGraphicFramePr>
            <a:graphicFrameLocks noChangeAspect="1"/>
          </p:cNvGraphicFramePr>
          <p:nvPr>
            <p:extLst/>
          </p:nvPr>
        </p:nvGraphicFramePr>
        <p:xfrm>
          <a:off x="2590800" y="3543300"/>
          <a:ext cx="3429000" cy="661988"/>
        </p:xfrm>
        <a:graphic>
          <a:graphicData uri="http://schemas.openxmlformats.org/presentationml/2006/ole">
            <mc:AlternateContent xmlns:mc="http://schemas.openxmlformats.org/markup-compatibility/2006">
              <mc:Choice xmlns:v="urn:schemas-microsoft-com:vml" Requires="v">
                <p:oleObj spid="_x0000_s261133" name="公式" r:id="rId7" imgW="1295400" imgH="330200" progId="Equation.3">
                  <p:embed/>
                </p:oleObj>
              </mc:Choice>
              <mc:Fallback>
                <p:oleObj name="公式" r:id="rId7" imgW="1295400" imgH="330200" progId="Equation.3">
                  <p:embed/>
                  <p:pic>
                    <p:nvPicPr>
                      <p:cNvPr id="38921"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90800" y="3543300"/>
                        <a:ext cx="3429000"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dirty="0" smtClean="0"/>
              <a:t>复数振幅</a:t>
            </a:r>
            <a:endParaRPr lang="zh-CN" altLang="en-US" dirty="0"/>
          </a:p>
        </p:txBody>
      </p:sp>
    </p:spTree>
    <p:extLst>
      <p:ext uri="{BB962C8B-B14F-4D97-AF65-F5344CB8AC3E}">
        <p14:creationId xmlns:p14="http://schemas.microsoft.com/office/powerpoint/2010/main" val="32656479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pPr eaLnBrk="1" hangingPunct="1">
              <a:defRPr/>
            </a:pPr>
            <a:r>
              <a:rPr lang="en-US" altLang="zh-CN" smtClean="0"/>
              <a:t> </a:t>
            </a:r>
          </a:p>
        </p:txBody>
      </p:sp>
      <p:sp>
        <p:nvSpPr>
          <p:cNvPr id="39939" name="Rectangle 3" descr="Rectangle: Click to edit Master text styles&#10;Second level&#10;Third level&#10;Fourth level&#10;Fifth level"/>
          <p:cNvSpPr>
            <a:spLocks noGrp="1" noChangeArrowheads="1"/>
          </p:cNvSpPr>
          <p:nvPr>
            <p:ph type="body" idx="1"/>
          </p:nvPr>
        </p:nvSpPr>
        <p:spPr>
          <a:xfrm>
            <a:off x="609600" y="209550"/>
            <a:ext cx="7772400" cy="3086100"/>
          </a:xfrm>
        </p:spPr>
        <p:txBody>
          <a:bodyPr/>
          <a:lstStyle/>
          <a:p>
            <a:pPr marL="0" indent="0" eaLnBrk="1" hangingPunct="1">
              <a:buNone/>
            </a:pPr>
            <a:r>
              <a:rPr lang="en-US" altLang="zh-CN" dirty="0" smtClean="0">
                <a:latin typeface="宋体" pitchFamily="2" charset="-122"/>
              </a:rPr>
              <a:t>    </a:t>
            </a:r>
            <a:r>
              <a:rPr lang="zh-CN" altLang="en-US" dirty="0" smtClean="0">
                <a:latin typeface="宋体" pitchFamily="2" charset="-122"/>
              </a:rPr>
              <a:t>电场强度复矢量为         </a:t>
            </a:r>
          </a:p>
          <a:p>
            <a:pPr marL="0" indent="0" algn="r" eaLnBrk="1" hangingPunct="1">
              <a:buNone/>
            </a:pPr>
            <a:r>
              <a:rPr lang="zh-CN" altLang="en-US" dirty="0" smtClean="0">
                <a:latin typeface="宋体" pitchFamily="2" charset="-122"/>
              </a:rPr>
              <a:t>（</a:t>
            </a:r>
            <a:r>
              <a:rPr lang="en-US" altLang="zh-CN" dirty="0" smtClean="0">
                <a:latin typeface="宋体" pitchFamily="2" charset="-122"/>
              </a:rPr>
              <a:t>3.46</a:t>
            </a:r>
            <a:r>
              <a:rPr lang="zh-CN" altLang="en-US" dirty="0" smtClean="0">
                <a:latin typeface="宋体" pitchFamily="2" charset="-122"/>
              </a:rPr>
              <a:t>）</a:t>
            </a:r>
          </a:p>
          <a:p>
            <a:pPr marL="0" indent="0" eaLnBrk="1" hangingPunct="1">
              <a:buNone/>
            </a:pPr>
            <a:r>
              <a:rPr lang="zh-CN" altLang="en-US" dirty="0" smtClean="0">
                <a:latin typeface="宋体" pitchFamily="2" charset="-122"/>
              </a:rPr>
              <a:t>    </a:t>
            </a:r>
          </a:p>
          <a:p>
            <a:pPr marL="0" indent="0" eaLnBrk="1" hangingPunct="1">
              <a:buNone/>
            </a:pPr>
            <a:r>
              <a:rPr lang="zh-CN" altLang="en-US" dirty="0" smtClean="0">
                <a:latin typeface="宋体" pitchFamily="2" charset="-122"/>
              </a:rPr>
              <a:t>    电场强度</a:t>
            </a:r>
            <a:r>
              <a:rPr lang="zh-CN" altLang="en-US" dirty="0" smtClean="0">
                <a:solidFill>
                  <a:srgbClr val="C00000"/>
                </a:solidFill>
                <a:latin typeface="宋体" pitchFamily="2" charset="-122"/>
              </a:rPr>
              <a:t>瞬时值</a:t>
            </a:r>
            <a:r>
              <a:rPr lang="zh-CN" altLang="en-US" dirty="0" smtClean="0">
                <a:latin typeface="宋体" pitchFamily="2" charset="-122"/>
              </a:rPr>
              <a:t>与电场强度</a:t>
            </a:r>
            <a:r>
              <a:rPr lang="zh-CN" altLang="en-US" dirty="0" smtClean="0">
                <a:solidFill>
                  <a:srgbClr val="C00000"/>
                </a:solidFill>
                <a:latin typeface="宋体" pitchFamily="2" charset="-122"/>
              </a:rPr>
              <a:t>复矢量</a:t>
            </a:r>
            <a:r>
              <a:rPr lang="zh-CN" altLang="en-US" dirty="0" smtClean="0">
                <a:latin typeface="宋体" pitchFamily="2" charset="-122"/>
              </a:rPr>
              <a:t>之间的关系为                  </a:t>
            </a:r>
          </a:p>
          <a:p>
            <a:pPr marL="0" indent="0" algn="r" eaLnBrk="1" hangingPunct="1">
              <a:buNone/>
            </a:pPr>
            <a:r>
              <a:rPr lang="zh-CN" altLang="en-US" dirty="0" smtClean="0">
                <a:latin typeface="宋体" pitchFamily="2" charset="-122"/>
              </a:rPr>
              <a:t>（</a:t>
            </a:r>
            <a:r>
              <a:rPr lang="en-US" altLang="zh-CN" dirty="0" smtClean="0">
                <a:latin typeface="宋体" pitchFamily="2" charset="-122"/>
              </a:rPr>
              <a:t>3.47</a:t>
            </a:r>
            <a:r>
              <a:rPr lang="zh-CN" altLang="en-US" dirty="0" smtClean="0">
                <a:latin typeface="宋体" pitchFamily="2" charset="-122"/>
              </a:rPr>
              <a:t>）</a:t>
            </a:r>
            <a:endParaRPr lang="en-US" altLang="zh-CN" dirty="0" smtClean="0">
              <a:latin typeface="宋体" pitchFamily="2" charset="-122"/>
            </a:endParaRPr>
          </a:p>
          <a:p>
            <a:pPr marL="0" indent="0" eaLnBrk="1" hangingPunct="1">
              <a:buNone/>
            </a:pPr>
            <a:r>
              <a:rPr lang="zh-CN" altLang="en-US" dirty="0" smtClean="0">
                <a:latin typeface="宋体" pitchFamily="2" charset="-122"/>
              </a:rPr>
              <a:t>同理，</a:t>
            </a:r>
          </a:p>
        </p:txBody>
      </p:sp>
      <p:sp>
        <p:nvSpPr>
          <p:cNvPr id="39940" name="Rectangle 5"/>
          <p:cNvSpPr>
            <a:spLocks noChangeArrowheads="1"/>
          </p:cNvSpPr>
          <p:nvPr/>
        </p:nvSpPr>
        <p:spPr bwMode="auto">
          <a:xfrm>
            <a:off x="0" y="165246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9941" name="Object 4"/>
          <p:cNvGraphicFramePr>
            <a:graphicFrameLocks noChangeAspect="1"/>
          </p:cNvGraphicFramePr>
          <p:nvPr>
            <p:extLst/>
          </p:nvPr>
        </p:nvGraphicFramePr>
        <p:xfrm>
          <a:off x="1600200" y="933450"/>
          <a:ext cx="4648200" cy="589360"/>
        </p:xfrm>
        <a:graphic>
          <a:graphicData uri="http://schemas.openxmlformats.org/presentationml/2006/ole">
            <mc:AlternateContent xmlns:mc="http://schemas.openxmlformats.org/markup-compatibility/2006">
              <mc:Choice xmlns:v="urn:schemas-microsoft-com:vml" Requires="v">
                <p:oleObj spid="_x0000_s262155" name="公式" r:id="rId3" imgW="1968500" imgH="330200" progId="Equation.3">
                  <p:embed/>
                </p:oleObj>
              </mc:Choice>
              <mc:Fallback>
                <p:oleObj name="公式" r:id="rId3" imgW="1968500" imgH="330200" progId="Equation.3">
                  <p:embed/>
                  <p:pic>
                    <p:nvPicPr>
                      <p:cNvPr id="3994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933450"/>
                        <a:ext cx="4648200" cy="58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2" name="Rectangle 7"/>
          <p:cNvSpPr>
            <a:spLocks noChangeArrowheads="1"/>
          </p:cNvSpPr>
          <p:nvPr/>
        </p:nvSpPr>
        <p:spPr bwMode="auto">
          <a:xfrm>
            <a:off x="0" y="16167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39943" name="Object 6"/>
          <p:cNvGraphicFramePr>
            <a:graphicFrameLocks noChangeAspect="1"/>
          </p:cNvGraphicFramePr>
          <p:nvPr>
            <p:extLst/>
          </p:nvPr>
        </p:nvGraphicFramePr>
        <p:xfrm>
          <a:off x="2362200" y="2876550"/>
          <a:ext cx="3657600" cy="816769"/>
        </p:xfrm>
        <a:graphic>
          <a:graphicData uri="http://schemas.openxmlformats.org/presentationml/2006/ole">
            <mc:AlternateContent xmlns:mc="http://schemas.openxmlformats.org/markup-compatibility/2006">
              <mc:Choice xmlns:v="urn:schemas-microsoft-com:vml" Requires="v">
                <p:oleObj spid="_x0000_s262156" name="公式" r:id="rId5" imgW="1435100" imgH="431800" progId="Equation.3">
                  <p:embed/>
                </p:oleObj>
              </mc:Choice>
              <mc:Fallback>
                <p:oleObj name="公式" r:id="rId5" imgW="1435100" imgH="431800" progId="Equation.3">
                  <p:embed/>
                  <p:pic>
                    <p:nvPicPr>
                      <p:cNvPr id="39943"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00" y="2876550"/>
                        <a:ext cx="3657600" cy="81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p:cNvGraphicFramePr>
            <a:graphicFrameLocks noChangeAspect="1"/>
          </p:cNvGraphicFramePr>
          <p:nvPr>
            <p:extLst/>
          </p:nvPr>
        </p:nvGraphicFramePr>
        <p:xfrm>
          <a:off x="2344738" y="4171950"/>
          <a:ext cx="3690937" cy="817563"/>
        </p:xfrm>
        <a:graphic>
          <a:graphicData uri="http://schemas.openxmlformats.org/presentationml/2006/ole">
            <mc:AlternateContent xmlns:mc="http://schemas.openxmlformats.org/markup-compatibility/2006">
              <mc:Choice xmlns:v="urn:schemas-microsoft-com:vml" Requires="v">
                <p:oleObj spid="_x0000_s262157" name="公式" r:id="rId7" imgW="1447560" imgH="431640" progId="Equation.3">
                  <p:embed/>
                </p:oleObj>
              </mc:Choice>
              <mc:Fallback>
                <p:oleObj name="公式" r:id="rId7" imgW="1447560" imgH="431640" progId="Equation.3">
                  <p:embed/>
                  <p:pic>
                    <p:nvPicPr>
                      <p:cNvPr id="2" name="对象 1"/>
                      <p:cNvPicPr>
                        <a:picLocks noChangeAspect="1" noChangeArrowheads="1"/>
                      </p:cNvPicPr>
                      <p:nvPr/>
                    </p:nvPicPr>
                    <p:blipFill>
                      <a:blip r:embed="rId8"/>
                      <a:srcRect/>
                      <a:stretch>
                        <a:fillRect/>
                      </a:stretch>
                    </p:blipFill>
                    <p:spPr bwMode="auto">
                      <a:xfrm>
                        <a:off x="2344738" y="4171950"/>
                        <a:ext cx="3690937"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2289449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876300"/>
            <a:ext cx="7772400" cy="857250"/>
          </a:xfrm>
        </p:spPr>
        <p:txBody>
          <a:bodyPr/>
          <a:lstStyle/>
          <a:p>
            <a:pPr lvl="1"/>
            <a:r>
              <a:rPr lang="en-US" altLang="zh-CN" dirty="0">
                <a:latin typeface="隶书" pitchFamily="49" charset="-122"/>
              </a:rPr>
              <a:t>3.5.2 </a:t>
            </a:r>
            <a:r>
              <a:rPr lang="zh-CN" altLang="en-US" dirty="0">
                <a:latin typeface="隶书" pitchFamily="49" charset="-122"/>
              </a:rPr>
              <a:t>复数形式的麦克斯韦方程组和</a:t>
            </a:r>
            <a:r>
              <a:rPr lang="zh-CN" altLang="en-US" dirty="0" smtClean="0">
                <a:latin typeface="隶书" pitchFamily="49" charset="-122"/>
              </a:rPr>
              <a:t>亥姆霍兹方程</a:t>
            </a:r>
            <a:endParaRPr lang="zh-CN" altLang="en-US" dirty="0"/>
          </a:p>
        </p:txBody>
      </p:sp>
      <p:sp>
        <p:nvSpPr>
          <p:cNvPr id="3" name="内容占位符 2"/>
          <p:cNvSpPr>
            <a:spLocks noGrp="1"/>
          </p:cNvSpPr>
          <p:nvPr>
            <p:ph idx="1"/>
          </p:nvPr>
        </p:nvSpPr>
        <p:spPr>
          <a:xfrm>
            <a:off x="838200" y="1771650"/>
            <a:ext cx="6324600" cy="3086100"/>
          </a:xfrm>
        </p:spPr>
        <p:txBody>
          <a:bodyPr/>
          <a:lstStyle/>
          <a:p>
            <a:pPr marL="0" indent="0">
              <a:buNone/>
            </a:pPr>
            <a:r>
              <a:rPr lang="zh-CN" altLang="en-US" dirty="0" smtClean="0"/>
              <a:t>麦克斯韦方程组里面有微分、积分运算，在时谐场中是怎样的呢？</a:t>
            </a:r>
            <a:endParaRPr lang="zh-CN" altLang="en-US" dirty="0"/>
          </a:p>
        </p:txBody>
      </p:sp>
    </p:spTree>
    <p:extLst>
      <p:ext uri="{BB962C8B-B14F-4D97-AF65-F5344CB8AC3E}">
        <p14:creationId xmlns:p14="http://schemas.microsoft.com/office/powerpoint/2010/main" val="20817329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extLst/>
          </p:nvPr>
        </p:nvGraphicFramePr>
        <p:xfrm>
          <a:off x="549275" y="1268413"/>
          <a:ext cx="4327525" cy="1376362"/>
        </p:xfrm>
        <a:graphic>
          <a:graphicData uri="http://schemas.openxmlformats.org/presentationml/2006/ole">
            <mc:AlternateContent xmlns:mc="http://schemas.openxmlformats.org/markup-compatibility/2006">
              <mc:Choice xmlns:v="urn:schemas-microsoft-com:vml" Requires="v">
                <p:oleObj spid="_x0000_s263179" name="公式" r:id="rId3" imgW="2819160" imgH="965160" progId="Equation.3">
                  <p:embed/>
                </p:oleObj>
              </mc:Choice>
              <mc:Fallback>
                <p:oleObj name="公式" r:id="rId3" imgW="2819160" imgH="965160" progId="Equation.3">
                  <p:embed/>
                  <p:pic>
                    <p:nvPicPr>
                      <p:cNvPr id="7" name="对象 6"/>
                      <p:cNvPicPr>
                        <a:picLocks noChangeAspect="1" noChangeArrowheads="1"/>
                      </p:cNvPicPr>
                      <p:nvPr/>
                    </p:nvPicPr>
                    <p:blipFill>
                      <a:blip r:embed="rId4"/>
                      <a:srcRect/>
                      <a:stretch>
                        <a:fillRect/>
                      </a:stretch>
                    </p:blipFill>
                    <p:spPr bwMode="auto">
                      <a:xfrm>
                        <a:off x="549275" y="1268413"/>
                        <a:ext cx="4327525" cy="1376362"/>
                      </a:xfrm>
                      <a:prstGeom prst="rect">
                        <a:avLst/>
                      </a:prstGeom>
                      <a:solidFill>
                        <a:schemeClr val="tx2">
                          <a:lumMod val="20000"/>
                          <a:lumOff val="80000"/>
                        </a:schemeClr>
                      </a:solidFill>
                      <a:ln>
                        <a:noFill/>
                      </a:ln>
                    </p:spPr>
                  </p:pic>
                </p:oleObj>
              </mc:Fallback>
            </mc:AlternateContent>
          </a:graphicData>
        </a:graphic>
      </p:graphicFrame>
      <p:graphicFrame>
        <p:nvGraphicFramePr>
          <p:cNvPr id="8" name="对象 7"/>
          <p:cNvGraphicFramePr>
            <a:graphicFrameLocks noChangeAspect="1"/>
          </p:cNvGraphicFramePr>
          <p:nvPr>
            <p:extLst/>
          </p:nvPr>
        </p:nvGraphicFramePr>
        <p:xfrm>
          <a:off x="380999" y="2695928"/>
          <a:ext cx="3657601" cy="790222"/>
        </p:xfrm>
        <a:graphic>
          <a:graphicData uri="http://schemas.openxmlformats.org/presentationml/2006/ole">
            <mc:AlternateContent xmlns:mc="http://schemas.openxmlformats.org/markup-compatibility/2006">
              <mc:Choice xmlns:v="urn:schemas-microsoft-com:vml" Requires="v">
                <p:oleObj spid="_x0000_s263180" name="公式" r:id="rId5" imgW="2057400" imgH="444240" progId="Equation.3">
                  <p:embed/>
                </p:oleObj>
              </mc:Choice>
              <mc:Fallback>
                <p:oleObj name="公式" r:id="rId5" imgW="2057400" imgH="444240" progId="Equation.3">
                  <p:embed/>
                  <p:pic>
                    <p:nvPicPr>
                      <p:cNvPr id="8" name="对象 7"/>
                      <p:cNvPicPr/>
                      <p:nvPr/>
                    </p:nvPicPr>
                    <p:blipFill>
                      <a:blip r:embed="rId6"/>
                      <a:stretch>
                        <a:fillRect/>
                      </a:stretch>
                    </p:blipFill>
                    <p:spPr>
                      <a:xfrm>
                        <a:off x="380999" y="2695928"/>
                        <a:ext cx="3657601" cy="790222"/>
                      </a:xfrm>
                      <a:prstGeom prst="rect">
                        <a:avLst/>
                      </a:prstGeom>
                      <a:solidFill>
                        <a:srgbClr val="99FFCC"/>
                      </a:solidFill>
                    </p:spPr>
                  </p:pic>
                </p:oleObj>
              </mc:Fallback>
            </mc:AlternateContent>
          </a:graphicData>
        </a:graphic>
      </p:graphicFrame>
      <p:graphicFrame>
        <p:nvGraphicFramePr>
          <p:cNvPr id="9" name="对象 8"/>
          <p:cNvGraphicFramePr>
            <a:graphicFrameLocks noChangeAspect="1"/>
          </p:cNvGraphicFramePr>
          <p:nvPr>
            <p:extLst/>
          </p:nvPr>
        </p:nvGraphicFramePr>
        <p:xfrm>
          <a:off x="487363" y="3619500"/>
          <a:ext cx="5045075" cy="1085850"/>
        </p:xfrm>
        <a:graphic>
          <a:graphicData uri="http://schemas.openxmlformats.org/presentationml/2006/ole">
            <mc:AlternateContent xmlns:mc="http://schemas.openxmlformats.org/markup-compatibility/2006">
              <mc:Choice xmlns:v="urn:schemas-microsoft-com:vml" Requires="v">
                <p:oleObj spid="_x0000_s263181" name="公式" r:id="rId7" imgW="2628720" imgH="761760" progId="Equation.3">
                  <p:embed/>
                </p:oleObj>
              </mc:Choice>
              <mc:Fallback>
                <p:oleObj name="公式" r:id="rId7" imgW="2628720" imgH="761760" progId="Equation.3">
                  <p:embed/>
                  <p:pic>
                    <p:nvPicPr>
                      <p:cNvPr id="9" name="对象 8"/>
                      <p:cNvPicPr>
                        <a:picLocks noChangeAspect="1" noChangeArrowheads="1"/>
                      </p:cNvPicPr>
                      <p:nvPr/>
                    </p:nvPicPr>
                    <p:blipFill>
                      <a:blip r:embed="rId8"/>
                      <a:srcRect/>
                      <a:stretch>
                        <a:fillRect/>
                      </a:stretch>
                    </p:blipFill>
                    <p:spPr bwMode="auto">
                      <a:xfrm>
                        <a:off x="487363" y="3619500"/>
                        <a:ext cx="5045075" cy="1085850"/>
                      </a:xfrm>
                      <a:prstGeom prst="rect">
                        <a:avLst/>
                      </a:prstGeom>
                      <a:solidFill>
                        <a:schemeClr val="accent1">
                          <a:lumMod val="40000"/>
                          <a:lumOff val="60000"/>
                        </a:schemeClr>
                      </a:solidFill>
                      <a:ln>
                        <a:noFill/>
                      </a:ln>
                    </p:spPr>
                  </p:pic>
                </p:oleObj>
              </mc:Fallback>
            </mc:AlternateContent>
          </a:graphicData>
        </a:graphic>
      </p:graphicFrame>
      <p:sp>
        <p:nvSpPr>
          <p:cNvPr id="11" name="矩形 10"/>
          <p:cNvSpPr/>
          <p:nvPr/>
        </p:nvSpPr>
        <p:spPr>
          <a:xfrm>
            <a:off x="304800" y="57150"/>
            <a:ext cx="6934200" cy="1077218"/>
          </a:xfrm>
          <a:prstGeom prst="rect">
            <a:avLst/>
          </a:prstGeom>
        </p:spPr>
        <p:txBody>
          <a:bodyPr wrap="square">
            <a:spAutoFit/>
          </a:bodyPr>
          <a:lstStyle/>
          <a:p>
            <a:pPr lvl="0" eaLnBrk="1" hangingPunct="1">
              <a:spcBef>
                <a:spcPct val="50000"/>
              </a:spcBef>
            </a:pPr>
            <a:r>
              <a:rPr kumimoji="1" lang="zh-CN" altLang="en-US" sz="3200" b="1" dirty="0">
                <a:solidFill>
                  <a:srgbClr val="000000"/>
                </a:solidFill>
                <a:latin typeface="Times New Roman" pitchFamily="18" charset="0"/>
              </a:rPr>
              <a:t>正弦电场对时间的导数及积分用复数表示为：</a:t>
            </a:r>
          </a:p>
        </p:txBody>
      </p:sp>
    </p:spTree>
    <p:extLst>
      <p:ext uri="{BB962C8B-B14F-4D97-AF65-F5344CB8AC3E}">
        <p14:creationId xmlns:p14="http://schemas.microsoft.com/office/powerpoint/2010/main" val="36839351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pPr eaLnBrk="1" hangingPunct="1">
              <a:defRPr/>
            </a:pPr>
            <a:r>
              <a:rPr lang="en-US" altLang="zh-CN" smtClean="0"/>
              <a:t> </a:t>
            </a:r>
          </a:p>
        </p:txBody>
      </p:sp>
      <p:sp>
        <p:nvSpPr>
          <p:cNvPr id="40963" name="Rectangle 3" descr="Rectangle: Click to edit Master text styles&#10;Second level&#10;Third level&#10;Fourth level&#10;Fifth level"/>
          <p:cNvSpPr>
            <a:spLocks noGrp="1" noChangeArrowheads="1"/>
          </p:cNvSpPr>
          <p:nvPr>
            <p:ph type="body" idx="1"/>
          </p:nvPr>
        </p:nvSpPr>
        <p:spPr>
          <a:xfrm>
            <a:off x="609600" y="742950"/>
            <a:ext cx="7772400" cy="3086100"/>
          </a:xfrm>
        </p:spPr>
        <p:txBody>
          <a:bodyPr/>
          <a:lstStyle/>
          <a:p>
            <a:pPr marL="0" indent="0" eaLnBrk="1" hangingPunct="1">
              <a:buNone/>
            </a:pPr>
            <a:r>
              <a:rPr lang="zh-CN" altLang="en-US" dirty="0" smtClean="0">
                <a:latin typeface="宋体" pitchFamily="2" charset="-122"/>
              </a:rPr>
              <a:t>去掉时间因子    、去掉下标</a:t>
            </a:r>
            <a:r>
              <a:rPr lang="en-US" altLang="zh-CN" dirty="0" smtClean="0">
                <a:latin typeface="宋体" pitchFamily="2" charset="-122"/>
              </a:rPr>
              <a:t>m</a:t>
            </a:r>
            <a:r>
              <a:rPr lang="zh-CN" altLang="en-US" dirty="0" smtClean="0">
                <a:latin typeface="宋体" pitchFamily="2" charset="-122"/>
              </a:rPr>
              <a:t>、不再加点，</a:t>
            </a:r>
            <a:endParaRPr lang="en-US" altLang="zh-CN" dirty="0" smtClean="0">
              <a:latin typeface="宋体" pitchFamily="2" charset="-122"/>
            </a:endParaRPr>
          </a:p>
          <a:p>
            <a:pPr marL="0" indent="0" eaLnBrk="1" hangingPunct="1">
              <a:buNone/>
            </a:pPr>
            <a:r>
              <a:rPr lang="zh-CN" altLang="en-US" dirty="0" smtClean="0">
                <a:solidFill>
                  <a:srgbClr val="C00000"/>
                </a:solidFill>
                <a:latin typeface="宋体" pitchFamily="2" charset="-122"/>
              </a:rPr>
              <a:t>复数麦克斯韦方程组</a:t>
            </a:r>
            <a:r>
              <a:rPr lang="zh-CN" altLang="en-US" dirty="0" smtClean="0">
                <a:latin typeface="宋体" pitchFamily="2" charset="-122"/>
              </a:rPr>
              <a:t>的微分形式为</a:t>
            </a:r>
            <a:endParaRPr lang="en-US" altLang="zh-CN" dirty="0" smtClean="0">
              <a:latin typeface="宋体" pitchFamily="2" charset="-122"/>
            </a:endParaRPr>
          </a:p>
          <a:p>
            <a:pPr marL="0" indent="0" eaLnBrk="1" hangingPunct="1">
              <a:buNone/>
            </a:pPr>
            <a:endParaRPr lang="en-US" altLang="zh-CN" dirty="0" smtClean="0">
              <a:latin typeface="宋体" pitchFamily="2" charset="-122"/>
            </a:endParaRPr>
          </a:p>
          <a:p>
            <a:pPr marL="0" indent="0" eaLnBrk="1" hangingPunct="1">
              <a:buNone/>
            </a:pPr>
            <a:endParaRPr lang="en-US" altLang="zh-CN" dirty="0" smtClean="0">
              <a:latin typeface="宋体" pitchFamily="2" charset="-122"/>
            </a:endParaRPr>
          </a:p>
          <a:p>
            <a:pPr marL="0" indent="0" algn="r" eaLnBrk="1" hangingPunct="1">
              <a:buNone/>
            </a:pPr>
            <a:r>
              <a:rPr lang="zh-CN" altLang="en-US" dirty="0" smtClean="0">
                <a:latin typeface="宋体" pitchFamily="2" charset="-122"/>
              </a:rPr>
              <a:t>（</a:t>
            </a:r>
            <a:r>
              <a:rPr lang="en-US" altLang="zh-CN" dirty="0" smtClean="0">
                <a:latin typeface="宋体" pitchFamily="2" charset="-122"/>
              </a:rPr>
              <a:t>3.48</a:t>
            </a:r>
            <a:r>
              <a:rPr lang="zh-CN" altLang="en-US" dirty="0" smtClean="0">
                <a:latin typeface="宋体" pitchFamily="2" charset="-122"/>
              </a:rPr>
              <a:t>）</a:t>
            </a:r>
          </a:p>
          <a:p>
            <a:pPr marL="0" indent="0" eaLnBrk="1" hangingPunct="1">
              <a:buNone/>
            </a:pPr>
            <a:endParaRPr lang="zh-CN" altLang="en-US" dirty="0" smtClean="0">
              <a:latin typeface="宋体" pitchFamily="2" charset="-122"/>
            </a:endParaRPr>
          </a:p>
        </p:txBody>
      </p:sp>
      <p:sp>
        <p:nvSpPr>
          <p:cNvPr id="40964" name="Rectangle 5"/>
          <p:cNvSpPr>
            <a:spLocks noChangeArrowheads="1"/>
          </p:cNvSpPr>
          <p:nvPr/>
        </p:nvSpPr>
        <p:spPr bwMode="auto">
          <a:xfrm>
            <a:off x="0" y="226206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40965" name="Rectangle 7"/>
          <p:cNvSpPr>
            <a:spLocks noChangeArrowheads="1"/>
          </p:cNvSpPr>
          <p:nvPr/>
        </p:nvSpPr>
        <p:spPr bwMode="auto">
          <a:xfrm>
            <a:off x="0" y="226206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40966" name="Rectangle 9"/>
          <p:cNvSpPr>
            <a:spLocks noChangeArrowheads="1"/>
          </p:cNvSpPr>
          <p:nvPr/>
        </p:nvSpPr>
        <p:spPr bwMode="auto">
          <a:xfrm>
            <a:off x="0" y="226206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0967" name="Object 4"/>
          <p:cNvGraphicFramePr>
            <a:graphicFrameLocks noChangeAspect="1"/>
          </p:cNvGraphicFramePr>
          <p:nvPr>
            <p:extLst/>
          </p:nvPr>
        </p:nvGraphicFramePr>
        <p:xfrm>
          <a:off x="2719388" y="2228850"/>
          <a:ext cx="3095625" cy="1814513"/>
        </p:xfrm>
        <a:graphic>
          <a:graphicData uri="http://schemas.openxmlformats.org/presentationml/2006/ole">
            <mc:AlternateContent xmlns:mc="http://schemas.openxmlformats.org/markup-compatibility/2006">
              <mc:Choice xmlns:v="urn:schemas-microsoft-com:vml" Requires="v">
                <p:oleObj spid="_x0000_s264203" name="公式" r:id="rId3" imgW="1130040" imgH="888840" progId="Equation.3">
                  <p:embed/>
                </p:oleObj>
              </mc:Choice>
              <mc:Fallback>
                <p:oleObj name="公式" r:id="rId3" imgW="1130040" imgH="888840" progId="Equation.3">
                  <p:embed/>
                  <p:pic>
                    <p:nvPicPr>
                      <p:cNvPr id="40967" name="Object 4"/>
                      <p:cNvPicPr>
                        <a:picLocks noChangeAspect="1" noChangeArrowheads="1"/>
                      </p:cNvPicPr>
                      <p:nvPr/>
                    </p:nvPicPr>
                    <p:blipFill>
                      <a:blip r:embed="rId4"/>
                      <a:srcRect/>
                      <a:stretch>
                        <a:fillRect/>
                      </a:stretch>
                    </p:blipFill>
                    <p:spPr bwMode="auto">
                      <a:xfrm>
                        <a:off x="2719388" y="2228850"/>
                        <a:ext cx="3095625" cy="181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右大括号 1"/>
          <p:cNvSpPr/>
          <p:nvPr/>
        </p:nvSpPr>
        <p:spPr>
          <a:xfrm>
            <a:off x="6019800" y="2262069"/>
            <a:ext cx="457200" cy="1757481"/>
          </a:xfrm>
          <a:prstGeom prst="rightBrace">
            <a:avLst/>
          </a:prstGeom>
          <a:solidFill>
            <a:schemeClr val="bg1"/>
          </a:solidFill>
          <a:ln w="50800">
            <a:solidFill>
              <a:schemeClr val="tx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3" name="对象 2"/>
          <p:cNvGraphicFramePr>
            <a:graphicFrameLocks noChangeAspect="1"/>
          </p:cNvGraphicFramePr>
          <p:nvPr>
            <p:extLst/>
          </p:nvPr>
        </p:nvGraphicFramePr>
        <p:xfrm>
          <a:off x="3276600" y="895350"/>
          <a:ext cx="476250" cy="381000"/>
        </p:xfrm>
        <a:graphic>
          <a:graphicData uri="http://schemas.openxmlformats.org/presentationml/2006/ole">
            <mc:AlternateContent xmlns:mc="http://schemas.openxmlformats.org/markup-compatibility/2006">
              <mc:Choice xmlns:v="urn:schemas-microsoft-com:vml" Requires="v">
                <p:oleObj spid="_x0000_s264204" name="公式" r:id="rId5" imgW="253800" imgH="203040" progId="Equation.3">
                  <p:embed/>
                </p:oleObj>
              </mc:Choice>
              <mc:Fallback>
                <p:oleObj name="公式" r:id="rId5" imgW="253800" imgH="203040" progId="Equation.3">
                  <p:embed/>
                  <p:pic>
                    <p:nvPicPr>
                      <p:cNvPr id="3" name="对象 2"/>
                      <p:cNvPicPr/>
                      <p:nvPr/>
                    </p:nvPicPr>
                    <p:blipFill>
                      <a:blip r:embed="rId6"/>
                      <a:stretch>
                        <a:fillRect/>
                      </a:stretch>
                    </p:blipFill>
                    <p:spPr>
                      <a:xfrm>
                        <a:off x="3276600" y="895350"/>
                        <a:ext cx="476250" cy="381000"/>
                      </a:xfrm>
                      <a:prstGeom prst="rect">
                        <a:avLst/>
                      </a:prstGeom>
                    </p:spPr>
                  </p:pic>
                </p:oleObj>
              </mc:Fallback>
            </mc:AlternateContent>
          </a:graphicData>
        </a:graphic>
      </p:graphicFrame>
      <p:sp>
        <p:nvSpPr>
          <p:cNvPr id="4" name="六边形 3"/>
          <p:cNvSpPr/>
          <p:nvPr/>
        </p:nvSpPr>
        <p:spPr>
          <a:xfrm>
            <a:off x="7239000" y="1885950"/>
            <a:ext cx="1524000" cy="1295400"/>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rgbClr val="C00000"/>
                </a:solidFill>
              </a:rPr>
              <a:t>注意这里是复矢量</a:t>
            </a:r>
            <a:endParaRPr lang="zh-CN" altLang="en-US" b="1" dirty="0">
              <a:solidFill>
                <a:srgbClr val="C00000"/>
              </a:solidFill>
            </a:endParaRPr>
          </a:p>
        </p:txBody>
      </p:sp>
      <p:graphicFrame>
        <p:nvGraphicFramePr>
          <p:cNvPr id="5" name="对象 4"/>
          <p:cNvGraphicFramePr>
            <a:graphicFrameLocks noChangeAspect="1"/>
          </p:cNvGraphicFramePr>
          <p:nvPr>
            <p:extLst/>
          </p:nvPr>
        </p:nvGraphicFramePr>
        <p:xfrm>
          <a:off x="7162800" y="4324350"/>
          <a:ext cx="804718" cy="355600"/>
        </p:xfrm>
        <a:graphic>
          <a:graphicData uri="http://schemas.openxmlformats.org/presentationml/2006/ole">
            <mc:AlternateContent xmlns:mc="http://schemas.openxmlformats.org/markup-compatibility/2006">
              <mc:Choice xmlns:v="urn:schemas-microsoft-com:vml" Requires="v">
                <p:oleObj spid="_x0000_s264205" name="公式" r:id="rId7" imgW="520560" imgH="279360" progId="Equation.3">
                  <p:embed/>
                </p:oleObj>
              </mc:Choice>
              <mc:Fallback>
                <p:oleObj name="公式" r:id="rId7" imgW="520560" imgH="279360" progId="Equation.3">
                  <p:embed/>
                  <p:pic>
                    <p:nvPicPr>
                      <p:cNvPr id="5" name="对象 4"/>
                      <p:cNvPicPr/>
                      <p:nvPr/>
                    </p:nvPicPr>
                    <p:blipFill>
                      <a:blip r:embed="rId8"/>
                      <a:stretch>
                        <a:fillRect/>
                      </a:stretch>
                    </p:blipFill>
                    <p:spPr>
                      <a:xfrm>
                        <a:off x="7162800" y="4324350"/>
                        <a:ext cx="804718" cy="355600"/>
                      </a:xfrm>
                      <a:prstGeom prst="rect">
                        <a:avLst/>
                      </a:prstGeom>
                      <a:solidFill>
                        <a:schemeClr val="tx2">
                          <a:lumMod val="20000"/>
                          <a:lumOff val="80000"/>
                        </a:schemeClr>
                      </a:solidFill>
                    </p:spPr>
                  </p:pic>
                </p:oleObj>
              </mc:Fallback>
            </mc:AlternateContent>
          </a:graphicData>
        </a:graphic>
      </p:graphicFrame>
      <p:sp>
        <p:nvSpPr>
          <p:cNvPr id="7" name="矩形 6"/>
          <p:cNvSpPr/>
          <p:nvPr/>
        </p:nvSpPr>
        <p:spPr>
          <a:xfrm>
            <a:off x="6324600" y="4324350"/>
            <a:ext cx="877163" cy="369332"/>
          </a:xfrm>
          <a:prstGeom prst="rect">
            <a:avLst/>
          </a:prstGeom>
          <a:solidFill>
            <a:schemeClr val="tx2">
              <a:lumMod val="20000"/>
              <a:lumOff val="80000"/>
            </a:schemeClr>
          </a:solidFill>
        </p:spPr>
        <p:txBody>
          <a:bodyPr wrap="none">
            <a:spAutoFit/>
          </a:bodyPr>
          <a:lstStyle/>
          <a:p>
            <a:r>
              <a:rPr lang="zh-CN" altLang="en-US" b="1" dirty="0" smtClean="0"/>
              <a:t>实际是</a:t>
            </a:r>
            <a:endParaRPr lang="zh-CN" altLang="en-US" b="1" dirty="0"/>
          </a:p>
        </p:txBody>
      </p:sp>
    </p:spTree>
    <p:extLst>
      <p:ext uri="{BB962C8B-B14F-4D97-AF65-F5344CB8AC3E}">
        <p14:creationId xmlns:p14="http://schemas.microsoft.com/office/powerpoint/2010/main" val="1591111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defRPr/>
            </a:pPr>
            <a:r>
              <a:rPr lang="en-US" altLang="zh-CN" smtClean="0"/>
              <a:t> </a:t>
            </a:r>
          </a:p>
        </p:txBody>
      </p:sp>
      <p:sp>
        <p:nvSpPr>
          <p:cNvPr id="41987" name="Rectangle 3" descr="Rectangle: Click to edit Master text styles&#10;Second level&#10;Third level&#10;Fourth level&#10;Fifth level"/>
          <p:cNvSpPr>
            <a:spLocks noGrp="1" noChangeArrowheads="1"/>
          </p:cNvSpPr>
          <p:nvPr>
            <p:ph type="body" idx="1"/>
          </p:nvPr>
        </p:nvSpPr>
        <p:spPr>
          <a:xfrm>
            <a:off x="609600" y="1143000"/>
            <a:ext cx="7772400" cy="3086100"/>
          </a:xfrm>
        </p:spPr>
        <p:txBody>
          <a:bodyPr/>
          <a:lstStyle/>
          <a:p>
            <a:pPr marL="0" indent="0" eaLnBrk="1" hangingPunct="1">
              <a:buNone/>
            </a:pPr>
            <a:r>
              <a:rPr lang="en-US" altLang="zh-CN" dirty="0" smtClean="0"/>
              <a:t>        </a:t>
            </a:r>
            <a:r>
              <a:rPr lang="zh-CN" altLang="en-US" dirty="0" smtClean="0">
                <a:solidFill>
                  <a:srgbClr val="C00000"/>
                </a:solidFill>
              </a:rPr>
              <a:t>复数形式的波动方程</a:t>
            </a:r>
            <a:r>
              <a:rPr lang="zh-CN" altLang="en-US" dirty="0" smtClean="0"/>
              <a:t>（也称为亥姆霍兹方程）为</a:t>
            </a:r>
          </a:p>
        </p:txBody>
      </p:sp>
      <p:sp>
        <p:nvSpPr>
          <p:cNvPr id="41988" name="Rectangle 5"/>
          <p:cNvSpPr>
            <a:spLocks noChangeArrowheads="1"/>
          </p:cNvSpPr>
          <p:nvPr/>
        </p:nvSpPr>
        <p:spPr bwMode="auto">
          <a:xfrm>
            <a:off x="0" y="23013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1989" name="Object 4"/>
          <p:cNvGraphicFramePr>
            <a:graphicFrameLocks noChangeAspect="1"/>
          </p:cNvGraphicFramePr>
          <p:nvPr>
            <p:extLst/>
          </p:nvPr>
        </p:nvGraphicFramePr>
        <p:xfrm>
          <a:off x="2955925" y="2132013"/>
          <a:ext cx="3687763" cy="547687"/>
        </p:xfrm>
        <a:graphic>
          <a:graphicData uri="http://schemas.openxmlformats.org/presentationml/2006/ole">
            <mc:AlternateContent xmlns:mc="http://schemas.openxmlformats.org/markup-compatibility/2006">
              <mc:Choice xmlns:v="urn:schemas-microsoft-com:vml" Requires="v">
                <p:oleObj spid="_x0000_s265224" name="公式" r:id="rId3" imgW="1155600" imgH="228600" progId="Equation.3">
                  <p:embed/>
                </p:oleObj>
              </mc:Choice>
              <mc:Fallback>
                <p:oleObj name="公式" r:id="rId3" imgW="1155600" imgH="228600" progId="Equation.3">
                  <p:embed/>
                  <p:pic>
                    <p:nvPicPr>
                      <p:cNvPr id="41989" name="Object 4"/>
                      <p:cNvPicPr>
                        <a:picLocks noChangeAspect="1" noChangeArrowheads="1"/>
                      </p:cNvPicPr>
                      <p:nvPr/>
                    </p:nvPicPr>
                    <p:blipFill>
                      <a:blip r:embed="rId4"/>
                      <a:srcRect/>
                      <a:stretch>
                        <a:fillRect/>
                      </a:stretch>
                    </p:blipFill>
                    <p:spPr bwMode="auto">
                      <a:xfrm>
                        <a:off x="2955925" y="2132013"/>
                        <a:ext cx="3687763" cy="54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90" name="Rectangle 7"/>
          <p:cNvSpPr>
            <a:spLocks noChangeArrowheads="1"/>
          </p:cNvSpPr>
          <p:nvPr/>
        </p:nvSpPr>
        <p:spPr bwMode="auto">
          <a:xfrm>
            <a:off x="0" y="23013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1991" name="Object 6"/>
          <p:cNvGraphicFramePr>
            <a:graphicFrameLocks noChangeAspect="1"/>
          </p:cNvGraphicFramePr>
          <p:nvPr>
            <p:extLst/>
          </p:nvPr>
        </p:nvGraphicFramePr>
        <p:xfrm>
          <a:off x="2876550" y="2962275"/>
          <a:ext cx="3619500" cy="512763"/>
        </p:xfrm>
        <a:graphic>
          <a:graphicData uri="http://schemas.openxmlformats.org/presentationml/2006/ole">
            <mc:AlternateContent xmlns:mc="http://schemas.openxmlformats.org/markup-compatibility/2006">
              <mc:Choice xmlns:v="urn:schemas-microsoft-com:vml" Requires="v">
                <p:oleObj spid="_x0000_s265225" name="公式" r:id="rId5" imgW="1206360" imgH="228600" progId="Equation.3">
                  <p:embed/>
                </p:oleObj>
              </mc:Choice>
              <mc:Fallback>
                <p:oleObj name="公式" r:id="rId5" imgW="1206360" imgH="228600" progId="Equation.3">
                  <p:embed/>
                  <p:pic>
                    <p:nvPicPr>
                      <p:cNvPr id="41991" name="Object 6"/>
                      <p:cNvPicPr>
                        <a:picLocks noChangeAspect="1" noChangeArrowheads="1"/>
                      </p:cNvPicPr>
                      <p:nvPr/>
                    </p:nvPicPr>
                    <p:blipFill>
                      <a:blip r:embed="rId6"/>
                      <a:srcRect/>
                      <a:stretch>
                        <a:fillRect/>
                      </a:stretch>
                    </p:blipFill>
                    <p:spPr bwMode="auto">
                      <a:xfrm>
                        <a:off x="2876550" y="2962275"/>
                        <a:ext cx="3619500"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45699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1000" y="57150"/>
            <a:ext cx="7772400" cy="857250"/>
          </a:xfrm>
        </p:spPr>
        <p:txBody>
          <a:bodyPr/>
          <a:lstStyle/>
          <a:p>
            <a:r>
              <a:rPr lang="en-US" altLang="zh-CN" dirty="0">
                <a:latin typeface="隶书" pitchFamily="49" charset="-122"/>
              </a:rPr>
              <a:t> 3.5.3 </a:t>
            </a:r>
            <a:r>
              <a:rPr lang="zh-CN" altLang="en-US" dirty="0">
                <a:latin typeface="隶书" pitchFamily="49" charset="-122"/>
              </a:rPr>
              <a:t>平均能流密度矢量</a:t>
            </a:r>
            <a:endParaRPr lang="zh-CN" altLang="en-US" dirty="0"/>
          </a:p>
        </p:txBody>
      </p:sp>
      <p:sp>
        <p:nvSpPr>
          <p:cNvPr id="3" name="内容占位符 2"/>
          <p:cNvSpPr>
            <a:spLocks noGrp="1"/>
          </p:cNvSpPr>
          <p:nvPr>
            <p:ph idx="1"/>
          </p:nvPr>
        </p:nvSpPr>
        <p:spPr>
          <a:xfrm>
            <a:off x="457200" y="971550"/>
            <a:ext cx="7772400" cy="3086100"/>
          </a:xfrm>
        </p:spPr>
        <p:txBody>
          <a:bodyPr/>
          <a:lstStyle/>
          <a:p>
            <a:pPr marL="0" indent="0">
              <a:buNone/>
            </a:pPr>
            <a:r>
              <a:rPr lang="zh-CN" altLang="en-US" dirty="0" smtClean="0">
                <a:solidFill>
                  <a:srgbClr val="C00000"/>
                </a:solidFill>
              </a:rPr>
              <a:t>坡印廷矢量</a:t>
            </a:r>
            <a:endParaRPr lang="zh-CN" altLang="en-US" dirty="0">
              <a:solidFill>
                <a:srgbClr val="C00000"/>
              </a:solidFill>
            </a:endParaRPr>
          </a:p>
        </p:txBody>
      </p:sp>
      <p:sp>
        <p:nvSpPr>
          <p:cNvPr id="7" name="AutoShape 138"/>
          <p:cNvSpPr>
            <a:spLocks noChangeArrowheads="1"/>
          </p:cNvSpPr>
          <p:nvPr/>
        </p:nvSpPr>
        <p:spPr bwMode="auto">
          <a:xfrm>
            <a:off x="6096000" y="514350"/>
            <a:ext cx="2971800" cy="685800"/>
          </a:xfrm>
          <a:prstGeom prst="cloudCallout">
            <a:avLst>
              <a:gd name="adj1" fmla="val -21164"/>
              <a:gd name="adj2" fmla="val 129975"/>
            </a:avLst>
          </a:prstGeom>
          <a:solidFill>
            <a:schemeClr val="accent1"/>
          </a:solidFill>
          <a:ln w="571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400" b="1" dirty="0" smtClean="0">
                <a:latin typeface="Times New Roman" pitchFamily="18" charset="0"/>
              </a:rPr>
              <a:t>加*表示共轭</a:t>
            </a:r>
            <a:endParaRPr kumimoji="1" lang="zh-CN" altLang="en-US" sz="2400" b="1" dirty="0">
              <a:latin typeface="Times New Roman"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1972834370"/>
              </p:ext>
            </p:extLst>
          </p:nvPr>
        </p:nvGraphicFramePr>
        <p:xfrm>
          <a:off x="467544" y="1779662"/>
          <a:ext cx="7961312" cy="2093912"/>
        </p:xfrm>
        <a:graphic>
          <a:graphicData uri="http://schemas.openxmlformats.org/presentationml/2006/ole">
            <mc:AlternateContent xmlns:mc="http://schemas.openxmlformats.org/markup-compatibility/2006">
              <mc:Choice xmlns:v="urn:schemas-microsoft-com:vml" Requires="v">
                <p:oleObj spid="_x0000_s266248" name="公式" r:id="rId3" imgW="3124080" imgH="1104840" progId="Equation.3">
                  <p:embed/>
                </p:oleObj>
              </mc:Choice>
              <mc:Fallback>
                <p:oleObj name="公式" r:id="rId3" imgW="3124080" imgH="1104840" progId="Equation.3">
                  <p:embed/>
                  <p:pic>
                    <p:nvPicPr>
                      <p:cNvPr id="9" name="对象 8"/>
                      <p:cNvPicPr>
                        <a:picLocks noChangeAspect="1" noChangeArrowheads="1"/>
                      </p:cNvPicPr>
                      <p:nvPr/>
                    </p:nvPicPr>
                    <p:blipFill>
                      <a:blip r:embed="rId4"/>
                      <a:srcRect/>
                      <a:stretch>
                        <a:fillRect/>
                      </a:stretch>
                    </p:blipFill>
                    <p:spPr bwMode="auto">
                      <a:xfrm>
                        <a:off x="467544" y="1779662"/>
                        <a:ext cx="7961312" cy="209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828844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pPr eaLnBrk="1" hangingPunct="1">
              <a:defRPr/>
            </a:pPr>
            <a:r>
              <a:rPr lang="en-US" altLang="zh-CN" smtClean="0"/>
              <a:t> </a:t>
            </a:r>
          </a:p>
        </p:txBody>
      </p:sp>
      <p:sp>
        <p:nvSpPr>
          <p:cNvPr id="43011" name="Rectangle 3" descr="Rectangle: Click to edit Master text styles&#10;Second level&#10;Third level&#10;Fourth level&#10;Fifth level"/>
          <p:cNvSpPr>
            <a:spLocks noGrp="1" noChangeArrowheads="1"/>
          </p:cNvSpPr>
          <p:nvPr>
            <p:ph type="body" idx="1"/>
          </p:nvPr>
        </p:nvSpPr>
        <p:spPr>
          <a:xfrm>
            <a:off x="609600" y="476250"/>
            <a:ext cx="7772400" cy="3086100"/>
          </a:xfrm>
        </p:spPr>
        <p:txBody>
          <a:bodyPr/>
          <a:lstStyle/>
          <a:p>
            <a:pPr lvl="1" indent="0" eaLnBrk="1" hangingPunct="1">
              <a:buNone/>
            </a:pPr>
            <a:r>
              <a:rPr lang="zh-CN" altLang="en-US" dirty="0" smtClean="0">
                <a:latin typeface="宋体" pitchFamily="2" charset="-122"/>
              </a:rPr>
              <a:t>瞬时</a:t>
            </a:r>
            <a:r>
              <a:rPr lang="en-US" altLang="zh-CN" dirty="0" smtClean="0">
                <a:latin typeface="宋体" pitchFamily="2" charset="-122"/>
              </a:rPr>
              <a:t>S</a:t>
            </a:r>
            <a:r>
              <a:rPr lang="zh-CN" altLang="en-US" dirty="0" smtClean="0">
                <a:latin typeface="宋体" pitchFamily="2" charset="-122"/>
              </a:rPr>
              <a:t>在应用中意义不大，常用的是平均坡印廷矢量。</a:t>
            </a:r>
            <a:endParaRPr lang="en-US" altLang="zh-CN" dirty="0" smtClean="0">
              <a:latin typeface="宋体" pitchFamily="2" charset="-122"/>
            </a:endParaRPr>
          </a:p>
          <a:p>
            <a:pPr marL="0" indent="0" eaLnBrk="1" hangingPunct="1">
              <a:buNone/>
            </a:pPr>
            <a:endParaRPr lang="en-US" altLang="zh-CN" dirty="0" smtClean="0">
              <a:latin typeface="宋体" pitchFamily="2" charset="-122"/>
            </a:endParaRPr>
          </a:p>
          <a:p>
            <a:pPr marL="0" indent="0" eaLnBrk="1" hangingPunct="1">
              <a:buNone/>
            </a:pPr>
            <a:endParaRPr lang="en-US" altLang="zh-CN" dirty="0" smtClean="0">
              <a:latin typeface="宋体" pitchFamily="2" charset="-122"/>
            </a:endParaRPr>
          </a:p>
          <a:p>
            <a:pPr marL="0" indent="0" algn="r" eaLnBrk="1" hangingPunct="1">
              <a:buNone/>
            </a:pPr>
            <a:r>
              <a:rPr lang="zh-CN" altLang="en-US" dirty="0" smtClean="0">
                <a:latin typeface="宋体" pitchFamily="2" charset="-122"/>
              </a:rPr>
              <a:t>（</a:t>
            </a:r>
            <a:r>
              <a:rPr lang="en-US" altLang="zh-CN" dirty="0" smtClean="0">
                <a:latin typeface="宋体" pitchFamily="2" charset="-122"/>
              </a:rPr>
              <a:t>3.51</a:t>
            </a:r>
            <a:r>
              <a:rPr lang="zh-CN" altLang="en-US" dirty="0" smtClean="0">
                <a:latin typeface="宋体" pitchFamily="2" charset="-122"/>
              </a:rPr>
              <a:t>）</a:t>
            </a:r>
            <a:endParaRPr lang="en-US" altLang="zh-CN" dirty="0" smtClean="0">
              <a:latin typeface="宋体" pitchFamily="2" charset="-122"/>
            </a:endParaRPr>
          </a:p>
          <a:p>
            <a:pPr marL="0" indent="0" algn="r" eaLnBrk="1" hangingPunct="1">
              <a:buNone/>
            </a:pPr>
            <a:endParaRPr lang="en-US" altLang="zh-CN" dirty="0" smtClean="0">
              <a:latin typeface="宋体" pitchFamily="2" charset="-122"/>
            </a:endParaRPr>
          </a:p>
          <a:p>
            <a:pPr marL="0" indent="0" eaLnBrk="1" hangingPunct="1">
              <a:buNone/>
            </a:pPr>
            <a:r>
              <a:rPr lang="zh-CN" altLang="en-US" dirty="0" smtClean="0">
                <a:latin typeface="宋体" pitchFamily="2" charset="-122"/>
              </a:rPr>
              <a:t>上式为用复数表示的坡印廷矢量平均值。</a:t>
            </a:r>
          </a:p>
          <a:p>
            <a:pPr marL="0" indent="0" eaLnBrk="1" hangingPunct="1">
              <a:buNone/>
            </a:pPr>
            <a:endParaRPr lang="zh-CN" altLang="en-US" dirty="0" smtClean="0">
              <a:latin typeface="宋体" pitchFamily="2" charset="-122"/>
            </a:endParaRPr>
          </a:p>
        </p:txBody>
      </p:sp>
      <p:sp>
        <p:nvSpPr>
          <p:cNvPr id="43012" name="Rectangle 5"/>
          <p:cNvSpPr>
            <a:spLocks noChangeArrowheads="1"/>
          </p:cNvSpPr>
          <p:nvPr/>
        </p:nvSpPr>
        <p:spPr bwMode="auto">
          <a:xfrm>
            <a:off x="0" y="226206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43013" name="Rectangle 7"/>
          <p:cNvSpPr>
            <a:spLocks noChangeArrowheads="1"/>
          </p:cNvSpPr>
          <p:nvPr/>
        </p:nvSpPr>
        <p:spPr bwMode="auto">
          <a:xfrm>
            <a:off x="0" y="226206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43014" name="Rectangle 9"/>
          <p:cNvSpPr>
            <a:spLocks noChangeArrowheads="1"/>
          </p:cNvSpPr>
          <p:nvPr/>
        </p:nvSpPr>
        <p:spPr bwMode="auto">
          <a:xfrm>
            <a:off x="0" y="226206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43015" name="Object 4"/>
          <p:cNvGraphicFramePr>
            <a:graphicFrameLocks noChangeAspect="1"/>
          </p:cNvGraphicFramePr>
          <p:nvPr>
            <p:extLst>
              <p:ext uri="{D42A27DB-BD31-4B8C-83A1-F6EECF244321}">
                <p14:modId xmlns:p14="http://schemas.microsoft.com/office/powerpoint/2010/main" val="2985184048"/>
              </p:ext>
            </p:extLst>
          </p:nvPr>
        </p:nvGraphicFramePr>
        <p:xfrm>
          <a:off x="1331640" y="2355726"/>
          <a:ext cx="5183188" cy="893762"/>
        </p:xfrm>
        <a:graphic>
          <a:graphicData uri="http://schemas.openxmlformats.org/presentationml/2006/ole">
            <mc:AlternateContent xmlns:mc="http://schemas.openxmlformats.org/markup-compatibility/2006">
              <mc:Choice xmlns:v="urn:schemas-microsoft-com:vml" Requires="v">
                <p:oleObj spid="_x0000_s267270" name="公式" r:id="rId3" imgW="1879560" imgH="431640" progId="Equation.3">
                  <p:embed/>
                </p:oleObj>
              </mc:Choice>
              <mc:Fallback>
                <p:oleObj name="公式" r:id="rId3" imgW="1879560" imgH="431640" progId="Equation.3">
                  <p:embed/>
                  <p:pic>
                    <p:nvPicPr>
                      <p:cNvPr id="43015" name="Object 4"/>
                      <p:cNvPicPr>
                        <a:picLocks noChangeAspect="1" noChangeArrowheads="1"/>
                      </p:cNvPicPr>
                      <p:nvPr/>
                    </p:nvPicPr>
                    <p:blipFill>
                      <a:blip r:embed="rId4"/>
                      <a:srcRect/>
                      <a:stretch>
                        <a:fillRect/>
                      </a:stretch>
                    </p:blipFill>
                    <p:spPr bwMode="auto">
                      <a:xfrm>
                        <a:off x="1331640" y="2355726"/>
                        <a:ext cx="5183188" cy="89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407455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descr="Rectangle: Click to edit Master text styles&#10;Second level&#10;Third level&#10;Fourth level&#10;Fifth level"/>
          <p:cNvSpPr txBox="1">
            <a:spLocks noChangeArrowheads="1"/>
          </p:cNvSpPr>
          <p:nvPr/>
        </p:nvSpPr>
        <p:spPr bwMode="auto">
          <a:xfrm>
            <a:off x="457200" y="361950"/>
            <a:ext cx="7772400" cy="36004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A50021"/>
              </a:buClr>
              <a:buSzPct val="75000"/>
              <a:buFont typeface="Wingdings" pitchFamily="2" charset="2"/>
              <a:buChar char="•"/>
              <a:defRPr sz="3200" b="1" kern="1200">
                <a:solidFill>
                  <a:srgbClr val="000000"/>
                </a:solidFill>
                <a:latin typeface="+mn-lt"/>
                <a:ea typeface="+mn-ea"/>
                <a:cs typeface="+mn-cs"/>
              </a:defRPr>
            </a:lvl1pPr>
            <a:lvl2pPr marL="190500" indent="266700" algn="l" rtl="0" eaLnBrk="0" fontAlgn="base" hangingPunct="0">
              <a:spcBef>
                <a:spcPct val="20000"/>
              </a:spcBef>
              <a:spcAft>
                <a:spcPct val="0"/>
              </a:spcAft>
              <a:buClr>
                <a:schemeClr val="accent2"/>
              </a:buClr>
              <a:buSzPct val="75000"/>
              <a:buFont typeface="Wingdings" pitchFamily="2" charset="2"/>
              <a:buChar char="–"/>
              <a:defRPr kumimoji="1" sz="4000" b="1" kern="1200">
                <a:solidFill>
                  <a:schemeClr val="bg2"/>
                </a:solidFill>
                <a:latin typeface="+mn-lt"/>
                <a:ea typeface="隶书" panose="02010509060101010101" pitchFamily="49" charset="-122"/>
                <a:cs typeface="+mn-cs"/>
              </a:defRPr>
            </a:lvl2pPr>
            <a:lvl3pPr marL="381000" indent="533400" algn="l" rtl="0" eaLnBrk="0" fontAlgn="base" hangingPunct="0">
              <a:spcBef>
                <a:spcPct val="20000"/>
              </a:spcBef>
              <a:spcAft>
                <a:spcPct val="0"/>
              </a:spcAft>
              <a:buClr>
                <a:srgbClr val="666699"/>
              </a:buClr>
              <a:buSzPct val="70000"/>
              <a:buFont typeface="Wingdings" pitchFamily="2" charset="2"/>
              <a:buChar char="•"/>
              <a:defRPr kumimoji="1" sz="3600" b="1" kern="1200">
                <a:solidFill>
                  <a:srgbClr val="FF0066"/>
                </a:solidFill>
                <a:latin typeface="+mn-lt"/>
                <a:ea typeface="华文行楷" panose="02010800040101010101" pitchFamily="2" charset="-122"/>
                <a:cs typeface="+mn-cs"/>
              </a:defRPr>
            </a:lvl3pPr>
            <a:lvl4pPr marL="571500" indent="800100" algn="l" rtl="0" eaLnBrk="0" fontAlgn="base" hangingPunct="0">
              <a:spcBef>
                <a:spcPct val="20000"/>
              </a:spcBef>
              <a:spcAft>
                <a:spcPct val="0"/>
              </a:spcAft>
              <a:buSzPct val="60000"/>
              <a:buFont typeface="Wingdings" pitchFamily="2" charset="2"/>
              <a:buChar char="–"/>
              <a:defRPr sz="3400" b="1" kern="1200">
                <a:solidFill>
                  <a:srgbClr val="9900CC"/>
                </a:solidFill>
                <a:latin typeface="+mn-lt"/>
                <a:ea typeface="黑体" panose="02010609060101010101" pitchFamily="49" charset="-122"/>
                <a:cs typeface="+mn-cs"/>
              </a:defRPr>
            </a:lvl4pPr>
            <a:lvl5pPr marL="762000" indent="1066800" algn="l" rtl="0" eaLnBrk="0" fontAlgn="base" hangingPunct="0">
              <a:spcBef>
                <a:spcPct val="20000"/>
              </a:spcBef>
              <a:spcAft>
                <a:spcPct val="0"/>
              </a:spcAft>
              <a:buClr>
                <a:schemeClr val="hlink"/>
              </a:buClr>
              <a:buSzPct val="55000"/>
              <a:buFont typeface="Wingdings" pitchFamily="2" charset="2"/>
              <a:buChar char="»"/>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90000"/>
              </a:lnSpc>
              <a:buFont typeface="Wingdings" pitchFamily="2" charset="2"/>
              <a:buNone/>
            </a:pPr>
            <a:r>
              <a:rPr lang="en-US" altLang="zh-CN" dirty="0" smtClean="0">
                <a:latin typeface="宋体" pitchFamily="2" charset="-122"/>
              </a:rPr>
              <a:t>    </a:t>
            </a:r>
            <a:r>
              <a:rPr lang="zh-CN" altLang="en-US" dirty="0" smtClean="0">
                <a:latin typeface="宋体" pitchFamily="2" charset="-122"/>
              </a:rPr>
              <a:t>例</a:t>
            </a:r>
            <a:r>
              <a:rPr lang="en-US" altLang="zh-CN" dirty="0" smtClean="0">
                <a:latin typeface="宋体" pitchFamily="2" charset="-122"/>
              </a:rPr>
              <a:t>3.6  </a:t>
            </a:r>
            <a:r>
              <a:rPr lang="zh-CN" altLang="en-US" dirty="0" smtClean="0">
                <a:latin typeface="宋体" pitchFamily="2" charset="-122"/>
              </a:rPr>
              <a:t>在两导体平板      和     之间的空气中传播电磁波。已知</a:t>
            </a:r>
          </a:p>
          <a:p>
            <a:pPr marL="0" indent="0" eaLnBrk="1" hangingPunct="1">
              <a:lnSpc>
                <a:spcPct val="90000"/>
              </a:lnSpc>
              <a:buFont typeface="Wingdings" pitchFamily="2" charset="2"/>
              <a:buNone/>
            </a:pPr>
            <a:endParaRPr lang="zh-CN" altLang="en-US" dirty="0" smtClean="0">
              <a:latin typeface="宋体" pitchFamily="2" charset="-122"/>
            </a:endParaRPr>
          </a:p>
          <a:p>
            <a:pPr marL="0" indent="0" eaLnBrk="1" hangingPunct="1">
              <a:lnSpc>
                <a:spcPct val="90000"/>
              </a:lnSpc>
              <a:buFont typeface="Wingdings" pitchFamily="2" charset="2"/>
              <a:buNone/>
            </a:pPr>
            <a:endParaRPr lang="zh-CN" altLang="en-US" dirty="0" smtClean="0">
              <a:latin typeface="宋体" pitchFamily="2" charset="-122"/>
            </a:endParaRPr>
          </a:p>
          <a:p>
            <a:pPr marL="0" indent="0" eaLnBrk="1" hangingPunct="1">
              <a:lnSpc>
                <a:spcPct val="90000"/>
              </a:lnSpc>
              <a:buFont typeface="Wingdings" pitchFamily="2" charset="2"/>
              <a:buNone/>
            </a:pPr>
            <a:r>
              <a:rPr lang="zh-CN" altLang="en-US" dirty="0" smtClean="0">
                <a:latin typeface="宋体" pitchFamily="2" charset="-122"/>
              </a:rPr>
              <a:t>其中   及   为常数。求：</a:t>
            </a:r>
          </a:p>
          <a:p>
            <a:pPr marL="0" indent="0" eaLnBrk="1" hangingPunct="1">
              <a:lnSpc>
                <a:spcPct val="90000"/>
              </a:lnSpc>
              <a:buFont typeface="Wingdings" pitchFamily="2" charset="2"/>
              <a:buNone/>
            </a:pPr>
            <a:r>
              <a:rPr lang="zh-CN" altLang="en-US" dirty="0" smtClean="0">
                <a:latin typeface="宋体" pitchFamily="2" charset="-122"/>
              </a:rPr>
              <a:t>（</a:t>
            </a:r>
            <a:r>
              <a:rPr lang="en-US" altLang="zh-CN" dirty="0" smtClean="0">
                <a:latin typeface="宋体" pitchFamily="2" charset="-122"/>
              </a:rPr>
              <a:t>1</a:t>
            </a:r>
            <a:r>
              <a:rPr lang="zh-CN" altLang="en-US" dirty="0" smtClean="0">
                <a:latin typeface="宋体" pitchFamily="2" charset="-122"/>
              </a:rPr>
              <a:t>）磁场</a:t>
            </a:r>
            <a:r>
              <a:rPr lang="en-US" altLang="zh-CN" i="1" dirty="0" smtClean="0">
                <a:latin typeface="宋体" pitchFamily="2" charset="-122"/>
              </a:rPr>
              <a:t>H</a:t>
            </a:r>
            <a:r>
              <a:rPr lang="zh-CN" altLang="en-US" dirty="0" smtClean="0">
                <a:latin typeface="宋体" pitchFamily="2" charset="-122"/>
              </a:rPr>
              <a:t>；</a:t>
            </a:r>
          </a:p>
          <a:p>
            <a:pPr marL="0" indent="0" eaLnBrk="1" hangingPunct="1">
              <a:lnSpc>
                <a:spcPct val="90000"/>
              </a:lnSpc>
              <a:buFont typeface="Wingdings" pitchFamily="2" charset="2"/>
              <a:buNone/>
            </a:pPr>
            <a:r>
              <a:rPr lang="zh-CN" altLang="en-US" dirty="0" smtClean="0">
                <a:latin typeface="宋体" pitchFamily="2" charset="-122"/>
              </a:rPr>
              <a:t>（</a:t>
            </a:r>
            <a:r>
              <a:rPr lang="en-US" altLang="zh-CN" dirty="0" smtClean="0">
                <a:latin typeface="宋体" pitchFamily="2" charset="-122"/>
              </a:rPr>
              <a:t>2</a:t>
            </a:r>
            <a:r>
              <a:rPr lang="zh-CN" altLang="en-US" dirty="0" smtClean="0">
                <a:latin typeface="宋体" pitchFamily="2" charset="-122"/>
              </a:rPr>
              <a:t>）改写</a:t>
            </a:r>
            <a:r>
              <a:rPr lang="en-US" altLang="zh-CN" dirty="0" smtClean="0">
                <a:latin typeface="宋体" pitchFamily="2" charset="-122"/>
              </a:rPr>
              <a:t>E</a:t>
            </a:r>
            <a:r>
              <a:rPr lang="zh-CN" altLang="en-US" dirty="0" smtClean="0">
                <a:latin typeface="宋体" pitchFamily="2" charset="-122"/>
              </a:rPr>
              <a:t>、</a:t>
            </a:r>
            <a:r>
              <a:rPr lang="en-US" altLang="zh-CN" dirty="0" smtClean="0">
                <a:latin typeface="宋体" pitchFamily="2" charset="-122"/>
              </a:rPr>
              <a:t>H</a:t>
            </a:r>
            <a:r>
              <a:rPr lang="zh-CN" altLang="en-US" dirty="0" smtClean="0">
                <a:latin typeface="宋体" pitchFamily="2" charset="-122"/>
              </a:rPr>
              <a:t>为复数形式；</a:t>
            </a:r>
          </a:p>
          <a:p>
            <a:pPr marL="0" indent="0" eaLnBrk="1" hangingPunct="1">
              <a:lnSpc>
                <a:spcPct val="90000"/>
              </a:lnSpc>
              <a:buFont typeface="Wingdings" pitchFamily="2" charset="2"/>
              <a:buNone/>
            </a:pPr>
            <a:r>
              <a:rPr lang="zh-CN" altLang="en-US" dirty="0" smtClean="0">
                <a:latin typeface="宋体" pitchFamily="2" charset="-122"/>
              </a:rPr>
              <a:t>（</a:t>
            </a:r>
            <a:r>
              <a:rPr lang="en-US" altLang="zh-CN" dirty="0" smtClean="0">
                <a:latin typeface="宋体" pitchFamily="2" charset="-122"/>
              </a:rPr>
              <a:t>3</a:t>
            </a:r>
            <a:r>
              <a:rPr lang="zh-CN" altLang="en-US" dirty="0" smtClean="0">
                <a:latin typeface="宋体" pitchFamily="2" charset="-122"/>
              </a:rPr>
              <a:t>）求坡印廷矢量平均值。	</a:t>
            </a:r>
          </a:p>
        </p:txBody>
      </p:sp>
      <p:graphicFrame>
        <p:nvGraphicFramePr>
          <p:cNvPr id="5" name="Object 4"/>
          <p:cNvGraphicFramePr>
            <a:graphicFrameLocks noChangeAspect="1"/>
          </p:cNvGraphicFramePr>
          <p:nvPr>
            <p:extLst/>
          </p:nvPr>
        </p:nvGraphicFramePr>
        <p:xfrm>
          <a:off x="1295400" y="1352550"/>
          <a:ext cx="5181600" cy="784622"/>
        </p:xfrm>
        <a:graphic>
          <a:graphicData uri="http://schemas.openxmlformats.org/presentationml/2006/ole">
            <mc:AlternateContent xmlns:mc="http://schemas.openxmlformats.org/markup-compatibility/2006">
              <mc:Choice xmlns:v="urn:schemas-microsoft-com:vml" Requires="v">
                <p:oleObj spid="_x0000_s268305" name="公式" r:id="rId3" imgW="1930400" imgH="393700" progId="Equation.3">
                  <p:embed/>
                </p:oleObj>
              </mc:Choice>
              <mc:Fallback>
                <p:oleObj name="公式" r:id="rId3" imgW="1930400" imgH="393700" progId="Equation.3">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352550"/>
                        <a:ext cx="5181600" cy="784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6"/>
          <p:cNvGraphicFramePr>
            <a:graphicFrameLocks noChangeAspect="1"/>
          </p:cNvGraphicFramePr>
          <p:nvPr>
            <p:extLst/>
          </p:nvPr>
        </p:nvGraphicFramePr>
        <p:xfrm>
          <a:off x="5562600" y="438150"/>
          <a:ext cx="838200" cy="322660"/>
        </p:xfrm>
        <a:graphic>
          <a:graphicData uri="http://schemas.openxmlformats.org/presentationml/2006/ole">
            <mc:AlternateContent xmlns:mc="http://schemas.openxmlformats.org/markup-compatibility/2006">
              <mc:Choice xmlns:v="urn:schemas-microsoft-com:vml" Requires="v">
                <p:oleObj spid="_x0000_s268306" name="公式" r:id="rId5" imgW="355138" imgH="177569" progId="Equation.3">
                  <p:embed/>
                </p:oleObj>
              </mc:Choice>
              <mc:Fallback>
                <p:oleObj name="公式" r:id="rId5" imgW="355138" imgH="177569" progId="Equation.3">
                  <p:embed/>
                  <p:pic>
                    <p:nvPicPr>
                      <p:cNvPr id="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62600" y="438150"/>
                        <a:ext cx="838200" cy="322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8"/>
          <p:cNvGraphicFramePr>
            <a:graphicFrameLocks noChangeAspect="1"/>
          </p:cNvGraphicFramePr>
          <p:nvPr>
            <p:extLst/>
          </p:nvPr>
        </p:nvGraphicFramePr>
        <p:xfrm>
          <a:off x="7162800" y="361950"/>
          <a:ext cx="914400" cy="326231"/>
        </p:xfrm>
        <a:graphic>
          <a:graphicData uri="http://schemas.openxmlformats.org/presentationml/2006/ole">
            <mc:AlternateContent xmlns:mc="http://schemas.openxmlformats.org/markup-compatibility/2006">
              <mc:Choice xmlns:v="urn:schemas-microsoft-com:vml" Requires="v">
                <p:oleObj spid="_x0000_s268307" name="公式" r:id="rId7" imgW="380670" imgH="177646" progId="Equation.3">
                  <p:embed/>
                </p:oleObj>
              </mc:Choice>
              <mc:Fallback>
                <p:oleObj name="公式" r:id="rId7" imgW="380670" imgH="177646" progId="Equation.3">
                  <p:embed/>
                  <p:pic>
                    <p:nvPicPr>
                      <p:cNvPr id="7"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62800" y="361950"/>
                        <a:ext cx="914400" cy="326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0"/>
          <p:cNvGraphicFramePr>
            <a:graphicFrameLocks noChangeAspect="1"/>
          </p:cNvGraphicFramePr>
          <p:nvPr>
            <p:extLst/>
          </p:nvPr>
        </p:nvGraphicFramePr>
        <p:xfrm>
          <a:off x="1371600" y="2495550"/>
          <a:ext cx="457200" cy="321469"/>
        </p:xfrm>
        <a:graphic>
          <a:graphicData uri="http://schemas.openxmlformats.org/presentationml/2006/ole">
            <mc:AlternateContent xmlns:mc="http://schemas.openxmlformats.org/markup-compatibility/2006">
              <mc:Choice xmlns:v="urn:schemas-microsoft-com:vml" Requires="v">
                <p:oleObj spid="_x0000_s268308" name="公式" r:id="rId9" imgW="152334" imgH="139639" progId="Equation.3">
                  <p:embed/>
                </p:oleObj>
              </mc:Choice>
              <mc:Fallback>
                <p:oleObj name="公式" r:id="rId9" imgW="152334" imgH="139639" progId="Equation.3">
                  <p:embed/>
                  <p:pic>
                    <p:nvPicPr>
                      <p:cNvPr id="8"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1600" y="2495550"/>
                        <a:ext cx="457200" cy="32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2"/>
          <p:cNvGraphicFramePr>
            <a:graphicFrameLocks noChangeAspect="1"/>
          </p:cNvGraphicFramePr>
          <p:nvPr>
            <p:extLst/>
          </p:nvPr>
        </p:nvGraphicFramePr>
        <p:xfrm>
          <a:off x="2438401" y="2419350"/>
          <a:ext cx="422275" cy="400050"/>
        </p:xfrm>
        <a:graphic>
          <a:graphicData uri="http://schemas.openxmlformats.org/presentationml/2006/ole">
            <mc:AlternateContent xmlns:mc="http://schemas.openxmlformats.org/markup-compatibility/2006">
              <mc:Choice xmlns:v="urn:schemas-microsoft-com:vml" Requires="v">
                <p:oleObj spid="_x0000_s268309" name="公式" r:id="rId11" imgW="177646" imgH="228402" progId="Equation.3">
                  <p:embed/>
                </p:oleObj>
              </mc:Choice>
              <mc:Fallback>
                <p:oleObj name="公式" r:id="rId11" imgW="177646" imgH="228402" progId="Equation.3">
                  <p:embed/>
                  <p:pic>
                    <p:nvPicPr>
                      <p:cNvPr id="9"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38401" y="2419350"/>
                        <a:ext cx="422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803988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defRPr/>
            </a:pPr>
            <a:r>
              <a:rPr lang="en-US" altLang="zh-CN" smtClean="0"/>
              <a:t> </a:t>
            </a:r>
          </a:p>
        </p:txBody>
      </p:sp>
      <p:sp>
        <p:nvSpPr>
          <p:cNvPr id="11267" name="Rectangle 3" descr="Rectangle: Click to edit Master text styles&#10;Second level&#10;Third level&#10;Fourth level&#10;Fifth level"/>
          <p:cNvSpPr>
            <a:spLocks noGrp="1" noChangeArrowheads="1"/>
          </p:cNvSpPr>
          <p:nvPr>
            <p:ph type="body" idx="1"/>
          </p:nvPr>
        </p:nvSpPr>
        <p:spPr>
          <a:xfrm>
            <a:off x="381000" y="1485900"/>
            <a:ext cx="7772400" cy="3086100"/>
          </a:xfrm>
        </p:spPr>
        <p:txBody>
          <a:bodyPr/>
          <a:lstStyle/>
          <a:p>
            <a:pPr algn="ctr" eaLnBrk="1" hangingPunct="1">
              <a:defRPr/>
            </a:pPr>
            <a:r>
              <a:rPr lang="en-US" altLang="zh-CN" sz="5400" dirty="0" smtClean="0">
                <a:solidFill>
                  <a:srgbClr val="808000"/>
                </a:solidFill>
                <a:effectLst>
                  <a:outerShdw blurRad="38100" dist="38100" dir="2700000" algn="tl">
                    <a:srgbClr val="C0C0C0"/>
                  </a:outerShdw>
                </a:effectLst>
                <a:latin typeface="隶书" panose="02010509060101010101" pitchFamily="49" charset="-122"/>
                <a:ea typeface="隶书" panose="02010509060101010101" pitchFamily="49" charset="-122"/>
              </a:rPr>
              <a:t>  </a:t>
            </a:r>
            <a:r>
              <a:rPr lang="zh-CN" altLang="en-US" sz="6000" dirty="0" smtClean="0">
                <a:solidFill>
                  <a:srgbClr val="808000"/>
                </a:solidFill>
                <a:latin typeface="隶书" panose="02010509060101010101" pitchFamily="49" charset="-122"/>
                <a:ea typeface="隶书" panose="02010509060101010101" pitchFamily="49" charset="-122"/>
              </a:rPr>
              <a:t>第</a:t>
            </a:r>
            <a:r>
              <a:rPr lang="en-US" altLang="zh-CN" sz="6000" dirty="0" smtClean="0">
                <a:solidFill>
                  <a:srgbClr val="808000"/>
                </a:solidFill>
                <a:latin typeface="隶书" panose="02010509060101010101" pitchFamily="49" charset="-122"/>
                <a:ea typeface="隶书" panose="02010509060101010101" pitchFamily="49" charset="-122"/>
              </a:rPr>
              <a:t>4</a:t>
            </a:r>
            <a:r>
              <a:rPr lang="zh-CN" altLang="en-US" sz="6000" dirty="0" smtClean="0">
                <a:solidFill>
                  <a:srgbClr val="808000"/>
                </a:solidFill>
                <a:latin typeface="隶书" panose="02010509060101010101" pitchFamily="49" charset="-122"/>
                <a:ea typeface="隶书" panose="02010509060101010101" pitchFamily="49" charset="-122"/>
              </a:rPr>
              <a:t>章  </a:t>
            </a:r>
          </a:p>
          <a:p>
            <a:pPr algn="ctr" eaLnBrk="1" hangingPunct="1">
              <a:defRPr/>
            </a:pPr>
            <a:r>
              <a:rPr lang="zh-CN" altLang="en-US" sz="6000" dirty="0" smtClean="0">
                <a:solidFill>
                  <a:srgbClr val="808000"/>
                </a:solidFill>
                <a:latin typeface="隶书" panose="02010509060101010101" pitchFamily="49" charset="-122"/>
                <a:ea typeface="隶书" panose="02010509060101010101" pitchFamily="49" charset="-122"/>
              </a:rPr>
              <a:t>  平面电磁波</a:t>
            </a:r>
          </a:p>
        </p:txBody>
      </p:sp>
    </p:spTree>
    <p:extLst>
      <p:ext uri="{BB962C8B-B14F-4D97-AF65-F5344CB8AC3E}">
        <p14:creationId xmlns:p14="http://schemas.microsoft.com/office/powerpoint/2010/main" val="2591859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descr="Rectangle: Click to edit Master text styles&#10;Second level&#10;Third level&#10;Fourth level&#10;Fifth level"/>
          <p:cNvSpPr>
            <a:spLocks noGrp="1" noChangeArrowheads="1"/>
          </p:cNvSpPr>
          <p:nvPr>
            <p:ph type="body" idx="1"/>
          </p:nvPr>
        </p:nvSpPr>
        <p:spPr>
          <a:xfrm>
            <a:off x="838200" y="531540"/>
            <a:ext cx="7772400" cy="3086100"/>
          </a:xfrm>
        </p:spPr>
        <p:txBody>
          <a:bodyPr/>
          <a:lstStyle/>
          <a:p>
            <a:pPr eaLnBrk="1" hangingPunct="1"/>
            <a:r>
              <a:rPr lang="en-US" altLang="zh-CN" dirty="0" smtClean="0"/>
              <a:t>  </a:t>
            </a:r>
          </a:p>
        </p:txBody>
      </p:sp>
      <p:grpSp>
        <p:nvGrpSpPr>
          <p:cNvPr id="4100" name="Group 4"/>
          <p:cNvGrpSpPr>
            <a:grpSpLocks noChangeAspect="1"/>
          </p:cNvGrpSpPr>
          <p:nvPr/>
        </p:nvGrpSpPr>
        <p:grpSpPr bwMode="auto">
          <a:xfrm>
            <a:off x="1524001" y="188640"/>
            <a:ext cx="5668963" cy="616744"/>
            <a:chOff x="1296" y="1824"/>
            <a:chExt cx="2976" cy="432"/>
          </a:xfrm>
        </p:grpSpPr>
        <p:sp>
          <p:nvSpPr>
            <p:cNvPr id="4111" name="AutoShape 5"/>
            <p:cNvSpPr>
              <a:spLocks noChangeAspect="1" noChangeArrowheads="1"/>
            </p:cNvSpPr>
            <p:nvPr/>
          </p:nvSpPr>
          <p:spPr bwMode="gray">
            <a:xfrm>
              <a:off x="1536" y="1899"/>
              <a:ext cx="2736" cy="288"/>
            </a:xfrm>
            <a:prstGeom prst="roundRect">
              <a:avLst>
                <a:gd name="adj" fmla="val 16667"/>
              </a:avLst>
            </a:prstGeom>
            <a:solidFill>
              <a:srgbClr val="CC6600"/>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endParaRPr lang="zh-CN" altLang="en-US"/>
            </a:p>
          </p:txBody>
        </p:sp>
        <p:sp>
          <p:nvSpPr>
            <p:cNvPr id="4112" name="AutoShape 6"/>
            <p:cNvSpPr>
              <a:spLocks noChangeAspect="1" noChangeArrowheads="1"/>
            </p:cNvSpPr>
            <p:nvPr/>
          </p:nvSpPr>
          <p:spPr bwMode="gray">
            <a:xfrm>
              <a:off x="1296" y="1824"/>
              <a:ext cx="432" cy="432"/>
            </a:xfrm>
            <a:prstGeom prst="diamond">
              <a:avLst/>
            </a:prstGeom>
            <a:solidFill>
              <a:srgbClr val="CC6600"/>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endParaRPr lang="zh-CN" altLang="en-US"/>
            </a:p>
          </p:txBody>
        </p:sp>
        <p:sp>
          <p:nvSpPr>
            <p:cNvPr id="4113" name="Text Box 7">
              <a:hlinkClick r:id="rId2" action="ppaction://hlinksldjump"/>
            </p:cNvPr>
            <p:cNvSpPr txBox="1">
              <a:spLocks noChangeAspect="1" noChangeArrowheads="1"/>
            </p:cNvSpPr>
            <p:nvPr/>
          </p:nvSpPr>
          <p:spPr bwMode="gray">
            <a:xfrm>
              <a:off x="1680" y="1934"/>
              <a:ext cx="2160" cy="280"/>
            </a:xfrm>
            <a:prstGeom prst="rect">
              <a:avLst/>
            </a:prstGeom>
            <a:solidFill>
              <a:srgbClr val="CC66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000" b="1" dirty="0">
                  <a:solidFill>
                    <a:schemeClr val="bg1"/>
                  </a:solidFill>
                  <a:ea typeface="华文新魏" pitchFamily="2" charset="-122"/>
                </a:rPr>
                <a:t>无界理想介质中的均匀平面波</a:t>
              </a:r>
            </a:p>
          </p:txBody>
        </p:sp>
        <p:sp>
          <p:nvSpPr>
            <p:cNvPr id="4114" name="Text Box 8"/>
            <p:cNvSpPr txBox="1">
              <a:spLocks noChangeAspect="1" noChangeArrowheads="1"/>
            </p:cNvSpPr>
            <p:nvPr/>
          </p:nvSpPr>
          <p:spPr bwMode="gray">
            <a:xfrm>
              <a:off x="1363" y="1911"/>
              <a:ext cx="284" cy="280"/>
            </a:xfrm>
            <a:prstGeom prst="rect">
              <a:avLst/>
            </a:prstGeom>
            <a:solidFill>
              <a:srgbClr val="CC66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000" b="1" dirty="0">
                  <a:solidFill>
                    <a:schemeClr val="bg1"/>
                  </a:solidFill>
                  <a:ea typeface="仿宋_GB2312" pitchFamily="49" charset="-122"/>
                </a:rPr>
                <a:t>4.1</a:t>
              </a:r>
            </a:p>
          </p:txBody>
        </p:sp>
      </p:grpSp>
      <p:grpSp>
        <p:nvGrpSpPr>
          <p:cNvPr id="4101" name="Group 9"/>
          <p:cNvGrpSpPr>
            <a:grpSpLocks noChangeAspect="1"/>
          </p:cNvGrpSpPr>
          <p:nvPr/>
        </p:nvGrpSpPr>
        <p:grpSpPr bwMode="auto">
          <a:xfrm>
            <a:off x="1524001" y="1045890"/>
            <a:ext cx="5668963" cy="616744"/>
            <a:chOff x="1296" y="1824"/>
            <a:chExt cx="2976" cy="432"/>
          </a:xfrm>
        </p:grpSpPr>
        <p:sp>
          <p:nvSpPr>
            <p:cNvPr id="4107" name="AutoShape 10">
              <a:hlinkClick r:id="rId3" action="ppaction://hlinksldjump"/>
            </p:cNvPr>
            <p:cNvSpPr>
              <a:spLocks noChangeAspect="1" noChangeArrowheads="1"/>
            </p:cNvSpPr>
            <p:nvPr/>
          </p:nvSpPr>
          <p:spPr bwMode="gray">
            <a:xfrm>
              <a:off x="1536" y="1899"/>
              <a:ext cx="2736" cy="288"/>
            </a:xfrm>
            <a:prstGeom prst="roundRect">
              <a:avLst>
                <a:gd name="adj" fmla="val 16667"/>
              </a:avLst>
            </a:prstGeom>
            <a:solidFill>
              <a:srgbClr val="0000CC"/>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endParaRPr lang="zh-CN" altLang="en-US"/>
            </a:p>
          </p:txBody>
        </p:sp>
        <p:sp>
          <p:nvSpPr>
            <p:cNvPr id="4108" name="AutoShape 11"/>
            <p:cNvSpPr>
              <a:spLocks noChangeAspect="1" noChangeArrowheads="1"/>
            </p:cNvSpPr>
            <p:nvPr/>
          </p:nvSpPr>
          <p:spPr bwMode="gray">
            <a:xfrm>
              <a:off x="1296" y="1824"/>
              <a:ext cx="432" cy="432"/>
            </a:xfrm>
            <a:prstGeom prst="diamond">
              <a:avLst/>
            </a:prstGeom>
            <a:solidFill>
              <a:srgbClr val="0000CC"/>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endParaRPr lang="zh-CN" altLang="en-US"/>
            </a:p>
          </p:txBody>
        </p:sp>
        <p:sp>
          <p:nvSpPr>
            <p:cNvPr id="4109" name="Text Box 12">
              <a:hlinkClick r:id="rId4" action="ppaction://hlinksldjump"/>
            </p:cNvPr>
            <p:cNvSpPr txBox="1">
              <a:spLocks noChangeAspect="1" noChangeArrowheads="1"/>
            </p:cNvSpPr>
            <p:nvPr/>
          </p:nvSpPr>
          <p:spPr bwMode="gray">
            <a:xfrm>
              <a:off x="1762" y="1938"/>
              <a:ext cx="2160" cy="280"/>
            </a:xfrm>
            <a:prstGeom prst="rect">
              <a:avLst/>
            </a:prstGeom>
            <a:solidFill>
              <a:srgbClr val="0000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000" b="1" dirty="0" smtClean="0">
                  <a:solidFill>
                    <a:schemeClr val="bg1"/>
                  </a:solidFill>
                  <a:ea typeface="华文新魏" pitchFamily="2" charset="-122"/>
                </a:rPr>
                <a:t>波的极化</a:t>
              </a:r>
              <a:endParaRPr lang="zh-CN" altLang="en-US" sz="2000" b="1" dirty="0">
                <a:solidFill>
                  <a:schemeClr val="bg1"/>
                </a:solidFill>
                <a:ea typeface="华文新魏" pitchFamily="2" charset="-122"/>
              </a:endParaRPr>
            </a:p>
          </p:txBody>
        </p:sp>
        <p:sp>
          <p:nvSpPr>
            <p:cNvPr id="4110" name="Text Box 13"/>
            <p:cNvSpPr txBox="1">
              <a:spLocks noChangeAspect="1" noChangeArrowheads="1"/>
            </p:cNvSpPr>
            <p:nvPr/>
          </p:nvSpPr>
          <p:spPr bwMode="gray">
            <a:xfrm>
              <a:off x="1363" y="1911"/>
              <a:ext cx="284" cy="280"/>
            </a:xfrm>
            <a:prstGeom prst="rect">
              <a:avLst/>
            </a:prstGeom>
            <a:solidFill>
              <a:srgbClr val="0000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000" b="1">
                  <a:solidFill>
                    <a:schemeClr val="bg1"/>
                  </a:solidFill>
                  <a:ea typeface="仿宋_GB2312" pitchFamily="49" charset="-122"/>
                </a:rPr>
                <a:t>4.2</a:t>
              </a:r>
            </a:p>
          </p:txBody>
        </p:sp>
      </p:grpSp>
      <p:grpSp>
        <p:nvGrpSpPr>
          <p:cNvPr id="4102" name="Group 14"/>
          <p:cNvGrpSpPr>
            <a:grpSpLocks noChangeAspect="1"/>
          </p:cNvGrpSpPr>
          <p:nvPr/>
        </p:nvGrpSpPr>
        <p:grpSpPr bwMode="auto">
          <a:xfrm>
            <a:off x="1524001" y="1845990"/>
            <a:ext cx="5668963" cy="616744"/>
            <a:chOff x="1296" y="1824"/>
            <a:chExt cx="2976" cy="432"/>
          </a:xfrm>
        </p:grpSpPr>
        <p:sp>
          <p:nvSpPr>
            <p:cNvPr id="4103" name="AutoShape 15">
              <a:hlinkClick r:id="rId5" action="ppaction://hlinksldjump"/>
            </p:cNvPr>
            <p:cNvSpPr>
              <a:spLocks noChangeAspect="1" noChangeArrowheads="1"/>
            </p:cNvSpPr>
            <p:nvPr/>
          </p:nvSpPr>
          <p:spPr bwMode="gray">
            <a:xfrm>
              <a:off x="1536" y="1899"/>
              <a:ext cx="2736" cy="288"/>
            </a:xfrm>
            <a:prstGeom prst="roundRect">
              <a:avLst>
                <a:gd name="adj" fmla="val 16667"/>
              </a:avLst>
            </a:prstGeom>
            <a:solidFill>
              <a:srgbClr val="CC0066"/>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endParaRPr lang="zh-CN" altLang="en-US"/>
            </a:p>
          </p:txBody>
        </p:sp>
        <p:sp>
          <p:nvSpPr>
            <p:cNvPr id="4104" name="AutoShape 16"/>
            <p:cNvSpPr>
              <a:spLocks noChangeAspect="1" noChangeArrowheads="1"/>
            </p:cNvSpPr>
            <p:nvPr/>
          </p:nvSpPr>
          <p:spPr bwMode="gray">
            <a:xfrm>
              <a:off x="1296" y="1824"/>
              <a:ext cx="432" cy="432"/>
            </a:xfrm>
            <a:prstGeom prst="diamond">
              <a:avLst/>
            </a:prstGeom>
            <a:solidFill>
              <a:srgbClr val="CC0066"/>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endParaRPr lang="zh-CN" altLang="en-US"/>
            </a:p>
          </p:txBody>
        </p:sp>
        <p:sp>
          <p:nvSpPr>
            <p:cNvPr id="4105" name="Text Box 17">
              <a:hlinkClick r:id="rId5" action="ppaction://hlinksldjump"/>
            </p:cNvPr>
            <p:cNvSpPr txBox="1">
              <a:spLocks noChangeAspect="1" noChangeArrowheads="1"/>
            </p:cNvSpPr>
            <p:nvPr/>
          </p:nvSpPr>
          <p:spPr bwMode="gray">
            <a:xfrm>
              <a:off x="1691" y="1941"/>
              <a:ext cx="2160" cy="280"/>
            </a:xfrm>
            <a:prstGeom prst="rect">
              <a:avLst/>
            </a:prstGeom>
            <a:solidFill>
              <a:srgbClr val="CC00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000" b="1" dirty="0">
                  <a:solidFill>
                    <a:schemeClr val="bg1"/>
                  </a:solidFill>
                  <a:ea typeface="华文新魏" pitchFamily="2" charset="-122"/>
                </a:rPr>
                <a:t>无界损耗媒质中的均匀</a:t>
              </a:r>
              <a:r>
                <a:rPr lang="zh-CN" altLang="en-US" sz="2000" b="1" dirty="0" smtClean="0">
                  <a:solidFill>
                    <a:schemeClr val="bg1"/>
                  </a:solidFill>
                  <a:ea typeface="华文新魏" pitchFamily="2" charset="-122"/>
                </a:rPr>
                <a:t>平面波</a:t>
              </a:r>
              <a:endParaRPr lang="zh-CN" altLang="en-US" sz="2000" b="1" dirty="0">
                <a:solidFill>
                  <a:schemeClr val="bg1"/>
                </a:solidFill>
                <a:ea typeface="华文新魏" pitchFamily="2" charset="-122"/>
              </a:endParaRPr>
            </a:p>
          </p:txBody>
        </p:sp>
        <p:sp>
          <p:nvSpPr>
            <p:cNvPr id="4106" name="Text Box 18"/>
            <p:cNvSpPr txBox="1">
              <a:spLocks noChangeAspect="1" noChangeArrowheads="1"/>
            </p:cNvSpPr>
            <p:nvPr/>
          </p:nvSpPr>
          <p:spPr bwMode="gray">
            <a:xfrm>
              <a:off x="1363" y="1922"/>
              <a:ext cx="284" cy="280"/>
            </a:xfrm>
            <a:prstGeom prst="rect">
              <a:avLst/>
            </a:prstGeom>
            <a:solidFill>
              <a:srgbClr val="CC00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000" b="1" dirty="0">
                  <a:solidFill>
                    <a:schemeClr val="bg1"/>
                  </a:solidFill>
                  <a:ea typeface="仿宋_GB2312" pitchFamily="49" charset="-122"/>
                </a:rPr>
                <a:t>4.3</a:t>
              </a:r>
            </a:p>
          </p:txBody>
        </p:sp>
      </p:grpSp>
      <p:grpSp>
        <p:nvGrpSpPr>
          <p:cNvPr id="19" name="Group 4"/>
          <p:cNvGrpSpPr>
            <a:grpSpLocks noChangeAspect="1"/>
          </p:cNvGrpSpPr>
          <p:nvPr/>
        </p:nvGrpSpPr>
        <p:grpSpPr bwMode="auto">
          <a:xfrm>
            <a:off x="1441443" y="2610488"/>
            <a:ext cx="5670868" cy="618172"/>
            <a:chOff x="1295" y="1823"/>
            <a:chExt cx="2977" cy="433"/>
          </a:xfrm>
        </p:grpSpPr>
        <p:sp>
          <p:nvSpPr>
            <p:cNvPr id="20" name="AutoShape 5"/>
            <p:cNvSpPr>
              <a:spLocks noChangeAspect="1" noChangeArrowheads="1"/>
            </p:cNvSpPr>
            <p:nvPr/>
          </p:nvSpPr>
          <p:spPr bwMode="gray">
            <a:xfrm>
              <a:off x="1536" y="1899"/>
              <a:ext cx="2736" cy="288"/>
            </a:xfrm>
            <a:prstGeom prst="roundRect">
              <a:avLst>
                <a:gd name="adj" fmla="val 16667"/>
              </a:avLst>
            </a:prstGeom>
            <a:solidFill>
              <a:schemeClr val="tx2">
                <a:lumMod val="40000"/>
                <a:lumOff val="60000"/>
              </a:schemeClr>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endParaRPr lang="zh-CN" altLang="en-US"/>
            </a:p>
          </p:txBody>
        </p:sp>
        <p:sp>
          <p:nvSpPr>
            <p:cNvPr id="21" name="AutoShape 6"/>
            <p:cNvSpPr>
              <a:spLocks noChangeAspect="1" noChangeArrowheads="1"/>
            </p:cNvSpPr>
            <p:nvPr/>
          </p:nvSpPr>
          <p:spPr bwMode="gray">
            <a:xfrm>
              <a:off x="1296" y="1824"/>
              <a:ext cx="432" cy="432"/>
            </a:xfrm>
            <a:prstGeom prst="diamond">
              <a:avLst/>
            </a:prstGeom>
            <a:solidFill>
              <a:srgbClr val="CC6600"/>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endParaRPr lang="zh-CN" altLang="en-US"/>
            </a:p>
          </p:txBody>
        </p:sp>
        <p:sp>
          <p:nvSpPr>
            <p:cNvPr id="35" name="AutoShape 6"/>
            <p:cNvSpPr>
              <a:spLocks noChangeAspect="1" noChangeArrowheads="1"/>
            </p:cNvSpPr>
            <p:nvPr/>
          </p:nvSpPr>
          <p:spPr bwMode="gray">
            <a:xfrm>
              <a:off x="1295" y="1823"/>
              <a:ext cx="432" cy="432"/>
            </a:xfrm>
            <a:prstGeom prst="diamond">
              <a:avLst/>
            </a:prstGeom>
            <a:solidFill>
              <a:schemeClr val="tx2">
                <a:lumMod val="40000"/>
                <a:lumOff val="60000"/>
              </a:schemeClr>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r>
                <a:rPr lang="en-US" altLang="zh-CN" dirty="0" smtClean="0"/>
                <a:t>4.2</a:t>
              </a:r>
              <a:endParaRPr lang="zh-CN" altLang="en-US" dirty="0"/>
            </a:p>
          </p:txBody>
        </p:sp>
        <p:sp>
          <p:nvSpPr>
            <p:cNvPr id="36" name="Text Box 7">
              <a:hlinkClick r:id="rId2" action="ppaction://hlinksldjump"/>
            </p:cNvPr>
            <p:cNvSpPr txBox="1">
              <a:spLocks noChangeAspect="1" noChangeArrowheads="1"/>
            </p:cNvSpPr>
            <p:nvPr/>
          </p:nvSpPr>
          <p:spPr bwMode="gray">
            <a:xfrm>
              <a:off x="1720" y="1950"/>
              <a:ext cx="2160" cy="280"/>
            </a:xfrm>
            <a:prstGeom prst="rect">
              <a:avLst/>
            </a:prstGeom>
            <a:solidFill>
              <a:schemeClr val="tx2">
                <a:lumMod val="40000"/>
                <a:lumOff val="60000"/>
              </a:scheme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endParaRPr lang="zh-CN" altLang="en-US" sz="2000" b="1" dirty="0">
                <a:solidFill>
                  <a:schemeClr val="bg1"/>
                </a:solidFill>
                <a:ea typeface="华文新魏" pitchFamily="2" charset="-122"/>
              </a:endParaRPr>
            </a:p>
          </p:txBody>
        </p:sp>
        <p:sp>
          <p:nvSpPr>
            <p:cNvPr id="23" name="Text Box 8"/>
            <p:cNvSpPr txBox="1">
              <a:spLocks noChangeAspect="1" noChangeArrowheads="1"/>
            </p:cNvSpPr>
            <p:nvPr/>
          </p:nvSpPr>
          <p:spPr bwMode="gray">
            <a:xfrm>
              <a:off x="1364" y="1911"/>
              <a:ext cx="284" cy="280"/>
            </a:xfrm>
            <a:prstGeom prst="rect">
              <a:avLst/>
            </a:prstGeom>
            <a:solidFill>
              <a:schemeClr val="tx2">
                <a:lumMod val="40000"/>
                <a:lumOff val="60000"/>
              </a:scheme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000" b="1" dirty="0" smtClean="0">
                  <a:solidFill>
                    <a:schemeClr val="bg1"/>
                  </a:solidFill>
                  <a:ea typeface="仿宋_GB2312" pitchFamily="49" charset="-122"/>
                </a:rPr>
                <a:t>4.4</a:t>
              </a:r>
              <a:endParaRPr lang="en-US" altLang="zh-CN" sz="2000" b="1" dirty="0">
                <a:solidFill>
                  <a:schemeClr val="bg1"/>
                </a:solidFill>
                <a:ea typeface="仿宋_GB2312" pitchFamily="49" charset="-122"/>
              </a:endParaRPr>
            </a:p>
          </p:txBody>
        </p:sp>
        <p:sp>
          <p:nvSpPr>
            <p:cNvPr id="22" name="Text Box 7">
              <a:hlinkClick r:id="rId2" action="ppaction://hlinksldjump"/>
            </p:cNvPr>
            <p:cNvSpPr txBox="1">
              <a:spLocks noChangeAspect="1" noChangeArrowheads="1"/>
            </p:cNvSpPr>
            <p:nvPr/>
          </p:nvSpPr>
          <p:spPr bwMode="gray">
            <a:xfrm>
              <a:off x="1789" y="1913"/>
              <a:ext cx="2331" cy="280"/>
            </a:xfrm>
            <a:prstGeom prst="rect">
              <a:avLst/>
            </a:prstGeom>
            <a:solidFill>
              <a:schemeClr val="tx2">
                <a:lumMod val="40000"/>
                <a:lumOff val="60000"/>
              </a:scheme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000" b="1" dirty="0">
                  <a:solidFill>
                    <a:schemeClr val="bg1"/>
                  </a:solidFill>
                  <a:ea typeface="华文新魏" pitchFamily="2" charset="-122"/>
                </a:rPr>
                <a:t>均匀平面波对平面分界面的垂直</a:t>
              </a:r>
              <a:r>
                <a:rPr lang="zh-CN" altLang="en-US" sz="2000" b="1" dirty="0" smtClean="0">
                  <a:solidFill>
                    <a:schemeClr val="bg1"/>
                  </a:solidFill>
                  <a:ea typeface="华文新魏" pitchFamily="2" charset="-122"/>
                </a:rPr>
                <a:t>入射</a:t>
              </a:r>
              <a:endParaRPr lang="zh-CN" altLang="en-US" sz="2000" b="1" dirty="0">
                <a:solidFill>
                  <a:schemeClr val="bg1"/>
                </a:solidFill>
                <a:ea typeface="华文新魏" pitchFamily="2" charset="-122"/>
              </a:endParaRPr>
            </a:p>
          </p:txBody>
        </p:sp>
      </p:grpSp>
      <p:grpSp>
        <p:nvGrpSpPr>
          <p:cNvPr id="29" name="Group 14"/>
          <p:cNvGrpSpPr>
            <a:grpSpLocks noChangeAspect="1"/>
          </p:cNvGrpSpPr>
          <p:nvPr/>
        </p:nvGrpSpPr>
        <p:grpSpPr bwMode="auto">
          <a:xfrm>
            <a:off x="1475656" y="3579862"/>
            <a:ext cx="5668963" cy="616744"/>
            <a:chOff x="1296" y="1824"/>
            <a:chExt cx="2976" cy="432"/>
          </a:xfrm>
        </p:grpSpPr>
        <p:sp>
          <p:nvSpPr>
            <p:cNvPr id="30" name="AutoShape 15">
              <a:hlinkClick r:id="rId5" action="ppaction://hlinksldjump"/>
            </p:cNvPr>
            <p:cNvSpPr>
              <a:spLocks noChangeAspect="1" noChangeArrowheads="1"/>
            </p:cNvSpPr>
            <p:nvPr/>
          </p:nvSpPr>
          <p:spPr bwMode="gray">
            <a:xfrm>
              <a:off x="1536" y="1899"/>
              <a:ext cx="2736" cy="288"/>
            </a:xfrm>
            <a:prstGeom prst="roundRect">
              <a:avLst>
                <a:gd name="adj" fmla="val 16667"/>
              </a:avLst>
            </a:prstGeom>
            <a:solidFill>
              <a:srgbClr val="00B050"/>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endParaRPr lang="zh-CN" altLang="en-US"/>
            </a:p>
          </p:txBody>
        </p:sp>
        <p:sp>
          <p:nvSpPr>
            <p:cNvPr id="31" name="AutoShape 16"/>
            <p:cNvSpPr>
              <a:spLocks noChangeAspect="1" noChangeArrowheads="1"/>
            </p:cNvSpPr>
            <p:nvPr/>
          </p:nvSpPr>
          <p:spPr bwMode="gray">
            <a:xfrm>
              <a:off x="1296" y="1824"/>
              <a:ext cx="432" cy="432"/>
            </a:xfrm>
            <a:prstGeom prst="diamond">
              <a:avLst/>
            </a:prstGeom>
            <a:solidFill>
              <a:srgbClr val="00B050"/>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p>
              <a:pPr eaLnBrk="1" hangingPunct="1"/>
              <a:endParaRPr lang="zh-CN" altLang="en-US"/>
            </a:p>
          </p:txBody>
        </p:sp>
        <p:sp>
          <p:nvSpPr>
            <p:cNvPr id="32" name="Text Box 17">
              <a:hlinkClick r:id="rId5" action="ppaction://hlinksldjump"/>
            </p:cNvPr>
            <p:cNvSpPr txBox="1">
              <a:spLocks noChangeAspect="1" noChangeArrowheads="1"/>
            </p:cNvSpPr>
            <p:nvPr/>
          </p:nvSpPr>
          <p:spPr bwMode="gray">
            <a:xfrm>
              <a:off x="1680" y="1934"/>
              <a:ext cx="2160" cy="280"/>
            </a:xfrm>
            <a:prstGeom prst="rect">
              <a:avLst/>
            </a:prstGeom>
            <a:solidFill>
              <a:srgbClr val="00B05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000" b="1" dirty="0">
                  <a:solidFill>
                    <a:schemeClr val="bg1"/>
                  </a:solidFill>
                  <a:ea typeface="华文新魏" pitchFamily="2" charset="-122"/>
                </a:rPr>
                <a:t>均匀平面波对平面分界面的斜入射</a:t>
              </a:r>
            </a:p>
          </p:txBody>
        </p:sp>
        <p:sp>
          <p:nvSpPr>
            <p:cNvPr id="33" name="Text Box 18"/>
            <p:cNvSpPr txBox="1">
              <a:spLocks noChangeAspect="1" noChangeArrowheads="1"/>
            </p:cNvSpPr>
            <p:nvPr/>
          </p:nvSpPr>
          <p:spPr bwMode="gray">
            <a:xfrm>
              <a:off x="1364" y="1911"/>
              <a:ext cx="284" cy="280"/>
            </a:xfrm>
            <a:prstGeom prst="rect">
              <a:avLst/>
            </a:prstGeom>
            <a:solidFill>
              <a:srgbClr val="00B05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000" b="1" dirty="0" smtClean="0">
                  <a:solidFill>
                    <a:schemeClr val="bg1"/>
                  </a:solidFill>
                  <a:ea typeface="仿宋_GB2312" pitchFamily="49" charset="-122"/>
                </a:rPr>
                <a:t>4.5</a:t>
              </a:r>
              <a:endParaRPr lang="en-US" altLang="zh-CN" sz="2000" b="1" dirty="0">
                <a:solidFill>
                  <a:schemeClr val="bg1"/>
                </a:solidFill>
                <a:ea typeface="仿宋_GB2312" pitchFamily="49" charset="-122"/>
              </a:endParaRPr>
            </a:p>
          </p:txBody>
        </p:sp>
      </p:grpSp>
    </p:spTree>
    <p:extLst>
      <p:ext uri="{BB962C8B-B14F-4D97-AF65-F5344CB8AC3E}">
        <p14:creationId xmlns:p14="http://schemas.microsoft.com/office/powerpoint/2010/main" val="21628402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95250"/>
            <a:ext cx="7772400" cy="857250"/>
          </a:xfrm>
        </p:spPr>
        <p:txBody>
          <a:bodyPr/>
          <a:lstStyle/>
          <a:p>
            <a:r>
              <a:rPr lang="en-US" altLang="zh-CN" dirty="0"/>
              <a:t>4.1  </a:t>
            </a:r>
            <a:r>
              <a:rPr lang="zh-CN" altLang="en-US" dirty="0"/>
              <a:t>无界理想介质中的均匀平面波</a:t>
            </a:r>
          </a:p>
        </p:txBody>
      </p:sp>
      <p:sp>
        <p:nvSpPr>
          <p:cNvPr id="7" name="Text Box 182"/>
          <p:cNvSpPr txBox="1">
            <a:spLocks noChangeArrowheads="1"/>
          </p:cNvSpPr>
          <p:nvPr/>
        </p:nvSpPr>
        <p:spPr bwMode="auto">
          <a:xfrm>
            <a:off x="467544" y="1347614"/>
            <a:ext cx="71628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200" b="1" dirty="0">
                <a:solidFill>
                  <a:schemeClr val="tx2">
                    <a:lumMod val="60000"/>
                    <a:lumOff val="40000"/>
                  </a:schemeClr>
                </a:solidFill>
                <a:latin typeface="Times New Roman" pitchFamily="18" charset="0"/>
              </a:rPr>
              <a:t>均匀平面波</a:t>
            </a:r>
            <a:r>
              <a:rPr kumimoji="1" lang="zh-CN" altLang="en-US" sz="3200" b="1" dirty="0">
                <a:latin typeface="Times New Roman" pitchFamily="18" charset="0"/>
              </a:rPr>
              <a:t>：</a:t>
            </a:r>
            <a:r>
              <a:rPr kumimoji="1" lang="zh-CN" altLang="en-US" sz="3200" b="1" dirty="0">
                <a:solidFill>
                  <a:srgbClr val="FF0000"/>
                </a:solidFill>
                <a:latin typeface="Times New Roman" pitchFamily="18" charset="0"/>
              </a:rPr>
              <a:t>波阵面为无限大平面</a:t>
            </a:r>
            <a:r>
              <a:rPr kumimoji="1" lang="zh-CN" altLang="en-US" sz="3200" b="1" dirty="0">
                <a:latin typeface="Times New Roman" pitchFamily="18" charset="0"/>
              </a:rPr>
              <a:t>，波阵面上各点场强大小相等、方向相同的电磁波。</a:t>
            </a:r>
          </a:p>
          <a:p>
            <a:pPr>
              <a:spcBef>
                <a:spcPct val="50000"/>
              </a:spcBef>
            </a:pPr>
            <a:endParaRPr kumimoji="1" lang="zh-CN" altLang="en-US" sz="3200" b="1" dirty="0">
              <a:latin typeface="Times New Roman" pitchFamily="18" charset="0"/>
            </a:endParaRPr>
          </a:p>
        </p:txBody>
      </p:sp>
    </p:spTree>
    <p:extLst>
      <p:ext uri="{BB962C8B-B14F-4D97-AF65-F5344CB8AC3E}">
        <p14:creationId xmlns:p14="http://schemas.microsoft.com/office/powerpoint/2010/main" val="814927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31"/>
          <p:cNvSpPr txBox="1">
            <a:spLocks noChangeArrowheads="1"/>
          </p:cNvSpPr>
          <p:nvPr/>
        </p:nvSpPr>
        <p:spPr bwMode="auto">
          <a:xfrm>
            <a:off x="468314" y="465535"/>
            <a:ext cx="62642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均匀无界理想介质中的波动方程为：</a:t>
            </a:r>
          </a:p>
        </p:txBody>
      </p:sp>
      <p:grpSp>
        <p:nvGrpSpPr>
          <p:cNvPr id="6" name="Group 133"/>
          <p:cNvGrpSpPr>
            <a:grpSpLocks/>
          </p:cNvGrpSpPr>
          <p:nvPr/>
        </p:nvGrpSpPr>
        <p:grpSpPr bwMode="auto">
          <a:xfrm>
            <a:off x="468314" y="1657350"/>
            <a:ext cx="8207375" cy="953690"/>
            <a:chOff x="295" y="1616"/>
            <a:chExt cx="5170" cy="801"/>
          </a:xfrm>
        </p:grpSpPr>
        <p:sp>
          <p:nvSpPr>
            <p:cNvPr id="7" name="Text Box 134"/>
            <p:cNvSpPr txBox="1">
              <a:spLocks noChangeArrowheads="1"/>
            </p:cNvSpPr>
            <p:nvPr/>
          </p:nvSpPr>
          <p:spPr bwMode="auto">
            <a:xfrm>
              <a:off x="295" y="1616"/>
              <a:ext cx="5170" cy="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假设</a:t>
              </a:r>
              <a:r>
                <a:rPr lang="zh-CN" altLang="en-US" sz="2800" b="1" dirty="0">
                  <a:solidFill>
                    <a:srgbClr val="FF0000"/>
                  </a:solidFill>
                </a:rPr>
                <a:t>电磁波沿</a:t>
              </a:r>
              <a:r>
                <a:rPr lang="en-US" altLang="zh-CN" sz="2800" b="1" dirty="0">
                  <a:solidFill>
                    <a:srgbClr val="FF0000"/>
                  </a:solidFill>
                </a:rPr>
                <a:t>z</a:t>
              </a:r>
              <a:r>
                <a:rPr lang="zh-CN" altLang="en-US" sz="2800" b="1" dirty="0">
                  <a:solidFill>
                    <a:srgbClr val="FF0000"/>
                  </a:solidFill>
                </a:rPr>
                <a:t>方向传播</a:t>
              </a:r>
              <a:r>
                <a:rPr lang="zh-CN" altLang="en-US" sz="2800" b="1" dirty="0"/>
                <a:t>，</a:t>
              </a:r>
              <a:r>
                <a:rPr lang="zh-CN" altLang="en-US" sz="2800" b="1" dirty="0">
                  <a:solidFill>
                    <a:schemeClr val="tx2">
                      <a:lumMod val="50000"/>
                    </a:schemeClr>
                  </a:solidFill>
                </a:rPr>
                <a:t>电场方向为</a:t>
              </a:r>
              <a:r>
                <a:rPr lang="en-US" altLang="zh-CN" sz="2800" b="1" dirty="0">
                  <a:solidFill>
                    <a:schemeClr val="tx2">
                      <a:lumMod val="50000"/>
                    </a:schemeClr>
                  </a:solidFill>
                </a:rPr>
                <a:t>x</a:t>
              </a:r>
              <a:r>
                <a:rPr lang="zh-CN" altLang="en-US" sz="2800" b="1" dirty="0">
                  <a:solidFill>
                    <a:schemeClr val="tx2">
                      <a:lumMod val="50000"/>
                    </a:schemeClr>
                  </a:solidFill>
                </a:rPr>
                <a:t>方向</a:t>
              </a:r>
              <a:r>
                <a:rPr lang="zh-CN" altLang="en-US" sz="2800" b="1" dirty="0"/>
                <a:t>，由均匀平面波的定义，　在</a:t>
              </a:r>
              <a:r>
                <a:rPr lang="en-US" altLang="zh-CN" sz="2800" b="1" dirty="0" err="1"/>
                <a:t>xoy</a:t>
              </a:r>
              <a:r>
                <a:rPr lang="zh-CN" altLang="en-US" sz="2800" b="1" dirty="0"/>
                <a:t>平面无</a:t>
              </a:r>
              <a:r>
                <a:rPr lang="zh-CN" altLang="en-US" sz="2800" b="1" dirty="0" smtClean="0"/>
                <a:t>变化</a:t>
              </a:r>
              <a:endParaRPr lang="zh-CN" altLang="en-US" sz="2800" b="1" dirty="0"/>
            </a:p>
          </p:txBody>
        </p:sp>
        <p:graphicFrame>
          <p:nvGraphicFramePr>
            <p:cNvPr id="8" name="Object 135"/>
            <p:cNvGraphicFramePr>
              <a:graphicFrameLocks noChangeAspect="1"/>
            </p:cNvGraphicFramePr>
            <p:nvPr>
              <p:extLst/>
            </p:nvPr>
          </p:nvGraphicFramePr>
          <p:xfrm>
            <a:off x="2064" y="2064"/>
            <a:ext cx="261" cy="313"/>
          </p:xfrm>
          <a:graphic>
            <a:graphicData uri="http://schemas.openxmlformats.org/presentationml/2006/ole">
              <mc:AlternateContent xmlns:mc="http://schemas.openxmlformats.org/markup-compatibility/2006">
                <mc:Choice xmlns:v="urn:schemas-microsoft-com:vml" Requires="v">
                  <p:oleObj spid="_x0000_s272395" name="Equation" r:id="rId3" imgW="190500" imgH="228600" progId="">
                    <p:embed/>
                  </p:oleObj>
                </mc:Choice>
                <mc:Fallback>
                  <p:oleObj name="Equation" r:id="rId3" imgW="190500" imgH="228600" progId="">
                    <p:embed/>
                    <p:pic>
                      <p:nvPicPr>
                        <p:cNvPr id="8" name="Object 1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4" y="2064"/>
                          <a:ext cx="261" cy="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9" name="Text Box 136"/>
          <p:cNvSpPr txBox="1">
            <a:spLocks noChangeArrowheads="1"/>
          </p:cNvSpPr>
          <p:nvPr/>
        </p:nvSpPr>
        <p:spPr bwMode="auto">
          <a:xfrm>
            <a:off x="684214" y="2787254"/>
            <a:ext cx="49672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b="1"/>
          </a:p>
        </p:txBody>
      </p:sp>
      <p:graphicFrame>
        <p:nvGraphicFramePr>
          <p:cNvPr id="13" name="对象 12"/>
          <p:cNvGraphicFramePr>
            <a:graphicFrameLocks noChangeAspect="1"/>
          </p:cNvGraphicFramePr>
          <p:nvPr>
            <p:extLst/>
          </p:nvPr>
        </p:nvGraphicFramePr>
        <p:xfrm>
          <a:off x="2176463" y="1011238"/>
          <a:ext cx="2733675" cy="722312"/>
        </p:xfrm>
        <a:graphic>
          <a:graphicData uri="http://schemas.openxmlformats.org/presentationml/2006/ole">
            <mc:AlternateContent xmlns:mc="http://schemas.openxmlformats.org/markup-compatibility/2006">
              <mc:Choice xmlns:v="urn:schemas-microsoft-com:vml" Requires="v">
                <p:oleObj spid="_x0000_s272396" name="公式" r:id="rId5" imgW="1193760" imgH="419040" progId="Equation.3">
                  <p:embed/>
                </p:oleObj>
              </mc:Choice>
              <mc:Fallback>
                <p:oleObj name="公式" r:id="rId5" imgW="1193760" imgH="419040" progId="Equation.3">
                  <p:embed/>
                  <p:pic>
                    <p:nvPicPr>
                      <p:cNvPr id="13" name="对象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6463" y="1011238"/>
                        <a:ext cx="2733675" cy="722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extLst/>
          </p:nvPr>
        </p:nvGraphicFramePr>
        <p:xfrm>
          <a:off x="6934200" y="971550"/>
          <a:ext cx="1200150" cy="498475"/>
        </p:xfrm>
        <a:graphic>
          <a:graphicData uri="http://schemas.openxmlformats.org/presentationml/2006/ole">
            <mc:AlternateContent xmlns:mc="http://schemas.openxmlformats.org/markup-compatibility/2006">
              <mc:Choice xmlns:v="urn:schemas-microsoft-com:vml" Requires="v">
                <p:oleObj spid="_x0000_s272397" name="公式" r:id="rId7" imgW="520560" imgH="215640" progId="Equation.3">
                  <p:embed/>
                </p:oleObj>
              </mc:Choice>
              <mc:Fallback>
                <p:oleObj name="公式" r:id="rId7" imgW="520560" imgH="215640" progId="Equation.3">
                  <p:embed/>
                  <p:pic>
                    <p:nvPicPr>
                      <p:cNvPr id="18" name="对象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34200" y="971550"/>
                        <a:ext cx="1200150"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右箭头 18"/>
          <p:cNvSpPr/>
          <p:nvPr/>
        </p:nvSpPr>
        <p:spPr>
          <a:xfrm rot="19091559">
            <a:off x="6915136" y="1455037"/>
            <a:ext cx="530748"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351467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defRPr/>
            </a:pPr>
            <a:r>
              <a:rPr lang="en-US" altLang="zh-CN" smtClean="0"/>
              <a:t> </a:t>
            </a:r>
          </a:p>
        </p:txBody>
      </p:sp>
      <p:sp>
        <p:nvSpPr>
          <p:cNvPr id="6147" name="Rectangle 3" descr="Rectangle: Click to edit Master text styles&#10;Second level&#10;Third level&#10;Fourth level&#10;Fifth level"/>
          <p:cNvSpPr>
            <a:spLocks noGrp="1" noChangeArrowheads="1"/>
          </p:cNvSpPr>
          <p:nvPr>
            <p:ph type="body" idx="1"/>
          </p:nvPr>
        </p:nvSpPr>
        <p:spPr>
          <a:xfrm>
            <a:off x="609600" y="361950"/>
            <a:ext cx="7772400" cy="3714750"/>
          </a:xfrm>
        </p:spPr>
        <p:txBody>
          <a:bodyPr/>
          <a:lstStyle/>
          <a:p>
            <a:pPr eaLnBrk="1" hangingPunct="1"/>
            <a:r>
              <a:rPr lang="zh-CN" altLang="en-US" dirty="0" smtClean="0">
                <a:latin typeface="宋体" pitchFamily="2" charset="-122"/>
              </a:rPr>
              <a:t>电场的波动方程为</a:t>
            </a:r>
          </a:p>
          <a:p>
            <a:pPr eaLnBrk="1" hangingPunct="1"/>
            <a:r>
              <a:rPr lang="zh-CN" altLang="en-US" dirty="0" smtClean="0">
                <a:latin typeface="宋体" pitchFamily="2" charset="-122"/>
              </a:rPr>
              <a:t>                       </a:t>
            </a:r>
          </a:p>
          <a:p>
            <a:pPr algn="r" eaLnBrk="1" hangingPunct="1"/>
            <a:r>
              <a:rPr lang="zh-CN" altLang="en-US" dirty="0" smtClean="0">
                <a:latin typeface="宋体" pitchFamily="2" charset="-122"/>
              </a:rPr>
              <a:t>（</a:t>
            </a:r>
            <a:r>
              <a:rPr lang="en-US" altLang="zh-CN" dirty="0" smtClean="0">
                <a:latin typeface="宋体" pitchFamily="2" charset="-122"/>
              </a:rPr>
              <a:t>4.1</a:t>
            </a:r>
            <a:r>
              <a:rPr lang="zh-CN" altLang="en-US" dirty="0" smtClean="0">
                <a:latin typeface="宋体" pitchFamily="2" charset="-122"/>
              </a:rPr>
              <a:t>）</a:t>
            </a:r>
          </a:p>
          <a:p>
            <a:pPr eaLnBrk="1" hangingPunct="1"/>
            <a:r>
              <a:rPr lang="zh-CN" altLang="en-US" dirty="0" smtClean="0">
                <a:latin typeface="宋体" pitchFamily="2" charset="-122"/>
              </a:rPr>
              <a:t>该方程的通解为</a:t>
            </a:r>
          </a:p>
          <a:p>
            <a:pPr eaLnBrk="1" hangingPunct="1"/>
            <a:r>
              <a:rPr lang="zh-CN" altLang="en-US" dirty="0" smtClean="0">
                <a:latin typeface="宋体" pitchFamily="2" charset="-122"/>
              </a:rPr>
              <a:t>                </a:t>
            </a:r>
          </a:p>
          <a:p>
            <a:pPr algn="r" eaLnBrk="1" hangingPunct="1"/>
            <a:r>
              <a:rPr lang="zh-CN" altLang="en-US" dirty="0" smtClean="0">
                <a:latin typeface="宋体" pitchFamily="2" charset="-122"/>
              </a:rPr>
              <a:t>（</a:t>
            </a:r>
            <a:r>
              <a:rPr lang="en-US" altLang="zh-CN" dirty="0" smtClean="0">
                <a:latin typeface="宋体" pitchFamily="2" charset="-122"/>
              </a:rPr>
              <a:t>4.2</a:t>
            </a:r>
            <a:r>
              <a:rPr lang="zh-CN" altLang="en-US" dirty="0" smtClean="0">
                <a:latin typeface="宋体" pitchFamily="2" charset="-122"/>
              </a:rPr>
              <a:t>）</a:t>
            </a:r>
          </a:p>
        </p:txBody>
      </p:sp>
      <p:sp>
        <p:nvSpPr>
          <p:cNvPr id="6148" name="Rectangle 5"/>
          <p:cNvSpPr>
            <a:spLocks noChangeArrowheads="1"/>
          </p:cNvSpPr>
          <p:nvPr/>
        </p:nvSpPr>
        <p:spPr bwMode="auto">
          <a:xfrm>
            <a:off x="0" y="22299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6149" name="Object 4"/>
          <p:cNvGraphicFramePr>
            <a:graphicFrameLocks noChangeAspect="1"/>
          </p:cNvGraphicFramePr>
          <p:nvPr>
            <p:extLst/>
          </p:nvPr>
        </p:nvGraphicFramePr>
        <p:xfrm>
          <a:off x="1371600" y="1083469"/>
          <a:ext cx="3962400" cy="954881"/>
        </p:xfrm>
        <a:graphic>
          <a:graphicData uri="http://schemas.openxmlformats.org/presentationml/2006/ole">
            <mc:AlternateContent xmlns:mc="http://schemas.openxmlformats.org/markup-compatibility/2006">
              <mc:Choice xmlns:v="urn:schemas-microsoft-com:vml" Requires="v">
                <p:oleObj spid="_x0000_s273416" name="公式" r:id="rId3" imgW="1308100" imgH="419100" progId="Equation.3">
                  <p:embed/>
                </p:oleObj>
              </mc:Choice>
              <mc:Fallback>
                <p:oleObj name="公式" r:id="rId3" imgW="1308100" imgH="419100" progId="Equation.3">
                  <p:embed/>
                  <p:pic>
                    <p:nvPicPr>
                      <p:cNvPr id="614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083469"/>
                        <a:ext cx="3962400" cy="9548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0" name="Rectangle 7"/>
          <p:cNvSpPr>
            <a:spLocks noChangeArrowheads="1"/>
          </p:cNvSpPr>
          <p:nvPr/>
        </p:nvSpPr>
        <p:spPr bwMode="auto">
          <a:xfrm>
            <a:off x="0" y="219777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6151" name="Object 6"/>
          <p:cNvGraphicFramePr>
            <a:graphicFrameLocks noChangeAspect="1"/>
          </p:cNvGraphicFramePr>
          <p:nvPr>
            <p:extLst/>
          </p:nvPr>
        </p:nvGraphicFramePr>
        <p:xfrm>
          <a:off x="1219200" y="2952750"/>
          <a:ext cx="5486400" cy="897731"/>
        </p:xfrm>
        <a:graphic>
          <a:graphicData uri="http://schemas.openxmlformats.org/presentationml/2006/ole">
            <mc:AlternateContent xmlns:mc="http://schemas.openxmlformats.org/markup-compatibility/2006">
              <mc:Choice xmlns:v="urn:schemas-microsoft-com:vml" Requires="v">
                <p:oleObj spid="_x0000_s273417" name="公式" r:id="rId5" imgW="2311400" imgH="508000" progId="Equation.3">
                  <p:embed/>
                </p:oleObj>
              </mc:Choice>
              <mc:Fallback>
                <p:oleObj name="公式" r:id="rId5" imgW="2311400" imgH="508000" progId="Equation.3">
                  <p:embed/>
                  <p:pic>
                    <p:nvPicPr>
                      <p:cNvPr id="615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2952750"/>
                        <a:ext cx="5486400" cy="8977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533400" y="4132243"/>
            <a:ext cx="6858000" cy="954107"/>
          </a:xfrm>
          <a:prstGeom prst="rect">
            <a:avLst/>
          </a:prstGeom>
        </p:spPr>
        <p:txBody>
          <a:bodyPr wrap="square">
            <a:spAutoFit/>
          </a:bodyPr>
          <a:lstStyle/>
          <a:p>
            <a:pPr lvl="0" eaLnBrk="1" hangingPunct="1">
              <a:spcBef>
                <a:spcPct val="50000"/>
              </a:spcBef>
            </a:pPr>
            <a:r>
              <a:rPr lang="en-US" altLang="zh-CN" sz="2800" b="1" dirty="0">
                <a:solidFill>
                  <a:srgbClr val="000000"/>
                </a:solidFill>
                <a:ea typeface="宋体" charset="-122"/>
              </a:rPr>
              <a:t>f</a:t>
            </a:r>
            <a:r>
              <a:rPr lang="en-US" altLang="zh-CN" sz="2800" b="1" baseline="-25000" dirty="0">
                <a:solidFill>
                  <a:srgbClr val="000000"/>
                </a:solidFill>
                <a:ea typeface="宋体" charset="-122"/>
              </a:rPr>
              <a:t>1</a:t>
            </a:r>
            <a:r>
              <a:rPr lang="zh-CN" altLang="en-US" sz="2800" b="1" dirty="0">
                <a:solidFill>
                  <a:srgbClr val="000000"/>
                </a:solidFill>
                <a:ea typeface="宋体" charset="-122"/>
              </a:rPr>
              <a:t>和</a:t>
            </a:r>
            <a:r>
              <a:rPr lang="en-US" altLang="zh-CN" sz="2800" b="1" dirty="0">
                <a:solidFill>
                  <a:srgbClr val="000000"/>
                </a:solidFill>
                <a:ea typeface="宋体" charset="-122"/>
              </a:rPr>
              <a:t>f</a:t>
            </a:r>
            <a:r>
              <a:rPr lang="en-US" altLang="zh-CN" sz="2800" b="1" baseline="-25000" dirty="0">
                <a:solidFill>
                  <a:srgbClr val="000000"/>
                </a:solidFill>
                <a:ea typeface="宋体" charset="-122"/>
              </a:rPr>
              <a:t>2</a:t>
            </a:r>
            <a:r>
              <a:rPr lang="zh-CN" altLang="en-US" sz="2800" b="1" dirty="0">
                <a:solidFill>
                  <a:srgbClr val="000000"/>
                </a:solidFill>
                <a:ea typeface="宋体" charset="-122"/>
              </a:rPr>
              <a:t>是任意函数，将</a:t>
            </a:r>
            <a:r>
              <a:rPr lang="en-US" altLang="zh-CN" sz="2800" b="1" dirty="0" smtClean="0">
                <a:solidFill>
                  <a:srgbClr val="000000"/>
                </a:solidFill>
                <a:ea typeface="宋体" charset="-122"/>
              </a:rPr>
              <a:t>(4.2</a:t>
            </a:r>
            <a:r>
              <a:rPr lang="en-US" altLang="zh-CN" sz="2800" b="1" dirty="0">
                <a:solidFill>
                  <a:srgbClr val="000000"/>
                </a:solidFill>
                <a:ea typeface="宋体" charset="-122"/>
              </a:rPr>
              <a:t>)</a:t>
            </a:r>
            <a:r>
              <a:rPr lang="zh-CN" altLang="en-US" sz="2800" b="1" dirty="0">
                <a:solidFill>
                  <a:srgbClr val="000000"/>
                </a:solidFill>
                <a:ea typeface="宋体" charset="-122"/>
              </a:rPr>
              <a:t>代入</a:t>
            </a:r>
            <a:r>
              <a:rPr lang="en-US" altLang="zh-CN" sz="2800" b="1" dirty="0" smtClean="0">
                <a:solidFill>
                  <a:srgbClr val="000000"/>
                </a:solidFill>
                <a:ea typeface="宋体" charset="-122"/>
              </a:rPr>
              <a:t>(4.1</a:t>
            </a:r>
            <a:r>
              <a:rPr lang="en-US" altLang="zh-CN" sz="2800" b="1" dirty="0">
                <a:solidFill>
                  <a:srgbClr val="000000"/>
                </a:solidFill>
                <a:ea typeface="宋体" charset="-122"/>
              </a:rPr>
              <a:t>)</a:t>
            </a:r>
            <a:r>
              <a:rPr lang="zh-CN" altLang="en-US" sz="2800" b="1" dirty="0">
                <a:solidFill>
                  <a:srgbClr val="000000"/>
                </a:solidFill>
                <a:ea typeface="宋体" charset="-122"/>
              </a:rPr>
              <a:t>，通解满足电场的波动方程</a:t>
            </a:r>
          </a:p>
        </p:txBody>
      </p:sp>
    </p:spTree>
    <p:extLst>
      <p:ext uri="{BB962C8B-B14F-4D97-AF65-F5344CB8AC3E}">
        <p14:creationId xmlns:p14="http://schemas.microsoft.com/office/powerpoint/2010/main" val="21283593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131"/>
          <p:cNvGraphicFramePr>
            <a:graphicFrameLocks noChangeAspect="1"/>
          </p:cNvGraphicFramePr>
          <p:nvPr>
            <p:extLst/>
          </p:nvPr>
        </p:nvGraphicFramePr>
        <p:xfrm>
          <a:off x="4529137" y="142858"/>
          <a:ext cx="1719263" cy="1366837"/>
        </p:xfrm>
        <a:graphic>
          <a:graphicData uri="http://schemas.openxmlformats.org/presentationml/2006/ole">
            <mc:AlternateContent xmlns:mc="http://schemas.openxmlformats.org/markup-compatibility/2006">
              <mc:Choice xmlns:v="urn:schemas-microsoft-com:vml" Requires="v">
                <p:oleObj spid="_x0000_s274443" name="Equation" r:id="rId3" imgW="596641" imgH="444307" progId="">
                  <p:embed/>
                </p:oleObj>
              </mc:Choice>
              <mc:Fallback>
                <p:oleObj name="Equation" r:id="rId3" imgW="596641" imgH="444307" progId="">
                  <p:embed/>
                  <p:pic>
                    <p:nvPicPr>
                      <p:cNvPr id="4" name="Object 1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9137" y="142858"/>
                        <a:ext cx="1719263" cy="1366837"/>
                      </a:xfrm>
                      <a:prstGeom prst="rect">
                        <a:avLst/>
                      </a:prstGeom>
                      <a:solidFill>
                        <a:srgbClr val="FFFF00"/>
                      </a:solidFill>
                    </p:spPr>
                  </p:pic>
                </p:oleObj>
              </mc:Fallback>
            </mc:AlternateContent>
          </a:graphicData>
        </a:graphic>
      </p:graphicFrame>
      <p:sp>
        <p:nvSpPr>
          <p:cNvPr id="5" name="Text Box 133"/>
          <p:cNvSpPr txBox="1">
            <a:spLocks noChangeArrowheads="1"/>
          </p:cNvSpPr>
          <p:nvPr/>
        </p:nvSpPr>
        <p:spPr bwMode="auto">
          <a:xfrm>
            <a:off x="684213" y="1733550"/>
            <a:ext cx="27368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在自由空间中，</a:t>
            </a:r>
          </a:p>
        </p:txBody>
      </p:sp>
      <p:graphicFrame>
        <p:nvGraphicFramePr>
          <p:cNvPr id="6" name="Object 134"/>
          <p:cNvGraphicFramePr>
            <a:graphicFrameLocks noChangeAspect="1"/>
          </p:cNvGraphicFramePr>
          <p:nvPr>
            <p:extLst/>
          </p:nvPr>
        </p:nvGraphicFramePr>
        <p:xfrm>
          <a:off x="4038600" y="1643056"/>
          <a:ext cx="3048000" cy="1604010"/>
        </p:xfrm>
        <a:graphic>
          <a:graphicData uri="http://schemas.openxmlformats.org/presentationml/2006/ole">
            <mc:AlternateContent xmlns:mc="http://schemas.openxmlformats.org/markup-compatibility/2006">
              <mc:Choice xmlns:v="urn:schemas-microsoft-com:vml" Requires="v">
                <p:oleObj spid="_x0000_s274444" name="Equation" r:id="rId5" imgW="1257300" imgH="660400" progId="">
                  <p:embed/>
                </p:oleObj>
              </mc:Choice>
              <mc:Fallback>
                <p:oleObj name="Equation" r:id="rId5" imgW="1257300" imgH="660400" progId="">
                  <p:embed/>
                  <p:pic>
                    <p:nvPicPr>
                      <p:cNvPr id="6" name="Object 1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8600" y="1643056"/>
                        <a:ext cx="3048000" cy="16040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135"/>
          <p:cNvSpPr txBox="1">
            <a:spLocks noChangeArrowheads="1"/>
          </p:cNvSpPr>
          <p:nvPr/>
        </p:nvSpPr>
        <p:spPr bwMode="auto">
          <a:xfrm>
            <a:off x="381000" y="590550"/>
            <a:ext cx="27368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smtClean="0">
                <a:solidFill>
                  <a:srgbClr val="C00000"/>
                </a:solidFill>
              </a:rPr>
              <a:t>相位速度</a:t>
            </a:r>
            <a:r>
              <a:rPr lang="zh-CN" altLang="en-US" sz="2800" b="1" dirty="0"/>
              <a:t>为：</a:t>
            </a:r>
          </a:p>
        </p:txBody>
      </p:sp>
      <p:graphicFrame>
        <p:nvGraphicFramePr>
          <p:cNvPr id="8" name="Object 136"/>
          <p:cNvGraphicFramePr>
            <a:graphicFrameLocks noChangeAspect="1"/>
          </p:cNvGraphicFramePr>
          <p:nvPr>
            <p:extLst/>
          </p:nvPr>
        </p:nvGraphicFramePr>
        <p:xfrm>
          <a:off x="3506787" y="3500444"/>
          <a:ext cx="4722813" cy="1334086"/>
        </p:xfrm>
        <a:graphic>
          <a:graphicData uri="http://schemas.openxmlformats.org/presentationml/2006/ole">
            <mc:AlternateContent xmlns:mc="http://schemas.openxmlformats.org/markup-compatibility/2006">
              <mc:Choice xmlns:v="urn:schemas-microsoft-com:vml" Requires="v">
                <p:oleObj spid="_x0000_s274445" name="Equation" r:id="rId7" imgW="1727200" imgH="457200" progId="">
                  <p:embed/>
                </p:oleObj>
              </mc:Choice>
              <mc:Fallback>
                <p:oleObj name="Equation" r:id="rId7" imgW="1727200" imgH="457200" progId="">
                  <p:embed/>
                  <p:pic>
                    <p:nvPicPr>
                      <p:cNvPr id="8" name="Object 1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06787" y="3500444"/>
                        <a:ext cx="4722813" cy="1334086"/>
                      </a:xfrm>
                      <a:prstGeom prst="rect">
                        <a:avLst/>
                      </a:prstGeom>
                      <a:solidFill>
                        <a:srgbClr val="FFFF00"/>
                      </a:solidFill>
                    </p:spPr>
                  </p:pic>
                </p:oleObj>
              </mc:Fallback>
            </mc:AlternateContent>
          </a:graphicData>
        </a:graphic>
      </p:graphicFrame>
    </p:spTree>
    <p:extLst>
      <p:ext uri="{BB962C8B-B14F-4D97-AF65-F5344CB8AC3E}">
        <p14:creationId xmlns:p14="http://schemas.microsoft.com/office/powerpoint/2010/main" val="2596651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09600" y="555526"/>
            <a:ext cx="7772400" cy="857250"/>
          </a:xfrm>
        </p:spPr>
        <p:txBody>
          <a:bodyPr/>
          <a:lstStyle/>
          <a:p>
            <a:pPr eaLnBrk="1" hangingPunct="1">
              <a:defRPr/>
            </a:pPr>
            <a:r>
              <a:rPr lang="en-US" altLang="zh-CN" smtClean="0"/>
              <a:t> </a:t>
            </a:r>
          </a:p>
        </p:txBody>
      </p:sp>
      <p:sp>
        <p:nvSpPr>
          <p:cNvPr id="8195" name="Rectangle 3" descr="Rectangle: Click to edit Master text styles&#10;Second level&#10;Third level&#10;Fourth level&#10;Fifth level"/>
          <p:cNvSpPr>
            <a:spLocks noGrp="1" noChangeArrowheads="1"/>
          </p:cNvSpPr>
          <p:nvPr>
            <p:ph type="body" idx="1"/>
          </p:nvPr>
        </p:nvSpPr>
        <p:spPr>
          <a:xfrm>
            <a:off x="609600" y="627534"/>
            <a:ext cx="8282880" cy="4000500"/>
          </a:xfrm>
        </p:spPr>
        <p:txBody>
          <a:bodyPr/>
          <a:lstStyle/>
          <a:p>
            <a:pPr eaLnBrk="1" hangingPunct="1"/>
            <a:r>
              <a:rPr lang="en-US" altLang="zh-CN" dirty="0" smtClean="0">
                <a:latin typeface="宋体" pitchFamily="2" charset="-122"/>
              </a:rPr>
              <a:t>               </a:t>
            </a:r>
            <a:r>
              <a:rPr lang="zh-CN" altLang="en-US" dirty="0" smtClean="0">
                <a:latin typeface="宋体" pitchFamily="2" charset="-122"/>
              </a:rPr>
              <a:t>是一个以     为速度沿</a:t>
            </a:r>
          </a:p>
          <a:p>
            <a:pPr eaLnBrk="1" hangingPunct="1"/>
            <a:r>
              <a:rPr lang="zh-CN" altLang="en-US" dirty="0" smtClean="0">
                <a:latin typeface="宋体" pitchFamily="2" charset="-122"/>
              </a:rPr>
              <a:t>   方向传播的电磁波。</a:t>
            </a:r>
            <a:endParaRPr lang="en-US" altLang="zh-CN" dirty="0" smtClean="0">
              <a:latin typeface="宋体" pitchFamily="2" charset="-122"/>
            </a:endParaRPr>
          </a:p>
          <a:p>
            <a:pPr eaLnBrk="1" hangingPunct="1"/>
            <a:endParaRPr lang="zh-CN" altLang="en-US" dirty="0" smtClean="0">
              <a:latin typeface="宋体" pitchFamily="2" charset="-122"/>
            </a:endParaRPr>
          </a:p>
          <a:p>
            <a:pPr eaLnBrk="1" hangingPunct="1"/>
            <a:r>
              <a:rPr lang="zh-CN" altLang="en-US" dirty="0" smtClean="0">
                <a:latin typeface="宋体" pitchFamily="2" charset="-122"/>
              </a:rPr>
              <a:t>    </a:t>
            </a:r>
          </a:p>
          <a:p>
            <a:pPr eaLnBrk="1" hangingPunct="1"/>
            <a:r>
              <a:rPr lang="zh-CN" altLang="en-US" dirty="0" smtClean="0">
                <a:latin typeface="宋体" pitchFamily="2" charset="-122"/>
              </a:rPr>
              <a:t>    </a:t>
            </a:r>
          </a:p>
          <a:p>
            <a:pPr algn="r" eaLnBrk="1" hangingPunct="1"/>
            <a:r>
              <a:rPr lang="zh-CN" altLang="en-US" dirty="0" smtClean="0">
                <a:latin typeface="宋体" pitchFamily="2" charset="-122"/>
              </a:rPr>
              <a:t>              </a:t>
            </a:r>
          </a:p>
        </p:txBody>
      </p:sp>
      <p:graphicFrame>
        <p:nvGraphicFramePr>
          <p:cNvPr id="8197" name="Object 4"/>
          <p:cNvGraphicFramePr>
            <a:graphicFrameLocks noChangeAspect="1"/>
          </p:cNvGraphicFramePr>
          <p:nvPr>
            <p:extLst/>
          </p:nvPr>
        </p:nvGraphicFramePr>
        <p:xfrm>
          <a:off x="1907704" y="602507"/>
          <a:ext cx="1905000" cy="781050"/>
        </p:xfrm>
        <a:graphic>
          <a:graphicData uri="http://schemas.openxmlformats.org/presentationml/2006/ole">
            <mc:AlternateContent xmlns:mc="http://schemas.openxmlformats.org/markup-compatibility/2006">
              <mc:Choice xmlns:v="urn:schemas-microsoft-com:vml" Requires="v">
                <p:oleObj spid="_x0000_s275478" name="公式" r:id="rId3" imgW="927100" imgH="508000" progId="Equation.3">
                  <p:embed/>
                </p:oleObj>
              </mc:Choice>
              <mc:Fallback>
                <p:oleObj name="公式" r:id="rId3" imgW="927100" imgH="508000" progId="Equation.3">
                  <p:embed/>
                  <p:pic>
                    <p:nvPicPr>
                      <p:cNvPr id="819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602507"/>
                        <a:ext cx="1905000" cy="781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9" name="Object 6"/>
          <p:cNvGraphicFramePr>
            <a:graphicFrameLocks noChangeAspect="1"/>
          </p:cNvGraphicFramePr>
          <p:nvPr>
            <p:extLst>
              <p:ext uri="{D42A27DB-BD31-4B8C-83A1-F6EECF244321}">
                <p14:modId xmlns:p14="http://schemas.microsoft.com/office/powerpoint/2010/main" val="761755236"/>
              </p:ext>
            </p:extLst>
          </p:nvPr>
        </p:nvGraphicFramePr>
        <p:xfrm>
          <a:off x="5792440" y="571057"/>
          <a:ext cx="939800" cy="850106"/>
        </p:xfrm>
        <a:graphic>
          <a:graphicData uri="http://schemas.openxmlformats.org/presentationml/2006/ole">
            <mc:AlternateContent xmlns:mc="http://schemas.openxmlformats.org/markup-compatibility/2006">
              <mc:Choice xmlns:v="urn:schemas-microsoft-com:vml" Requires="v">
                <p:oleObj spid="_x0000_s275479" name="公式" r:id="rId5" imgW="368280" imgH="444240" progId="Equation.3">
                  <p:embed/>
                </p:oleObj>
              </mc:Choice>
              <mc:Fallback>
                <p:oleObj name="公式" r:id="rId5" imgW="368280" imgH="444240" progId="Equation.3">
                  <p:embed/>
                  <p:pic>
                    <p:nvPicPr>
                      <p:cNvPr id="8199"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2440" y="571057"/>
                        <a:ext cx="939800" cy="850106"/>
                      </a:xfrm>
                      <a:prstGeom prst="rect">
                        <a:avLst/>
                      </a:prstGeom>
                      <a:solidFill>
                        <a:schemeClr val="tx2">
                          <a:lumMod val="20000"/>
                          <a:lumOff val="80000"/>
                        </a:schemeClr>
                      </a:solidFill>
                      <a:extLst/>
                    </p:spPr>
                  </p:pic>
                </p:oleObj>
              </mc:Fallback>
            </mc:AlternateContent>
          </a:graphicData>
        </a:graphic>
      </p:graphicFrame>
      <p:graphicFrame>
        <p:nvGraphicFramePr>
          <p:cNvPr id="8201" name="Object 8"/>
          <p:cNvGraphicFramePr>
            <a:graphicFrameLocks noChangeAspect="1"/>
          </p:cNvGraphicFramePr>
          <p:nvPr>
            <p:extLst>
              <p:ext uri="{D42A27DB-BD31-4B8C-83A1-F6EECF244321}">
                <p14:modId xmlns:p14="http://schemas.microsoft.com/office/powerpoint/2010/main" val="3146952714"/>
              </p:ext>
            </p:extLst>
          </p:nvPr>
        </p:nvGraphicFramePr>
        <p:xfrm>
          <a:off x="899592" y="1362823"/>
          <a:ext cx="762000" cy="342900"/>
        </p:xfrm>
        <a:graphic>
          <a:graphicData uri="http://schemas.openxmlformats.org/presentationml/2006/ole">
            <mc:AlternateContent xmlns:mc="http://schemas.openxmlformats.org/markup-compatibility/2006">
              <mc:Choice xmlns:v="urn:schemas-microsoft-com:vml" Requires="v">
                <p:oleObj spid="_x0000_s275480" name="公式" r:id="rId7" imgW="241195" imgH="139639" progId="Equation.3">
                  <p:embed/>
                </p:oleObj>
              </mc:Choice>
              <mc:Fallback>
                <p:oleObj name="公式" r:id="rId7" imgW="241195" imgH="139639" progId="Equation.3">
                  <p:embed/>
                  <p:pic>
                    <p:nvPicPr>
                      <p:cNvPr id="8201"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9592" y="1362823"/>
                        <a:ext cx="762000" cy="342900"/>
                      </a:xfrm>
                      <a:prstGeom prst="rect">
                        <a:avLst/>
                      </a:prstGeom>
                      <a:solidFill>
                        <a:schemeClr val="tx2">
                          <a:lumMod val="20000"/>
                          <a:lumOff val="80000"/>
                        </a:schemeClr>
                      </a:solidFill>
                      <a:extLst/>
                    </p:spPr>
                  </p:pic>
                </p:oleObj>
              </mc:Fallback>
            </mc:AlternateContent>
          </a:graphicData>
        </a:graphic>
      </p:graphicFrame>
      <p:grpSp>
        <p:nvGrpSpPr>
          <p:cNvPr id="19" name="Group 141"/>
          <p:cNvGrpSpPr>
            <a:grpSpLocks/>
          </p:cNvGrpSpPr>
          <p:nvPr/>
        </p:nvGrpSpPr>
        <p:grpSpPr bwMode="auto">
          <a:xfrm>
            <a:off x="755566" y="2270132"/>
            <a:ext cx="7630207" cy="1641476"/>
            <a:chOff x="477" y="1438"/>
            <a:chExt cx="5031" cy="1034"/>
          </a:xfrm>
        </p:grpSpPr>
        <p:sp>
          <p:nvSpPr>
            <p:cNvPr id="20" name="Text Box 138"/>
            <p:cNvSpPr txBox="1">
              <a:spLocks noChangeArrowheads="1"/>
            </p:cNvSpPr>
            <p:nvPr/>
          </p:nvSpPr>
          <p:spPr bwMode="auto">
            <a:xfrm>
              <a:off x="477" y="1483"/>
              <a:ext cx="5031" cy="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en-US" altLang="zh-CN" b="1" dirty="0"/>
                <a:t> </a:t>
              </a:r>
              <a:r>
                <a:rPr lang="zh-CN" altLang="en-US" b="1" dirty="0"/>
                <a:t>　　　　　</a:t>
              </a:r>
              <a:r>
                <a:rPr lang="zh-CN" altLang="en-US" sz="2800" b="1" dirty="0"/>
                <a:t>　　　　</a:t>
              </a:r>
              <a:r>
                <a:rPr lang="zh-CN" altLang="en-US" sz="2800" b="1" dirty="0" smtClean="0"/>
                <a:t>   </a:t>
              </a:r>
              <a:r>
                <a:rPr lang="zh-CN" altLang="en-US" sz="3200" b="1" dirty="0" smtClean="0">
                  <a:solidFill>
                    <a:srgbClr val="000000"/>
                  </a:solidFill>
                </a:rPr>
                <a:t>是</a:t>
              </a:r>
              <a:r>
                <a:rPr lang="zh-CN" altLang="en-US" sz="3200" b="1" dirty="0">
                  <a:solidFill>
                    <a:srgbClr val="000000"/>
                  </a:solidFill>
                </a:rPr>
                <a:t>一个以     　为速度</a:t>
              </a:r>
              <a:r>
                <a:rPr lang="zh-CN" altLang="en-US" sz="3200" b="1" dirty="0" smtClean="0">
                  <a:solidFill>
                    <a:srgbClr val="000000"/>
                  </a:solidFill>
                </a:rPr>
                <a:t>沿       </a:t>
              </a:r>
              <a:r>
                <a:rPr lang="en-US" altLang="zh-CN" sz="3200" b="1" dirty="0" smtClean="0">
                  <a:solidFill>
                    <a:srgbClr val="FF3300"/>
                  </a:solidFill>
                </a:rPr>
                <a:t>-z  </a:t>
              </a:r>
              <a:r>
                <a:rPr lang="zh-CN" altLang="en-US" sz="3200" b="1" dirty="0" smtClean="0">
                  <a:solidFill>
                    <a:srgbClr val="000000"/>
                  </a:solidFill>
                </a:rPr>
                <a:t>方向传播</a:t>
              </a:r>
              <a:r>
                <a:rPr lang="zh-CN" altLang="en-US" sz="3200" b="1" dirty="0">
                  <a:solidFill>
                    <a:srgbClr val="000000"/>
                  </a:solidFill>
                </a:rPr>
                <a:t>的电磁波。</a:t>
              </a:r>
            </a:p>
          </p:txBody>
        </p:sp>
        <p:graphicFrame>
          <p:nvGraphicFramePr>
            <p:cNvPr id="21" name="Object 139"/>
            <p:cNvGraphicFramePr>
              <a:graphicFrameLocks noChangeAspect="1"/>
            </p:cNvGraphicFramePr>
            <p:nvPr>
              <p:extLst/>
            </p:nvPr>
          </p:nvGraphicFramePr>
          <p:xfrm>
            <a:off x="1209" y="1444"/>
            <a:ext cx="1025" cy="547"/>
          </p:xfrm>
          <a:graphic>
            <a:graphicData uri="http://schemas.openxmlformats.org/presentationml/2006/ole">
              <mc:AlternateContent xmlns:mc="http://schemas.openxmlformats.org/markup-compatibility/2006">
                <mc:Choice xmlns:v="urn:schemas-microsoft-com:vml" Requires="v">
                  <p:oleObj spid="_x0000_s275481" name="Equation" r:id="rId9" imgW="952087" imgH="507780" progId="">
                    <p:embed/>
                  </p:oleObj>
                </mc:Choice>
                <mc:Fallback>
                  <p:oleObj name="Equation" r:id="rId9" imgW="952087" imgH="507780" progId="">
                    <p:embed/>
                    <p:pic>
                      <p:nvPicPr>
                        <p:cNvPr id="21" name="Object 13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09" y="1444"/>
                          <a:ext cx="1025" cy="5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140"/>
            <p:cNvGraphicFramePr>
              <a:graphicFrameLocks noChangeAspect="1"/>
            </p:cNvGraphicFramePr>
            <p:nvPr>
              <p:extLst/>
            </p:nvPr>
          </p:nvGraphicFramePr>
          <p:xfrm>
            <a:off x="3664" y="1438"/>
            <a:ext cx="469" cy="564"/>
          </p:xfrm>
          <a:graphic>
            <a:graphicData uri="http://schemas.openxmlformats.org/presentationml/2006/ole">
              <mc:AlternateContent xmlns:mc="http://schemas.openxmlformats.org/markup-compatibility/2006">
                <mc:Choice xmlns:v="urn:schemas-microsoft-com:vml" Requires="v">
                  <p:oleObj spid="_x0000_s275482" name="公式" r:id="rId11" imgW="368280" imgH="444240" progId="Equation.3">
                    <p:embed/>
                  </p:oleObj>
                </mc:Choice>
                <mc:Fallback>
                  <p:oleObj name="公式" r:id="rId11" imgW="368280" imgH="444240" progId="Equation.3">
                    <p:embed/>
                    <p:pic>
                      <p:nvPicPr>
                        <p:cNvPr id="22" name="Object 140"/>
                        <p:cNvPicPr>
                          <a:picLocks noChangeAspect="1" noChangeArrowheads="1"/>
                        </p:cNvPicPr>
                        <p:nvPr/>
                      </p:nvPicPr>
                      <p:blipFill>
                        <a:blip r:embed="rId12"/>
                        <a:srcRect/>
                        <a:stretch>
                          <a:fillRect/>
                        </a:stretch>
                      </p:blipFill>
                      <p:spPr bwMode="auto">
                        <a:xfrm>
                          <a:off x="3664" y="1438"/>
                          <a:ext cx="469" cy="564"/>
                        </a:xfrm>
                        <a:prstGeom prst="rect">
                          <a:avLst/>
                        </a:prstGeom>
                        <a:solidFill>
                          <a:schemeClr val="tx2">
                            <a:lumMod val="20000"/>
                            <a:lumOff val="80000"/>
                          </a:schemeClr>
                        </a:solidFill>
                        <a:extLst/>
                      </p:spPr>
                    </p:pic>
                  </p:oleObj>
                </mc:Fallback>
              </mc:AlternateContent>
            </a:graphicData>
          </a:graphic>
        </p:graphicFrame>
      </p:grpSp>
      <p:sp>
        <p:nvSpPr>
          <p:cNvPr id="2" name="圆角矩形标注 1"/>
          <p:cNvSpPr/>
          <p:nvPr/>
        </p:nvSpPr>
        <p:spPr>
          <a:xfrm>
            <a:off x="5508104" y="1469253"/>
            <a:ext cx="1584176" cy="720080"/>
          </a:xfrm>
          <a:prstGeom prst="wedgeRoundRectCallout">
            <a:avLst>
              <a:gd name="adj1" fmla="val -162744"/>
              <a:gd name="adj2" fmla="val -8686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2">
                    <a:lumMod val="50000"/>
                  </a:schemeClr>
                </a:solidFill>
              </a:rPr>
              <a:t>，</a:t>
            </a:r>
            <a:endParaRPr lang="en-US" altLang="zh-CN" b="1" dirty="0" smtClean="0">
              <a:solidFill>
                <a:schemeClr val="bg2">
                  <a:lumMod val="50000"/>
                </a:schemeClr>
              </a:solidFill>
            </a:endParaRPr>
          </a:p>
          <a:p>
            <a:pPr algn="ctr"/>
            <a:r>
              <a:rPr lang="zh-CN" altLang="en-US" sz="2000" b="1" dirty="0" smtClean="0">
                <a:solidFill>
                  <a:srgbClr val="C00000"/>
                </a:solidFill>
              </a:rPr>
              <a:t>方向</a:t>
            </a:r>
            <a:r>
              <a:rPr lang="zh-CN" altLang="en-US" b="1" dirty="0" smtClean="0">
                <a:solidFill>
                  <a:schemeClr val="bg2">
                    <a:lumMod val="50000"/>
                  </a:schemeClr>
                </a:solidFill>
              </a:rPr>
              <a:t>远离源</a:t>
            </a:r>
            <a:endParaRPr lang="zh-CN" altLang="en-US" b="1" dirty="0">
              <a:solidFill>
                <a:schemeClr val="bg2">
                  <a:lumMod val="50000"/>
                </a:schemeClr>
              </a:solidFill>
            </a:endParaRPr>
          </a:p>
        </p:txBody>
      </p:sp>
      <p:sp>
        <p:nvSpPr>
          <p:cNvPr id="17" name="圆角矩形标注 16"/>
          <p:cNvSpPr/>
          <p:nvPr/>
        </p:nvSpPr>
        <p:spPr>
          <a:xfrm>
            <a:off x="6156176" y="3489663"/>
            <a:ext cx="1656184" cy="720080"/>
          </a:xfrm>
          <a:prstGeom prst="wedgeRoundRectCallout">
            <a:avLst>
              <a:gd name="adj1" fmla="val -215066"/>
              <a:gd name="adj2" fmla="val -11975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2">
                    <a:lumMod val="50000"/>
                  </a:schemeClr>
                </a:solidFill>
              </a:rPr>
              <a:t>反射波，</a:t>
            </a:r>
            <a:endParaRPr lang="en-US" altLang="zh-CN" sz="2000" b="1" dirty="0" smtClean="0">
              <a:solidFill>
                <a:schemeClr val="bg2">
                  <a:lumMod val="50000"/>
                </a:schemeClr>
              </a:solidFill>
            </a:endParaRPr>
          </a:p>
          <a:p>
            <a:pPr algn="ctr"/>
            <a:r>
              <a:rPr lang="zh-CN" altLang="en-US" sz="2000" b="1" dirty="0" smtClean="0">
                <a:solidFill>
                  <a:srgbClr val="C00000"/>
                </a:solidFill>
              </a:rPr>
              <a:t>方向</a:t>
            </a:r>
            <a:r>
              <a:rPr lang="zh-CN" altLang="en-US" sz="2000" b="1" dirty="0" smtClean="0">
                <a:solidFill>
                  <a:schemeClr val="bg2">
                    <a:lumMod val="50000"/>
                  </a:schemeClr>
                </a:solidFill>
              </a:rPr>
              <a:t>接近源</a:t>
            </a:r>
            <a:endParaRPr lang="zh-CN" altLang="en-US" sz="2000" b="1" dirty="0">
              <a:solidFill>
                <a:schemeClr val="bg2">
                  <a:lumMod val="50000"/>
                </a:schemeClr>
              </a:solidFill>
            </a:endParaRPr>
          </a:p>
        </p:txBody>
      </p:sp>
      <p:sp>
        <p:nvSpPr>
          <p:cNvPr id="3" name="矩形 2"/>
          <p:cNvSpPr/>
          <p:nvPr/>
        </p:nvSpPr>
        <p:spPr>
          <a:xfrm>
            <a:off x="5652120" y="1462550"/>
            <a:ext cx="881973" cy="369332"/>
          </a:xfrm>
          <a:prstGeom prst="rect">
            <a:avLst/>
          </a:prstGeom>
          <a:solidFill>
            <a:srgbClr val="D6EAEC"/>
          </a:solidFill>
        </p:spPr>
        <p:txBody>
          <a:bodyPr wrap="none">
            <a:spAutoFit/>
          </a:bodyPr>
          <a:lstStyle/>
          <a:p>
            <a:r>
              <a:rPr lang="zh-CN" altLang="en-US" b="1" dirty="0">
                <a:solidFill>
                  <a:schemeClr val="bg2">
                    <a:lumMod val="50000"/>
                  </a:schemeClr>
                </a:solidFill>
              </a:rPr>
              <a:t>入射波</a:t>
            </a:r>
            <a:endParaRPr lang="zh-CN" altLang="en-US" dirty="0"/>
          </a:p>
        </p:txBody>
      </p:sp>
      <p:sp>
        <p:nvSpPr>
          <p:cNvPr id="23" name="矩形 22"/>
          <p:cNvSpPr/>
          <p:nvPr/>
        </p:nvSpPr>
        <p:spPr>
          <a:xfrm>
            <a:off x="6498339" y="3493733"/>
            <a:ext cx="881973" cy="369332"/>
          </a:xfrm>
          <a:prstGeom prst="rect">
            <a:avLst/>
          </a:prstGeom>
          <a:solidFill>
            <a:srgbClr val="D6EAEC"/>
          </a:solidFill>
        </p:spPr>
        <p:txBody>
          <a:bodyPr wrap="none">
            <a:spAutoFit/>
          </a:bodyPr>
          <a:lstStyle/>
          <a:p>
            <a:r>
              <a:rPr lang="zh-CN" altLang="en-US" b="1" dirty="0" smtClean="0">
                <a:solidFill>
                  <a:schemeClr val="bg2">
                    <a:lumMod val="50000"/>
                  </a:schemeClr>
                </a:solidFill>
              </a:rPr>
              <a:t>反射波</a:t>
            </a:r>
            <a:endParaRPr lang="zh-CN" altLang="en-US" dirty="0"/>
          </a:p>
        </p:txBody>
      </p:sp>
    </p:spTree>
    <p:extLst>
      <p:ext uri="{BB962C8B-B14F-4D97-AF65-F5344CB8AC3E}">
        <p14:creationId xmlns:p14="http://schemas.microsoft.com/office/powerpoint/2010/main" val="5271695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10"/>
          <p:cNvGraphicFramePr>
            <a:graphicFrameLocks noChangeAspect="1"/>
          </p:cNvGraphicFramePr>
          <p:nvPr>
            <p:extLst/>
          </p:nvPr>
        </p:nvGraphicFramePr>
        <p:xfrm>
          <a:off x="693738" y="1887538"/>
          <a:ext cx="6232525" cy="455612"/>
        </p:xfrm>
        <a:graphic>
          <a:graphicData uri="http://schemas.openxmlformats.org/presentationml/2006/ole">
            <mc:AlternateContent xmlns:mc="http://schemas.openxmlformats.org/markup-compatibility/2006">
              <mc:Choice xmlns:v="urn:schemas-microsoft-com:vml" Requires="v">
                <p:oleObj spid="_x0000_s276494" name="公式" r:id="rId3" imgW="2349360" imgH="228600" progId="Equation.3">
                  <p:embed/>
                </p:oleObj>
              </mc:Choice>
              <mc:Fallback>
                <p:oleObj name="公式" r:id="rId3" imgW="2349360" imgH="228600" progId="Equation.3">
                  <p:embed/>
                  <p:pic>
                    <p:nvPicPr>
                      <p:cNvPr id="4"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738" y="1887538"/>
                        <a:ext cx="6232525"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12"/>
          <p:cNvGraphicFramePr>
            <a:graphicFrameLocks noChangeAspect="1"/>
          </p:cNvGraphicFramePr>
          <p:nvPr>
            <p:extLst>
              <p:ext uri="{D42A27DB-BD31-4B8C-83A1-F6EECF244321}">
                <p14:modId xmlns:p14="http://schemas.microsoft.com/office/powerpoint/2010/main" val="1617209462"/>
              </p:ext>
            </p:extLst>
          </p:nvPr>
        </p:nvGraphicFramePr>
        <p:xfrm>
          <a:off x="2858704" y="2493610"/>
          <a:ext cx="5591175" cy="822325"/>
        </p:xfrm>
        <a:graphic>
          <a:graphicData uri="http://schemas.openxmlformats.org/presentationml/2006/ole">
            <mc:AlternateContent xmlns:mc="http://schemas.openxmlformats.org/markup-compatibility/2006">
              <mc:Choice xmlns:v="urn:schemas-microsoft-com:vml" Requires="v">
                <p:oleObj spid="_x0000_s276495" name="公式" r:id="rId5" imgW="2095200" imgH="406080" progId="Equation.3">
                  <p:embed/>
                </p:oleObj>
              </mc:Choice>
              <mc:Fallback>
                <p:oleObj name="公式" r:id="rId5" imgW="2095200" imgH="406080" progId="Equation.3">
                  <p:embed/>
                  <p:pic>
                    <p:nvPicPr>
                      <p:cNvPr id="5" name="Object 12"/>
                      <p:cNvPicPr>
                        <a:picLocks noChangeAspect="1" noChangeArrowheads="1"/>
                      </p:cNvPicPr>
                      <p:nvPr/>
                    </p:nvPicPr>
                    <p:blipFill>
                      <a:blip r:embed="rId6"/>
                      <a:srcRect/>
                      <a:stretch>
                        <a:fillRect/>
                      </a:stretch>
                    </p:blipFill>
                    <p:spPr bwMode="auto">
                      <a:xfrm>
                        <a:off x="2858704" y="2493610"/>
                        <a:ext cx="5591175" cy="822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nvPr>
        </p:nvGraphicFramePr>
        <p:xfrm>
          <a:off x="990600" y="2649319"/>
          <a:ext cx="1047750" cy="419100"/>
        </p:xfrm>
        <a:graphic>
          <a:graphicData uri="http://schemas.openxmlformats.org/presentationml/2006/ole">
            <mc:AlternateContent xmlns:mc="http://schemas.openxmlformats.org/markup-compatibility/2006">
              <mc:Choice xmlns:v="urn:schemas-microsoft-com:vml" Requires="v">
                <p:oleObj spid="_x0000_s276496" name="公式" r:id="rId7" imgW="444240" imgH="177480" progId="Equation.3">
                  <p:embed/>
                </p:oleObj>
              </mc:Choice>
              <mc:Fallback>
                <p:oleObj name="公式" r:id="rId7" imgW="444240" imgH="177480" progId="Equation.3">
                  <p:embed/>
                  <p:pic>
                    <p:nvPicPr>
                      <p:cNvPr id="6" name="对象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2649319"/>
                        <a:ext cx="104775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圆角矩形标注 6"/>
          <p:cNvSpPr/>
          <p:nvPr/>
        </p:nvSpPr>
        <p:spPr>
          <a:xfrm>
            <a:off x="1979712" y="3466396"/>
            <a:ext cx="1008112" cy="905554"/>
          </a:xfrm>
          <a:prstGeom prst="wedgeRoundRectCallout">
            <a:avLst>
              <a:gd name="adj1" fmla="val 47891"/>
              <a:gd name="adj2" fmla="val -9380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50000"/>
              </a:spcBef>
            </a:pPr>
            <a:r>
              <a:rPr lang="zh-CN" altLang="en-US" sz="2800" b="1" dirty="0">
                <a:solidFill>
                  <a:schemeClr val="tx2">
                    <a:lumMod val="50000"/>
                  </a:schemeClr>
                </a:solidFill>
              </a:rPr>
              <a:t>相位常数</a:t>
            </a:r>
            <a:endParaRPr lang="el-GR" altLang="zh-CN" sz="2800" b="1" dirty="0">
              <a:solidFill>
                <a:schemeClr val="tx2">
                  <a:lumMod val="50000"/>
                </a:schemeClr>
              </a:solidFill>
              <a:cs typeface="Arial" charset="0"/>
            </a:endParaRPr>
          </a:p>
        </p:txBody>
      </p:sp>
      <p:sp>
        <p:nvSpPr>
          <p:cNvPr id="8" name="矩形 7"/>
          <p:cNvSpPr/>
          <p:nvPr/>
        </p:nvSpPr>
        <p:spPr>
          <a:xfrm>
            <a:off x="4283968" y="3705875"/>
            <a:ext cx="4176464" cy="954107"/>
          </a:xfrm>
          <a:prstGeom prst="rect">
            <a:avLst/>
          </a:prstGeom>
          <a:solidFill>
            <a:schemeClr val="tx2">
              <a:lumMod val="20000"/>
              <a:lumOff val="80000"/>
            </a:schemeClr>
          </a:solidFill>
        </p:spPr>
        <p:txBody>
          <a:bodyPr wrap="square">
            <a:spAutoFit/>
          </a:bodyPr>
          <a:lstStyle/>
          <a:p>
            <a:pPr>
              <a:spcBef>
                <a:spcPct val="50000"/>
              </a:spcBef>
            </a:pPr>
            <a:r>
              <a:rPr lang="zh-CN" altLang="en-US" sz="2800" b="1" dirty="0" smtClean="0"/>
              <a:t>表示传播方向单位长度相位的改变量，</a:t>
            </a:r>
            <a:r>
              <a:rPr lang="zh-CN" altLang="en-US" sz="2800" b="1" dirty="0"/>
              <a:t>单位</a:t>
            </a:r>
            <a:r>
              <a:rPr lang="en-US" altLang="zh-CN" sz="2800" b="1" dirty="0"/>
              <a:t>rad/m</a:t>
            </a:r>
            <a:endParaRPr lang="el-GR" altLang="zh-CN" sz="2800" b="1" dirty="0">
              <a:cs typeface="Arial" charset="0"/>
            </a:endParaRPr>
          </a:p>
        </p:txBody>
      </p:sp>
      <p:sp>
        <p:nvSpPr>
          <p:cNvPr id="9" name="右箭头 8"/>
          <p:cNvSpPr/>
          <p:nvPr/>
        </p:nvSpPr>
        <p:spPr>
          <a:xfrm rot="11733933">
            <a:off x="2984080" y="3985308"/>
            <a:ext cx="1229987" cy="152400"/>
          </a:xfrm>
          <a:prstGeom prst="rightArrow">
            <a:avLst>
              <a:gd name="adj1" fmla="val 10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85800" y="656332"/>
            <a:ext cx="5867400" cy="1077218"/>
          </a:xfrm>
          <a:prstGeom prst="rect">
            <a:avLst/>
          </a:prstGeom>
        </p:spPr>
        <p:txBody>
          <a:bodyPr wrap="square">
            <a:spAutoFit/>
          </a:bodyPr>
          <a:lstStyle/>
          <a:p>
            <a:pPr lvl="0" eaLnBrk="1" hangingPunct="1">
              <a:spcBef>
                <a:spcPct val="20000"/>
              </a:spcBef>
              <a:buClr>
                <a:srgbClr val="A50021"/>
              </a:buClr>
              <a:buSzPct val="75000"/>
            </a:pPr>
            <a:r>
              <a:rPr lang="zh-CN" altLang="en-US" sz="3200" b="1" dirty="0" smtClean="0">
                <a:solidFill>
                  <a:srgbClr val="000000"/>
                </a:solidFill>
                <a:latin typeface="宋体" pitchFamily="2" charset="-122"/>
                <a:ea typeface="宋体"/>
              </a:rPr>
              <a:t>考虑场按正弦变化的情况，电场可以写成</a:t>
            </a:r>
            <a:endParaRPr lang="zh-CN" altLang="en-US" sz="3200" b="1" dirty="0">
              <a:solidFill>
                <a:srgbClr val="000000"/>
              </a:solidFill>
              <a:latin typeface="宋体" pitchFamily="2" charset="-122"/>
              <a:ea typeface="宋体"/>
            </a:endParaRPr>
          </a:p>
        </p:txBody>
      </p:sp>
      <p:sp>
        <p:nvSpPr>
          <p:cNvPr id="12" name="矩形 11"/>
          <p:cNvSpPr/>
          <p:nvPr/>
        </p:nvSpPr>
        <p:spPr>
          <a:xfrm>
            <a:off x="7164288" y="1770951"/>
            <a:ext cx="1872208" cy="584775"/>
          </a:xfrm>
          <a:prstGeom prst="rect">
            <a:avLst/>
          </a:prstGeom>
        </p:spPr>
        <p:txBody>
          <a:bodyPr wrap="square">
            <a:spAutoFit/>
          </a:bodyPr>
          <a:lstStyle/>
          <a:p>
            <a:pPr lvl="0" eaLnBrk="1" hangingPunct="1">
              <a:spcBef>
                <a:spcPct val="20000"/>
              </a:spcBef>
              <a:buClr>
                <a:srgbClr val="A50021"/>
              </a:buClr>
              <a:buSzPct val="75000"/>
            </a:pPr>
            <a:r>
              <a:rPr lang="zh-CN" altLang="en-US" sz="3200" b="1" dirty="0" smtClean="0">
                <a:solidFill>
                  <a:srgbClr val="000000"/>
                </a:solidFill>
                <a:latin typeface="宋体" pitchFamily="2" charset="-122"/>
                <a:ea typeface="宋体"/>
              </a:rPr>
              <a:t>（</a:t>
            </a:r>
            <a:r>
              <a:rPr lang="en-US" altLang="zh-CN" sz="3200" b="1" dirty="0" smtClean="0">
                <a:solidFill>
                  <a:srgbClr val="000000"/>
                </a:solidFill>
                <a:latin typeface="宋体" pitchFamily="2" charset="-122"/>
                <a:ea typeface="宋体"/>
              </a:rPr>
              <a:t>4</a:t>
            </a:r>
            <a:r>
              <a:rPr lang="en-US" altLang="zh-CN" sz="3200" b="1" dirty="0">
                <a:solidFill>
                  <a:srgbClr val="000000"/>
                </a:solidFill>
                <a:latin typeface="宋体" pitchFamily="2" charset="-122"/>
                <a:ea typeface="宋体"/>
              </a:rPr>
              <a:t>.</a:t>
            </a:r>
            <a:r>
              <a:rPr lang="en-US" altLang="zh-CN" sz="3200" b="1" dirty="0" smtClean="0">
                <a:solidFill>
                  <a:srgbClr val="000000"/>
                </a:solidFill>
                <a:latin typeface="宋体" pitchFamily="2" charset="-122"/>
                <a:ea typeface="宋体"/>
              </a:rPr>
              <a:t>5</a:t>
            </a:r>
            <a:r>
              <a:rPr lang="zh-CN" altLang="en-US" sz="3200" b="1" dirty="0" smtClean="0">
                <a:solidFill>
                  <a:srgbClr val="000000"/>
                </a:solidFill>
                <a:latin typeface="宋体" pitchFamily="2" charset="-122"/>
                <a:ea typeface="宋体"/>
              </a:rPr>
              <a:t>）</a:t>
            </a:r>
            <a:endParaRPr lang="zh-CN" altLang="en-US" sz="3200" b="1" dirty="0">
              <a:solidFill>
                <a:srgbClr val="000000"/>
              </a:solidFill>
              <a:latin typeface="宋体" pitchFamily="2" charset="-122"/>
              <a:ea typeface="宋体"/>
            </a:endParaRPr>
          </a:p>
        </p:txBody>
      </p:sp>
    </p:spTree>
    <p:extLst>
      <p:ext uri="{BB962C8B-B14F-4D97-AF65-F5344CB8AC3E}">
        <p14:creationId xmlns:p14="http://schemas.microsoft.com/office/powerpoint/2010/main" val="9641934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31"/>
          <p:cNvSpPr txBox="1">
            <a:spLocks noChangeArrowheads="1"/>
          </p:cNvSpPr>
          <p:nvPr/>
        </p:nvSpPr>
        <p:spPr bwMode="auto">
          <a:xfrm>
            <a:off x="804863" y="361950"/>
            <a:ext cx="7343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对于正弦电磁场，复数形式的波动方程为：</a:t>
            </a:r>
          </a:p>
        </p:txBody>
      </p:sp>
      <p:sp>
        <p:nvSpPr>
          <p:cNvPr id="6" name="Text Box 133"/>
          <p:cNvSpPr txBox="1">
            <a:spLocks noChangeArrowheads="1"/>
          </p:cNvSpPr>
          <p:nvPr/>
        </p:nvSpPr>
        <p:spPr bwMode="auto">
          <a:xfrm>
            <a:off x="804863" y="1504950"/>
            <a:ext cx="61198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若为平面波，则上式可写为：</a:t>
            </a:r>
          </a:p>
        </p:txBody>
      </p:sp>
      <p:graphicFrame>
        <p:nvGraphicFramePr>
          <p:cNvPr id="7" name="Object 134"/>
          <p:cNvGraphicFramePr>
            <a:graphicFrameLocks noChangeAspect="1"/>
          </p:cNvGraphicFramePr>
          <p:nvPr>
            <p:extLst/>
          </p:nvPr>
        </p:nvGraphicFramePr>
        <p:xfrm>
          <a:off x="2389189" y="1935162"/>
          <a:ext cx="2335211" cy="966337"/>
        </p:xfrm>
        <a:graphic>
          <a:graphicData uri="http://schemas.openxmlformats.org/presentationml/2006/ole">
            <mc:AlternateContent xmlns:mc="http://schemas.openxmlformats.org/markup-compatibility/2006">
              <mc:Choice xmlns:v="urn:schemas-microsoft-com:vml" Requires="v">
                <p:oleObj spid="_x0000_s277519" name="Equation" r:id="rId3" imgW="1016000" imgH="419100" progId="">
                  <p:embed/>
                </p:oleObj>
              </mc:Choice>
              <mc:Fallback>
                <p:oleObj name="Equation" r:id="rId3" imgW="1016000" imgH="419100" progId="">
                  <p:embed/>
                  <p:pic>
                    <p:nvPicPr>
                      <p:cNvPr id="7" name="Object 1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9189" y="1935162"/>
                        <a:ext cx="2335211" cy="966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135"/>
          <p:cNvSpPr txBox="1">
            <a:spLocks noChangeArrowheads="1"/>
          </p:cNvSpPr>
          <p:nvPr/>
        </p:nvSpPr>
        <p:spPr bwMode="auto">
          <a:xfrm>
            <a:off x="444500" y="2928940"/>
            <a:ext cx="2305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其通解为：</a:t>
            </a:r>
          </a:p>
        </p:txBody>
      </p:sp>
      <p:sp>
        <p:nvSpPr>
          <p:cNvPr id="11" name="Text Box 138"/>
          <p:cNvSpPr txBox="1">
            <a:spLocks noChangeArrowheads="1"/>
          </p:cNvSpPr>
          <p:nvPr/>
        </p:nvSpPr>
        <p:spPr bwMode="auto">
          <a:xfrm>
            <a:off x="7218362" y="2928940"/>
            <a:ext cx="16208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smtClean="0"/>
              <a:t>（</a:t>
            </a:r>
            <a:r>
              <a:rPr lang="en-US" altLang="zh-CN" sz="2800" b="1" dirty="0" smtClean="0"/>
              <a:t>4.8</a:t>
            </a:r>
            <a:r>
              <a:rPr lang="en-US" altLang="zh-CN" sz="2800" b="1" dirty="0"/>
              <a:t>)</a:t>
            </a:r>
          </a:p>
        </p:txBody>
      </p:sp>
      <p:graphicFrame>
        <p:nvGraphicFramePr>
          <p:cNvPr id="15" name="对象 14"/>
          <p:cNvGraphicFramePr>
            <a:graphicFrameLocks noChangeAspect="1"/>
          </p:cNvGraphicFramePr>
          <p:nvPr>
            <p:extLst/>
          </p:nvPr>
        </p:nvGraphicFramePr>
        <p:xfrm>
          <a:off x="2286000" y="957263"/>
          <a:ext cx="3687763" cy="547687"/>
        </p:xfrm>
        <a:graphic>
          <a:graphicData uri="http://schemas.openxmlformats.org/presentationml/2006/ole">
            <mc:AlternateContent xmlns:mc="http://schemas.openxmlformats.org/markup-compatibility/2006">
              <mc:Choice xmlns:v="urn:schemas-microsoft-com:vml" Requires="v">
                <p:oleObj spid="_x0000_s277520" name="公式" r:id="rId5" imgW="1155600" imgH="228600" progId="Equation.3">
                  <p:embed/>
                </p:oleObj>
              </mc:Choice>
              <mc:Fallback>
                <p:oleObj name="公式" r:id="rId5" imgW="1155600" imgH="228600" progId="Equation.3">
                  <p:embed/>
                  <p:pic>
                    <p:nvPicPr>
                      <p:cNvPr id="15" name="对象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957263"/>
                        <a:ext cx="3687763" cy="547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extLst/>
          </p:nvPr>
        </p:nvGraphicFramePr>
        <p:xfrm>
          <a:off x="2555776" y="2912772"/>
          <a:ext cx="5097483" cy="641350"/>
        </p:xfrm>
        <a:graphic>
          <a:graphicData uri="http://schemas.openxmlformats.org/presentationml/2006/ole">
            <mc:AlternateContent xmlns:mc="http://schemas.openxmlformats.org/markup-compatibility/2006">
              <mc:Choice xmlns:v="urn:schemas-microsoft-com:vml" Requires="v">
                <p:oleObj spid="_x0000_s277521" name="公式" r:id="rId7" imgW="1422400" imgH="241300" progId="Equation.3">
                  <p:embed/>
                </p:oleObj>
              </mc:Choice>
              <mc:Fallback>
                <p:oleObj name="公式" r:id="rId7" imgW="1422400" imgH="241300" progId="Equation.3">
                  <p:embed/>
                  <p:pic>
                    <p:nvPicPr>
                      <p:cNvPr id="16" name="对象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5776" y="2912772"/>
                        <a:ext cx="5097483"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7265325" y="1491630"/>
            <a:ext cx="184731" cy="369332"/>
          </a:xfrm>
          <a:prstGeom prst="rect">
            <a:avLst/>
          </a:prstGeom>
        </p:spPr>
        <p:txBody>
          <a:bodyPr wrap="none">
            <a:spAutoFit/>
          </a:bodyPr>
          <a:lstStyle/>
          <a:p>
            <a:endParaRPr lang="zh-CN" altLang="en-US" dirty="0"/>
          </a:p>
        </p:txBody>
      </p:sp>
      <p:sp>
        <p:nvSpPr>
          <p:cNvPr id="3" name="椭圆形标注 2"/>
          <p:cNvSpPr/>
          <p:nvPr/>
        </p:nvSpPr>
        <p:spPr>
          <a:xfrm>
            <a:off x="7560728" y="1923678"/>
            <a:ext cx="1403760" cy="807244"/>
          </a:xfrm>
          <a:prstGeom prst="wedgeEllipseCallout">
            <a:avLst>
              <a:gd name="adj1" fmla="val -115564"/>
              <a:gd name="adj2" fmla="val 903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rgbClr val="000000"/>
                </a:solidFill>
                <a:latin typeface="宋体" pitchFamily="2" charset="-122"/>
              </a:rPr>
              <a:t>反射波</a:t>
            </a:r>
            <a:endParaRPr lang="zh-CN" altLang="en-US" dirty="0"/>
          </a:p>
        </p:txBody>
      </p:sp>
      <p:sp>
        <p:nvSpPr>
          <p:cNvPr id="14" name="椭圆形标注 13"/>
          <p:cNvSpPr/>
          <p:nvPr/>
        </p:nvSpPr>
        <p:spPr>
          <a:xfrm>
            <a:off x="5494155" y="1744016"/>
            <a:ext cx="1310093" cy="807244"/>
          </a:xfrm>
          <a:prstGeom prst="wedgeEllipseCallout">
            <a:avLst>
              <a:gd name="adj1" fmla="val -109030"/>
              <a:gd name="adj2" fmla="val 11201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rgbClr val="000000"/>
                </a:solidFill>
                <a:latin typeface="宋体" pitchFamily="2" charset="-122"/>
              </a:rPr>
              <a:t>入</a:t>
            </a:r>
            <a:r>
              <a:rPr lang="zh-CN" altLang="en-US" b="1" dirty="0" smtClean="0">
                <a:solidFill>
                  <a:srgbClr val="000000"/>
                </a:solidFill>
                <a:latin typeface="宋体" pitchFamily="2" charset="-122"/>
              </a:rPr>
              <a:t>射波</a:t>
            </a:r>
            <a:endParaRPr lang="zh-CN" altLang="en-US" dirty="0"/>
          </a:p>
        </p:txBody>
      </p:sp>
    </p:spTree>
    <p:extLst>
      <p:ext uri="{BB962C8B-B14F-4D97-AF65-F5344CB8AC3E}">
        <p14:creationId xmlns:p14="http://schemas.microsoft.com/office/powerpoint/2010/main" val="31371693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14" grpId="0" animBg="1"/>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09600" y="2343150"/>
            <a:ext cx="7772400" cy="857250"/>
          </a:xfrm>
        </p:spPr>
        <p:txBody>
          <a:bodyPr/>
          <a:lstStyle/>
          <a:p>
            <a:pPr eaLnBrk="1" hangingPunct="1">
              <a:defRPr/>
            </a:pPr>
            <a:r>
              <a:rPr lang="en-US" altLang="zh-CN" dirty="0" smtClean="0"/>
              <a:t> </a:t>
            </a:r>
          </a:p>
        </p:txBody>
      </p:sp>
      <p:sp>
        <p:nvSpPr>
          <p:cNvPr id="9219" name="Rectangle 3" descr="Rectangle: Click to edit Master text styles&#10;Second level&#10;Third level&#10;Fourth level&#10;Fifth level"/>
          <p:cNvSpPr>
            <a:spLocks noGrp="1" noChangeArrowheads="1"/>
          </p:cNvSpPr>
          <p:nvPr>
            <p:ph type="body" idx="1"/>
          </p:nvPr>
        </p:nvSpPr>
        <p:spPr>
          <a:xfrm>
            <a:off x="609600" y="2643758"/>
            <a:ext cx="7772400" cy="1809750"/>
          </a:xfrm>
        </p:spPr>
        <p:txBody>
          <a:bodyPr/>
          <a:lstStyle/>
          <a:p>
            <a:pPr eaLnBrk="1" hangingPunct="1"/>
            <a:r>
              <a:rPr lang="zh-CN" altLang="en-US" dirty="0" smtClean="0">
                <a:solidFill>
                  <a:srgbClr val="C00000"/>
                </a:solidFill>
                <a:latin typeface="宋体" pitchFamily="2" charset="-122"/>
              </a:rPr>
              <a:t>周期</a:t>
            </a:r>
            <a:r>
              <a:rPr lang="zh-CN" altLang="en-US" dirty="0" smtClean="0">
                <a:latin typeface="宋体" pitchFamily="2" charset="-122"/>
              </a:rPr>
              <a:t>为  </a:t>
            </a:r>
            <a:r>
              <a:rPr lang="en-US" altLang="zh-CN" dirty="0" smtClean="0">
                <a:latin typeface="宋体" pitchFamily="2" charset="-122"/>
              </a:rPr>
              <a:t>	</a:t>
            </a:r>
            <a:r>
              <a:rPr lang="zh-CN" altLang="en-US" dirty="0" smtClean="0">
                <a:latin typeface="宋体" pitchFamily="2" charset="-122"/>
              </a:rPr>
              <a:t>        （</a:t>
            </a:r>
            <a:r>
              <a:rPr lang="en-US" altLang="zh-CN" dirty="0" smtClean="0">
                <a:latin typeface="宋体" pitchFamily="2" charset="-122"/>
              </a:rPr>
              <a:t>4.11</a:t>
            </a:r>
            <a:r>
              <a:rPr lang="zh-CN" altLang="en-US" dirty="0" smtClean="0">
                <a:latin typeface="宋体" pitchFamily="2" charset="-122"/>
              </a:rPr>
              <a:t>）       </a:t>
            </a:r>
          </a:p>
          <a:p>
            <a:pPr eaLnBrk="1" hangingPunct="1"/>
            <a:endParaRPr lang="en-US" altLang="zh-CN" dirty="0" smtClean="0">
              <a:solidFill>
                <a:srgbClr val="C00000"/>
              </a:solidFill>
              <a:latin typeface="宋体" pitchFamily="2" charset="-122"/>
            </a:endParaRPr>
          </a:p>
          <a:p>
            <a:pPr eaLnBrk="1" hangingPunct="1"/>
            <a:r>
              <a:rPr lang="zh-CN" altLang="en-US" dirty="0" smtClean="0">
                <a:solidFill>
                  <a:srgbClr val="C00000"/>
                </a:solidFill>
                <a:latin typeface="宋体" pitchFamily="2" charset="-122"/>
              </a:rPr>
              <a:t>频率</a:t>
            </a:r>
            <a:r>
              <a:rPr lang="zh-CN" altLang="en-US" dirty="0" smtClean="0">
                <a:latin typeface="宋体" pitchFamily="2" charset="-122"/>
              </a:rPr>
              <a:t>为</a:t>
            </a:r>
            <a:r>
              <a:rPr lang="en-US" altLang="zh-CN" dirty="0" smtClean="0">
                <a:latin typeface="宋体" pitchFamily="2" charset="-122"/>
              </a:rPr>
              <a:t>	</a:t>
            </a:r>
            <a:r>
              <a:rPr lang="zh-CN" altLang="en-US" dirty="0" smtClean="0">
                <a:latin typeface="宋体" pitchFamily="2" charset="-122"/>
              </a:rPr>
              <a:t>       （</a:t>
            </a:r>
            <a:r>
              <a:rPr lang="en-US" altLang="zh-CN" dirty="0" smtClean="0">
                <a:latin typeface="宋体" pitchFamily="2" charset="-122"/>
              </a:rPr>
              <a:t>4.12</a:t>
            </a:r>
            <a:r>
              <a:rPr lang="zh-CN" altLang="en-US" dirty="0" smtClean="0">
                <a:latin typeface="宋体" pitchFamily="2" charset="-122"/>
              </a:rPr>
              <a:t>） </a:t>
            </a:r>
          </a:p>
        </p:txBody>
      </p:sp>
      <p:graphicFrame>
        <p:nvGraphicFramePr>
          <p:cNvPr id="9223" name="Object 6"/>
          <p:cNvGraphicFramePr>
            <a:graphicFrameLocks noChangeAspect="1"/>
          </p:cNvGraphicFramePr>
          <p:nvPr>
            <p:extLst/>
          </p:nvPr>
        </p:nvGraphicFramePr>
        <p:xfrm>
          <a:off x="2555776" y="2643758"/>
          <a:ext cx="1143000" cy="663179"/>
        </p:xfrm>
        <a:graphic>
          <a:graphicData uri="http://schemas.openxmlformats.org/presentationml/2006/ole">
            <mc:AlternateContent xmlns:mc="http://schemas.openxmlformats.org/markup-compatibility/2006">
              <mc:Choice xmlns:v="urn:schemas-microsoft-com:vml" Requires="v">
                <p:oleObj spid="_x0000_s278545" name="公式" r:id="rId3" imgW="507780" imgH="393529" progId="Equation.3">
                  <p:embed/>
                </p:oleObj>
              </mc:Choice>
              <mc:Fallback>
                <p:oleObj name="公式" r:id="rId3" imgW="507780" imgH="393529" progId="Equation.3">
                  <p:embed/>
                  <p:pic>
                    <p:nvPicPr>
                      <p:cNvPr id="9223"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776" y="2643758"/>
                        <a:ext cx="1143000" cy="6631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5" name="Object 8"/>
          <p:cNvGraphicFramePr>
            <a:graphicFrameLocks noChangeAspect="1"/>
          </p:cNvGraphicFramePr>
          <p:nvPr>
            <p:extLst/>
          </p:nvPr>
        </p:nvGraphicFramePr>
        <p:xfrm>
          <a:off x="2286000" y="3867894"/>
          <a:ext cx="1600200" cy="585788"/>
        </p:xfrm>
        <a:graphic>
          <a:graphicData uri="http://schemas.openxmlformats.org/presentationml/2006/ole">
            <mc:AlternateContent xmlns:mc="http://schemas.openxmlformats.org/markup-compatibility/2006">
              <mc:Choice xmlns:v="urn:schemas-microsoft-com:vml" Requires="v">
                <p:oleObj spid="_x0000_s278546" name="公式" r:id="rId5" imgW="799753" imgH="393529" progId="Equation.3">
                  <p:embed/>
                </p:oleObj>
              </mc:Choice>
              <mc:Fallback>
                <p:oleObj name="公式" r:id="rId5" imgW="799753" imgH="393529" progId="Equation.3">
                  <p:embed/>
                  <p:pic>
                    <p:nvPicPr>
                      <p:cNvPr id="9225"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3867894"/>
                        <a:ext cx="1600200" cy="585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457200" y="483518"/>
            <a:ext cx="5540299" cy="584775"/>
          </a:xfrm>
          <a:prstGeom prst="rect">
            <a:avLst/>
          </a:prstGeom>
        </p:spPr>
        <p:txBody>
          <a:bodyPr wrap="none">
            <a:spAutoFit/>
          </a:bodyPr>
          <a:lstStyle/>
          <a:p>
            <a:pPr lvl="0" eaLnBrk="1" hangingPunct="1">
              <a:spcBef>
                <a:spcPct val="20000"/>
              </a:spcBef>
              <a:buClr>
                <a:srgbClr val="A50021"/>
              </a:buClr>
              <a:buSzPct val="75000"/>
            </a:pPr>
            <a:r>
              <a:rPr lang="zh-CN" altLang="en-US" sz="3200" b="1" dirty="0" smtClean="0">
                <a:solidFill>
                  <a:srgbClr val="000000"/>
                </a:solidFill>
                <a:latin typeface="宋体" pitchFamily="2" charset="-122"/>
                <a:ea typeface="宋体"/>
              </a:rPr>
              <a:t>无界空间中，不考虑反射波，</a:t>
            </a:r>
            <a:endParaRPr lang="zh-CN" altLang="en-US" sz="3200" b="1" dirty="0">
              <a:solidFill>
                <a:srgbClr val="000000"/>
              </a:solidFill>
              <a:latin typeface="宋体" pitchFamily="2" charset="-122"/>
              <a:ea typeface="宋体"/>
            </a:endParaRPr>
          </a:p>
        </p:txBody>
      </p:sp>
      <p:graphicFrame>
        <p:nvGraphicFramePr>
          <p:cNvPr id="6" name="对象 5"/>
          <p:cNvGraphicFramePr>
            <a:graphicFrameLocks noChangeAspect="1"/>
          </p:cNvGraphicFramePr>
          <p:nvPr>
            <p:extLst/>
          </p:nvPr>
        </p:nvGraphicFramePr>
        <p:xfrm>
          <a:off x="95250" y="1203325"/>
          <a:ext cx="7826375" cy="641350"/>
        </p:xfrm>
        <a:graphic>
          <a:graphicData uri="http://schemas.openxmlformats.org/presentationml/2006/ole">
            <mc:AlternateContent xmlns:mc="http://schemas.openxmlformats.org/markup-compatibility/2006">
              <mc:Choice xmlns:v="urn:schemas-microsoft-com:vml" Requires="v">
                <p:oleObj spid="_x0000_s278547" name="公式" r:id="rId7" imgW="2184120" imgH="241200" progId="Equation.3">
                  <p:embed/>
                </p:oleObj>
              </mc:Choice>
              <mc:Fallback>
                <p:oleObj name="公式" r:id="rId7" imgW="2184120" imgH="241200" progId="Equation.3">
                  <p:embed/>
                  <p:pic>
                    <p:nvPicPr>
                      <p:cNvPr id="6" name="对象 5"/>
                      <p:cNvPicPr>
                        <a:picLocks noChangeAspect="1" noChangeArrowheads="1"/>
                      </p:cNvPicPr>
                      <p:nvPr/>
                    </p:nvPicPr>
                    <p:blipFill>
                      <a:blip r:embed="rId8"/>
                      <a:srcRect/>
                      <a:stretch>
                        <a:fillRect/>
                      </a:stretch>
                    </p:blipFill>
                    <p:spPr bwMode="auto">
                      <a:xfrm>
                        <a:off x="95250" y="1203325"/>
                        <a:ext cx="7826375"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矩形 14"/>
          <p:cNvSpPr/>
          <p:nvPr/>
        </p:nvSpPr>
        <p:spPr>
          <a:xfrm>
            <a:off x="533400" y="1851670"/>
            <a:ext cx="7601761" cy="584775"/>
          </a:xfrm>
          <a:prstGeom prst="rect">
            <a:avLst/>
          </a:prstGeom>
        </p:spPr>
        <p:txBody>
          <a:bodyPr wrap="none">
            <a:spAutoFit/>
          </a:bodyPr>
          <a:lstStyle/>
          <a:p>
            <a:pPr lvl="0" eaLnBrk="1" hangingPunct="1">
              <a:spcBef>
                <a:spcPct val="20000"/>
              </a:spcBef>
              <a:buClr>
                <a:srgbClr val="A50021"/>
              </a:buClr>
              <a:buSzPct val="75000"/>
            </a:pPr>
            <a:r>
              <a:rPr lang="zh-CN" altLang="en-US" sz="3200" b="1" dirty="0" smtClean="0">
                <a:solidFill>
                  <a:srgbClr val="000000"/>
                </a:solidFill>
                <a:latin typeface="宋体" pitchFamily="2" charset="-122"/>
                <a:ea typeface="宋体"/>
              </a:rPr>
              <a:t>空间中任一固定点，  只是时间的函数，</a:t>
            </a:r>
            <a:endParaRPr lang="zh-CN" altLang="en-US" sz="3200" b="1" dirty="0">
              <a:solidFill>
                <a:srgbClr val="000000"/>
              </a:solidFill>
              <a:latin typeface="宋体" pitchFamily="2" charset="-122"/>
              <a:ea typeface="宋体"/>
            </a:endParaRPr>
          </a:p>
        </p:txBody>
      </p:sp>
      <p:graphicFrame>
        <p:nvGraphicFramePr>
          <p:cNvPr id="7" name="对象 6"/>
          <p:cNvGraphicFramePr>
            <a:graphicFrameLocks noChangeAspect="1"/>
          </p:cNvGraphicFramePr>
          <p:nvPr>
            <p:extLst/>
          </p:nvPr>
        </p:nvGraphicFramePr>
        <p:xfrm>
          <a:off x="4211960" y="1925744"/>
          <a:ext cx="393562" cy="472274"/>
        </p:xfrm>
        <a:graphic>
          <a:graphicData uri="http://schemas.openxmlformats.org/presentationml/2006/ole">
            <mc:AlternateContent xmlns:mc="http://schemas.openxmlformats.org/markup-compatibility/2006">
              <mc:Choice xmlns:v="urn:schemas-microsoft-com:vml" Requires="v">
                <p:oleObj spid="_x0000_s278548" name="公式" r:id="rId9" imgW="190440" imgH="228600" progId="Equation.3">
                  <p:embed/>
                </p:oleObj>
              </mc:Choice>
              <mc:Fallback>
                <p:oleObj name="公式" r:id="rId9" imgW="190440" imgH="228600" progId="Equation.3">
                  <p:embed/>
                  <p:pic>
                    <p:nvPicPr>
                      <p:cNvPr id="7" name="对象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11960" y="1925744"/>
                        <a:ext cx="393562" cy="4722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3"/>
          <p:cNvGraphicFramePr>
            <a:graphicFrameLocks noChangeAspect="1"/>
          </p:cNvGraphicFramePr>
          <p:nvPr>
            <p:extLst/>
          </p:nvPr>
        </p:nvGraphicFramePr>
        <p:xfrm>
          <a:off x="5796136" y="2571750"/>
          <a:ext cx="2956668" cy="1456159"/>
        </p:xfrm>
        <a:graphic>
          <a:graphicData uri="http://schemas.openxmlformats.org/presentationml/2006/ole">
            <mc:AlternateContent xmlns:mc="http://schemas.openxmlformats.org/markup-compatibility/2006">
              <mc:Choice xmlns:v="urn:schemas-microsoft-com:vml" Requires="v">
                <p:oleObj spid="_x0000_s278549" r:id="rId11" imgW="14095238" imgH="9257143" progId="">
                  <p:embed/>
                </p:oleObj>
              </mc:Choice>
              <mc:Fallback>
                <p:oleObj r:id="rId11" imgW="14095238" imgH="9257143" progId="">
                  <p:embed/>
                  <p:pic>
                    <p:nvPicPr>
                      <p:cNvPr id="10" name="Object 3"/>
                      <p:cNvPicPr>
                        <a:picLocks noGrp="1"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96136" y="2571750"/>
                        <a:ext cx="2956668" cy="1456159"/>
                      </a:xfrm>
                      <a:prstGeom prst="rect">
                        <a:avLst/>
                      </a:prstGeom>
                      <a:noFill/>
                      <a:extLst/>
                    </p:spPr>
                  </p:pic>
                </p:oleObj>
              </mc:Fallback>
            </mc:AlternateContent>
          </a:graphicData>
        </a:graphic>
      </p:graphicFrame>
      <p:sp>
        <p:nvSpPr>
          <p:cNvPr id="11" name="Rectangle 6"/>
          <p:cNvSpPr>
            <a:spLocks noChangeArrowheads="1"/>
          </p:cNvSpPr>
          <p:nvPr/>
        </p:nvSpPr>
        <p:spPr bwMode="auto">
          <a:xfrm>
            <a:off x="5940152" y="4083918"/>
            <a:ext cx="256672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en-US" altLang="zh-CN" sz="1600" b="1" dirty="0">
                <a:solidFill>
                  <a:srgbClr val="000000"/>
                </a:solidFill>
                <a:latin typeface="宋体" pitchFamily="2" charset="-122"/>
              </a:rPr>
              <a:t> </a:t>
            </a:r>
            <a:r>
              <a:rPr lang="zh-CN" altLang="en-US" sz="1600" b="1" dirty="0">
                <a:solidFill>
                  <a:srgbClr val="000000"/>
                </a:solidFill>
                <a:latin typeface="宋体" pitchFamily="2" charset="-122"/>
              </a:rPr>
              <a:t>图</a:t>
            </a:r>
            <a:r>
              <a:rPr lang="en-US" altLang="zh-CN" sz="1600" b="1" dirty="0">
                <a:solidFill>
                  <a:srgbClr val="000000"/>
                </a:solidFill>
                <a:latin typeface="宋体" pitchFamily="2" charset="-122"/>
              </a:rPr>
              <a:t>4.2 </a:t>
            </a:r>
            <a:r>
              <a:rPr lang="zh-CN" altLang="en-US" sz="1600" b="1" dirty="0">
                <a:solidFill>
                  <a:srgbClr val="000000"/>
                </a:solidFill>
                <a:latin typeface="宋体" pitchFamily="2" charset="-122"/>
              </a:rPr>
              <a:t>正弦变化的电磁波</a:t>
            </a:r>
          </a:p>
        </p:txBody>
      </p:sp>
    </p:spTree>
    <p:extLst>
      <p:ext uri="{BB962C8B-B14F-4D97-AF65-F5344CB8AC3E}">
        <p14:creationId xmlns:p14="http://schemas.microsoft.com/office/powerpoint/2010/main" val="6066646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31"/>
          <p:cNvSpPr txBox="1">
            <a:spLocks noChangeArrowheads="1"/>
          </p:cNvSpPr>
          <p:nvPr/>
        </p:nvSpPr>
        <p:spPr bwMode="auto">
          <a:xfrm>
            <a:off x="863823" y="330028"/>
            <a:ext cx="2663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磁场可以由</a:t>
            </a:r>
          </a:p>
        </p:txBody>
      </p:sp>
      <p:graphicFrame>
        <p:nvGraphicFramePr>
          <p:cNvPr id="5" name="Object 132"/>
          <p:cNvGraphicFramePr>
            <a:graphicFrameLocks noChangeAspect="1"/>
          </p:cNvGraphicFramePr>
          <p:nvPr>
            <p:extLst/>
          </p:nvPr>
        </p:nvGraphicFramePr>
        <p:xfrm>
          <a:off x="2625899" y="355267"/>
          <a:ext cx="2884488" cy="581025"/>
        </p:xfrm>
        <a:graphic>
          <a:graphicData uri="http://schemas.openxmlformats.org/presentationml/2006/ole">
            <mc:AlternateContent xmlns:mc="http://schemas.openxmlformats.org/markup-compatibility/2006">
              <mc:Choice xmlns:v="urn:schemas-microsoft-com:vml" Requires="v">
                <p:oleObj spid="_x0000_s279572" name="Equation" r:id="rId3" imgW="1143000" imgH="241300" progId="">
                  <p:embed/>
                </p:oleObj>
              </mc:Choice>
              <mc:Fallback>
                <p:oleObj name="Equation" r:id="rId3" imgW="1143000" imgH="241300" progId="">
                  <p:embed/>
                  <p:pic>
                    <p:nvPicPr>
                      <p:cNvPr id="5" name="Object 1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5899" y="355267"/>
                        <a:ext cx="2884488"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133"/>
          <p:cNvSpPr txBox="1">
            <a:spLocks noChangeArrowheads="1"/>
          </p:cNvSpPr>
          <p:nvPr/>
        </p:nvSpPr>
        <p:spPr bwMode="auto">
          <a:xfrm>
            <a:off x="5652120" y="381769"/>
            <a:ext cx="2663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求出</a:t>
            </a:r>
          </a:p>
        </p:txBody>
      </p:sp>
      <p:graphicFrame>
        <p:nvGraphicFramePr>
          <p:cNvPr id="15" name="对象 14"/>
          <p:cNvGraphicFramePr>
            <a:graphicFrameLocks noChangeAspect="1"/>
          </p:cNvGraphicFramePr>
          <p:nvPr>
            <p:extLst/>
          </p:nvPr>
        </p:nvGraphicFramePr>
        <p:xfrm>
          <a:off x="1268672" y="760213"/>
          <a:ext cx="3465513" cy="2085975"/>
        </p:xfrm>
        <a:graphic>
          <a:graphicData uri="http://schemas.openxmlformats.org/presentationml/2006/ole">
            <mc:AlternateContent xmlns:mc="http://schemas.openxmlformats.org/markup-compatibility/2006">
              <mc:Choice xmlns:v="urn:schemas-microsoft-com:vml" Requires="v">
                <p:oleObj spid="_x0000_s279573" name="公式" r:id="rId5" imgW="1384200" imgH="838080" progId="Equation.3">
                  <p:embed/>
                </p:oleObj>
              </mc:Choice>
              <mc:Fallback>
                <p:oleObj name="公式" r:id="rId5" imgW="1384200" imgH="838080" progId="Equation.3">
                  <p:embed/>
                  <p:pic>
                    <p:nvPicPr>
                      <p:cNvPr id="15" name="对象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8672" y="760213"/>
                        <a:ext cx="3465513" cy="2085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extLst/>
          </p:nvPr>
        </p:nvGraphicFramePr>
        <p:xfrm>
          <a:off x="234687" y="2926506"/>
          <a:ext cx="4930775" cy="941388"/>
        </p:xfrm>
        <a:graphic>
          <a:graphicData uri="http://schemas.openxmlformats.org/presentationml/2006/ole">
            <mc:AlternateContent xmlns:mc="http://schemas.openxmlformats.org/markup-compatibility/2006">
              <mc:Choice xmlns:v="urn:schemas-microsoft-com:vml" Requires="v">
                <p:oleObj spid="_x0000_s279574" name="公式" r:id="rId7" imgW="2260440" imgH="431640" progId="Equation.3">
                  <p:embed/>
                </p:oleObj>
              </mc:Choice>
              <mc:Fallback>
                <p:oleObj name="公式" r:id="rId7" imgW="2260440" imgH="431640" progId="Equation.3">
                  <p:embed/>
                  <p:pic>
                    <p:nvPicPr>
                      <p:cNvPr id="16" name="对象 15"/>
                      <p:cNvPicPr>
                        <a:picLocks noChangeAspect="1" noChangeArrowheads="1"/>
                      </p:cNvPicPr>
                      <p:nvPr/>
                    </p:nvPicPr>
                    <p:blipFill>
                      <a:blip r:embed="rId8"/>
                      <a:srcRect/>
                      <a:stretch>
                        <a:fillRect/>
                      </a:stretch>
                    </p:blipFill>
                    <p:spPr bwMode="auto">
                      <a:xfrm>
                        <a:off x="234687" y="2926506"/>
                        <a:ext cx="4930775" cy="941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圆角矩形标注 16"/>
          <p:cNvSpPr/>
          <p:nvPr/>
        </p:nvSpPr>
        <p:spPr>
          <a:xfrm>
            <a:off x="5704634" y="2583606"/>
            <a:ext cx="1981200" cy="685800"/>
          </a:xfrm>
          <a:prstGeom prst="wedgeRoundRectCallout">
            <a:avLst>
              <a:gd name="adj1" fmla="val -9084"/>
              <a:gd name="adj2" fmla="val 13429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C00000"/>
                </a:solidFill>
              </a:rPr>
              <a:t>波阻抗</a:t>
            </a:r>
            <a:endParaRPr lang="en-US" altLang="zh-CN" sz="2000" b="1" dirty="0" smtClean="0">
              <a:solidFill>
                <a:srgbClr val="C00000"/>
              </a:solidFill>
            </a:endParaRPr>
          </a:p>
          <a:p>
            <a:pPr algn="ctr"/>
            <a:r>
              <a:rPr lang="zh-CN" altLang="en-US" sz="2000" b="1" dirty="0" smtClean="0">
                <a:solidFill>
                  <a:srgbClr val="C00000"/>
                </a:solidFill>
              </a:rPr>
              <a:t>（</a:t>
            </a:r>
            <a:r>
              <a:rPr lang="zh-CN" altLang="en-US" sz="2000" b="1" dirty="0">
                <a:solidFill>
                  <a:srgbClr val="C00000"/>
                </a:solidFill>
              </a:rPr>
              <a:t>本征</a:t>
            </a:r>
            <a:r>
              <a:rPr lang="zh-CN" altLang="en-US" sz="2000" b="1" dirty="0" smtClean="0">
                <a:solidFill>
                  <a:srgbClr val="C00000"/>
                </a:solidFill>
              </a:rPr>
              <a:t>阻抗）</a:t>
            </a:r>
            <a:endParaRPr lang="zh-CN" altLang="en-US" sz="2000" b="1" dirty="0">
              <a:solidFill>
                <a:srgbClr val="C00000"/>
              </a:solidFill>
            </a:endParaRPr>
          </a:p>
        </p:txBody>
      </p:sp>
      <p:sp>
        <p:nvSpPr>
          <p:cNvPr id="3" name="矩形 2"/>
          <p:cNvSpPr/>
          <p:nvPr/>
        </p:nvSpPr>
        <p:spPr>
          <a:xfrm>
            <a:off x="2195736" y="3003798"/>
            <a:ext cx="504341" cy="864096"/>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 name="对象 9"/>
          <p:cNvGraphicFramePr>
            <a:graphicFrameLocks noChangeAspect="1"/>
          </p:cNvGraphicFramePr>
          <p:nvPr>
            <p:extLst/>
          </p:nvPr>
        </p:nvGraphicFramePr>
        <p:xfrm>
          <a:off x="6156176" y="3579862"/>
          <a:ext cx="2408238" cy="896938"/>
        </p:xfrm>
        <a:graphic>
          <a:graphicData uri="http://schemas.openxmlformats.org/presentationml/2006/ole">
            <mc:AlternateContent xmlns:mc="http://schemas.openxmlformats.org/markup-compatibility/2006">
              <mc:Choice xmlns:v="urn:schemas-microsoft-com:vml" Requires="v">
                <p:oleObj spid="_x0000_s279575" name="公式" r:id="rId9" imgW="1130040" imgH="457200" progId="Equation.3">
                  <p:embed/>
                </p:oleObj>
              </mc:Choice>
              <mc:Fallback>
                <p:oleObj name="公式" r:id="rId9" imgW="1130040" imgH="457200" progId="Equation.3">
                  <p:embed/>
                  <p:pic>
                    <p:nvPicPr>
                      <p:cNvPr id="10" name="对象 9"/>
                      <p:cNvPicPr>
                        <a:picLocks noChangeAspect="1" noChangeArrowheads="1"/>
                      </p:cNvPicPr>
                      <p:nvPr/>
                    </p:nvPicPr>
                    <p:blipFill>
                      <a:blip r:embed="rId10"/>
                      <a:srcRect/>
                      <a:stretch>
                        <a:fillRect/>
                      </a:stretch>
                    </p:blipFill>
                    <p:spPr bwMode="auto">
                      <a:xfrm>
                        <a:off x="6156176" y="3579862"/>
                        <a:ext cx="2408238" cy="896938"/>
                      </a:xfrm>
                      <a:prstGeom prst="rect">
                        <a:avLst/>
                      </a:prstGeom>
                      <a:noFill/>
                      <a:extLst/>
                    </p:spPr>
                  </p:pic>
                </p:oleObj>
              </mc:Fallback>
            </mc:AlternateContent>
          </a:graphicData>
        </a:graphic>
      </p:graphicFrame>
      <p:sp>
        <p:nvSpPr>
          <p:cNvPr id="11" name="矩形 10"/>
          <p:cNvSpPr/>
          <p:nvPr/>
        </p:nvSpPr>
        <p:spPr>
          <a:xfrm>
            <a:off x="2771800" y="3003798"/>
            <a:ext cx="2398304" cy="7920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对象 1"/>
          <p:cNvGraphicFramePr>
            <a:graphicFrameLocks noChangeAspect="1"/>
          </p:cNvGraphicFramePr>
          <p:nvPr>
            <p:extLst/>
          </p:nvPr>
        </p:nvGraphicFramePr>
        <p:xfrm>
          <a:off x="463573" y="3894910"/>
          <a:ext cx="3090862" cy="827087"/>
        </p:xfrm>
        <a:graphic>
          <a:graphicData uri="http://schemas.openxmlformats.org/presentationml/2006/ole">
            <mc:AlternateContent xmlns:mc="http://schemas.openxmlformats.org/markup-compatibility/2006">
              <mc:Choice xmlns:v="urn:schemas-microsoft-com:vml" Requires="v">
                <p:oleObj spid="_x0000_s279576" name="公式" r:id="rId11" imgW="1612800" imgH="431640" progId="Equation.3">
                  <p:embed/>
                </p:oleObj>
              </mc:Choice>
              <mc:Fallback>
                <p:oleObj name="公式" r:id="rId11" imgW="1612800" imgH="431640" progId="Equation.3">
                  <p:embed/>
                  <p:pic>
                    <p:nvPicPr>
                      <p:cNvPr id="2" name="对象 1"/>
                      <p:cNvPicPr/>
                      <p:nvPr/>
                    </p:nvPicPr>
                    <p:blipFill>
                      <a:blip r:embed="rId12"/>
                      <a:stretch>
                        <a:fillRect/>
                      </a:stretch>
                    </p:blipFill>
                    <p:spPr>
                      <a:xfrm>
                        <a:off x="463573" y="3894910"/>
                        <a:ext cx="3090862" cy="827087"/>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3779912" y="3971332"/>
          <a:ext cx="1032773" cy="627041"/>
        </p:xfrm>
        <a:graphic>
          <a:graphicData uri="http://schemas.openxmlformats.org/presentationml/2006/ole">
            <mc:AlternateContent xmlns:mc="http://schemas.openxmlformats.org/markup-compatibility/2006">
              <mc:Choice xmlns:v="urn:schemas-microsoft-com:vml" Requires="v">
                <p:oleObj spid="_x0000_s279577" name="公式" r:id="rId13" imgW="711000" imgH="431640" progId="Equation.3">
                  <p:embed/>
                </p:oleObj>
              </mc:Choice>
              <mc:Fallback>
                <p:oleObj name="公式" r:id="rId13" imgW="711000" imgH="431640" progId="Equation.3">
                  <p:embed/>
                  <p:pic>
                    <p:nvPicPr>
                      <p:cNvPr id="7" name="对象 6"/>
                      <p:cNvPicPr/>
                      <p:nvPr/>
                    </p:nvPicPr>
                    <p:blipFill>
                      <a:blip r:embed="rId14"/>
                      <a:stretch>
                        <a:fillRect/>
                      </a:stretch>
                    </p:blipFill>
                    <p:spPr>
                      <a:xfrm>
                        <a:off x="3779912" y="3971332"/>
                        <a:ext cx="1032773" cy="627041"/>
                      </a:xfrm>
                      <a:prstGeom prst="rect">
                        <a:avLst/>
                      </a:prstGeom>
                    </p:spPr>
                  </p:pic>
                </p:oleObj>
              </mc:Fallback>
            </mc:AlternateContent>
          </a:graphicData>
        </a:graphic>
      </p:graphicFrame>
    </p:spTree>
    <p:extLst>
      <p:ext uri="{BB962C8B-B14F-4D97-AF65-F5344CB8AC3E}">
        <p14:creationId xmlns:p14="http://schemas.microsoft.com/office/powerpoint/2010/main" val="33907870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 grpId="0" animBg="1"/>
      <p:bldP spid="11" grpId="0" animBg="1"/>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defRPr/>
            </a:pPr>
            <a:r>
              <a:rPr lang="en-US" altLang="zh-CN" smtClean="0"/>
              <a:t> </a:t>
            </a:r>
          </a:p>
        </p:txBody>
      </p:sp>
      <p:sp>
        <p:nvSpPr>
          <p:cNvPr id="12291" name="Rectangle 3" descr="Rectangle: Click to edit Master text styles&#10;Second level&#10;Third level&#10;Fourth level&#10;Fifth level"/>
          <p:cNvSpPr>
            <a:spLocks noGrp="1" noChangeArrowheads="1"/>
          </p:cNvSpPr>
          <p:nvPr>
            <p:ph type="body" idx="1"/>
          </p:nvPr>
        </p:nvSpPr>
        <p:spPr>
          <a:xfrm>
            <a:off x="609600" y="2149946"/>
            <a:ext cx="7772400" cy="3086100"/>
          </a:xfrm>
        </p:spPr>
        <p:txBody>
          <a:bodyPr/>
          <a:lstStyle/>
          <a:p>
            <a:pPr eaLnBrk="1" hangingPunct="1"/>
            <a:r>
              <a:rPr lang="en-US" altLang="zh-CN" dirty="0" smtClean="0">
                <a:latin typeface="宋体" pitchFamily="2" charset="-122"/>
              </a:rPr>
              <a:t>  </a:t>
            </a:r>
            <a:r>
              <a:rPr lang="zh-CN" altLang="en-US" dirty="0" smtClean="0">
                <a:latin typeface="宋体" pitchFamily="2" charset="-122"/>
              </a:rPr>
              <a:t>在自由空间中</a:t>
            </a:r>
            <a:endParaRPr lang="en-US" altLang="zh-CN" dirty="0" smtClean="0">
              <a:latin typeface="宋体" pitchFamily="2" charset="-122"/>
            </a:endParaRPr>
          </a:p>
          <a:p>
            <a:pPr eaLnBrk="1" hangingPunct="1"/>
            <a:r>
              <a:rPr lang="zh-CN" altLang="en-US" dirty="0" smtClean="0">
                <a:latin typeface="宋体" pitchFamily="2" charset="-122"/>
              </a:rPr>
              <a:t>                 </a:t>
            </a:r>
          </a:p>
          <a:p>
            <a:pPr algn="r" eaLnBrk="1" hangingPunct="1"/>
            <a:r>
              <a:rPr lang="zh-CN" altLang="en-US" dirty="0" smtClean="0">
                <a:latin typeface="宋体" pitchFamily="2" charset="-122"/>
              </a:rPr>
              <a:t>（</a:t>
            </a:r>
            <a:r>
              <a:rPr lang="en-US" altLang="zh-CN" dirty="0" smtClean="0">
                <a:latin typeface="宋体" pitchFamily="2" charset="-122"/>
              </a:rPr>
              <a:t>4.18</a:t>
            </a:r>
            <a:r>
              <a:rPr lang="zh-CN" altLang="en-US" dirty="0" smtClean="0">
                <a:latin typeface="宋体" pitchFamily="2" charset="-122"/>
              </a:rPr>
              <a:t>）</a:t>
            </a:r>
          </a:p>
        </p:txBody>
      </p:sp>
      <p:sp>
        <p:nvSpPr>
          <p:cNvPr id="12292" name="Rectangle 5"/>
          <p:cNvSpPr>
            <a:spLocks noChangeArrowheads="1"/>
          </p:cNvSpPr>
          <p:nvPr/>
        </p:nvSpPr>
        <p:spPr bwMode="auto">
          <a:xfrm>
            <a:off x="0" y="22049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12293" name="Object 4"/>
          <p:cNvGraphicFramePr>
            <a:graphicFrameLocks noChangeAspect="1"/>
          </p:cNvGraphicFramePr>
          <p:nvPr>
            <p:extLst/>
          </p:nvPr>
        </p:nvGraphicFramePr>
        <p:xfrm>
          <a:off x="1619672" y="3162151"/>
          <a:ext cx="4433887" cy="993775"/>
        </p:xfrm>
        <a:graphic>
          <a:graphicData uri="http://schemas.openxmlformats.org/presentationml/2006/ole">
            <mc:AlternateContent xmlns:mc="http://schemas.openxmlformats.org/markup-compatibility/2006">
              <mc:Choice xmlns:v="urn:schemas-microsoft-com:vml" Requires="v">
                <p:oleObj spid="_x0000_s280581" name="公式" r:id="rId3" imgW="1625400" imgH="482400" progId="Equation.3">
                  <p:embed/>
                </p:oleObj>
              </mc:Choice>
              <mc:Fallback>
                <p:oleObj name="公式" r:id="rId3" imgW="1625400" imgH="482400" progId="Equation.3">
                  <p:embed/>
                  <p:pic>
                    <p:nvPicPr>
                      <p:cNvPr id="12293" name="Object 4"/>
                      <p:cNvPicPr>
                        <a:picLocks noChangeAspect="1" noChangeArrowheads="1"/>
                      </p:cNvPicPr>
                      <p:nvPr/>
                    </p:nvPicPr>
                    <p:blipFill>
                      <a:blip r:embed="rId4"/>
                      <a:srcRect/>
                      <a:stretch>
                        <a:fillRect/>
                      </a:stretch>
                    </p:blipFill>
                    <p:spPr bwMode="auto">
                      <a:xfrm>
                        <a:off x="1619672" y="3162151"/>
                        <a:ext cx="4433887" cy="993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3" descr="Rectangle: Click to edit Master text styles&#10;Second level&#10;Third level&#10;Fourth level&#10;Fifth level"/>
          <p:cNvSpPr txBox="1">
            <a:spLocks noChangeArrowheads="1"/>
          </p:cNvSpPr>
          <p:nvPr/>
        </p:nvSpPr>
        <p:spPr bwMode="auto">
          <a:xfrm>
            <a:off x="467544" y="565770"/>
            <a:ext cx="7772400" cy="128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zh-CN" altLang="en-US" dirty="0" smtClean="0">
                <a:latin typeface="宋体" pitchFamily="2" charset="-122"/>
              </a:rPr>
              <a:t>       ：单位为欧姆（</a:t>
            </a:r>
            <a:r>
              <a:rPr lang="el-GR" altLang="zh-CN" dirty="0" smtClean="0">
                <a:latin typeface="宋体" pitchFamily="2" charset="-122"/>
              </a:rPr>
              <a:t>Ω</a:t>
            </a:r>
            <a:r>
              <a:rPr lang="zh-CN" altLang="en-US" dirty="0" smtClean="0">
                <a:latin typeface="宋体" pitchFamily="2" charset="-122"/>
              </a:rPr>
              <a:t>），与介质特性相关，数量</a:t>
            </a:r>
            <a:r>
              <a:rPr lang="zh-CN" altLang="en-US" dirty="0">
                <a:latin typeface="宋体" pitchFamily="2" charset="-122"/>
              </a:rPr>
              <a:t>上等于</a:t>
            </a:r>
            <a:r>
              <a:rPr lang="zh-CN" altLang="en-US" dirty="0">
                <a:solidFill>
                  <a:srgbClr val="0000FF"/>
                </a:solidFill>
                <a:latin typeface="宋体" pitchFamily="2" charset="-122"/>
              </a:rPr>
              <a:t>电场强度与磁场强度的比值</a:t>
            </a:r>
          </a:p>
        </p:txBody>
      </p:sp>
      <p:sp>
        <p:nvSpPr>
          <p:cNvPr id="4" name="矩形 3"/>
          <p:cNvSpPr/>
          <p:nvPr/>
        </p:nvSpPr>
        <p:spPr>
          <a:xfrm>
            <a:off x="468839" y="485259"/>
            <a:ext cx="1569660" cy="646331"/>
          </a:xfrm>
          <a:prstGeom prst="rect">
            <a:avLst/>
          </a:prstGeom>
          <a:solidFill>
            <a:schemeClr val="tx1">
              <a:lumMod val="20000"/>
              <a:lumOff val="80000"/>
            </a:schemeClr>
          </a:solidFill>
        </p:spPr>
        <p:txBody>
          <a:bodyPr wrap="none">
            <a:spAutoFit/>
          </a:bodyPr>
          <a:lstStyle/>
          <a:p>
            <a:r>
              <a:rPr lang="zh-CN" altLang="en-US" sz="3600" b="1" dirty="0">
                <a:solidFill>
                  <a:srgbClr val="FF0000"/>
                </a:solidFill>
                <a:latin typeface="宋体" pitchFamily="2" charset="-122"/>
              </a:rPr>
              <a:t>波阻抗</a:t>
            </a:r>
            <a:endParaRPr lang="zh-CN" altLang="en-US" sz="3600" b="1" dirty="0"/>
          </a:p>
        </p:txBody>
      </p:sp>
    </p:spTree>
    <p:extLst>
      <p:ext uri="{BB962C8B-B14F-4D97-AF65-F5344CB8AC3E}">
        <p14:creationId xmlns:p14="http://schemas.microsoft.com/office/powerpoint/2010/main" val="21637639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9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0538"/>
            <a:ext cx="7772400" cy="857250"/>
          </a:xfrm>
        </p:spPr>
        <p:txBody>
          <a:bodyPr/>
          <a:lstStyle/>
          <a:p>
            <a:r>
              <a:rPr lang="zh-CN" altLang="en-US" dirty="0" smtClean="0"/>
              <a:t>与波的传播有关的物理量</a:t>
            </a:r>
            <a:endParaRPr lang="zh-CN" altLang="en-US" dirty="0"/>
          </a:p>
        </p:txBody>
      </p:sp>
      <p:graphicFrame>
        <p:nvGraphicFramePr>
          <p:cNvPr id="7" name="Object 6"/>
          <p:cNvGraphicFramePr>
            <a:graphicFrameLocks noChangeAspect="1"/>
          </p:cNvGraphicFramePr>
          <p:nvPr>
            <p:extLst/>
          </p:nvPr>
        </p:nvGraphicFramePr>
        <p:xfrm>
          <a:off x="2739637" y="3426792"/>
          <a:ext cx="1219200" cy="369094"/>
        </p:xfrm>
        <a:graphic>
          <a:graphicData uri="http://schemas.openxmlformats.org/presentationml/2006/ole">
            <mc:AlternateContent xmlns:mc="http://schemas.openxmlformats.org/markup-compatibility/2006">
              <mc:Choice xmlns:v="urn:schemas-microsoft-com:vml" Requires="v">
                <p:oleObj spid="_x0000_s282644" name="公式" r:id="rId3" imgW="494870" imgH="203024" progId="Equation.3">
                  <p:embed/>
                </p:oleObj>
              </mc:Choice>
              <mc:Fallback>
                <p:oleObj name="公式" r:id="rId3" imgW="494870" imgH="203024" progId="Equation.3">
                  <p:embed/>
                  <p:pic>
                    <p:nvPicPr>
                      <p:cNvPr id="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9637" y="3426792"/>
                        <a:ext cx="1219200" cy="3690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3" descr="Rectangle: Click to edit Master text styles&#10;Second level&#10;Third level&#10;Fourth level&#10;Fifth level"/>
          <p:cNvSpPr txBox="1">
            <a:spLocks noChangeArrowheads="1"/>
          </p:cNvSpPr>
          <p:nvPr/>
        </p:nvSpPr>
        <p:spPr bwMode="auto">
          <a:xfrm>
            <a:off x="533400" y="941462"/>
            <a:ext cx="7772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zh-CN" altLang="en-US" dirty="0" smtClean="0">
                <a:solidFill>
                  <a:srgbClr val="C00000"/>
                </a:solidFill>
                <a:latin typeface="宋体" pitchFamily="2" charset="-122"/>
              </a:rPr>
              <a:t>周期</a:t>
            </a:r>
            <a:r>
              <a:rPr lang="zh-CN" altLang="en-US" dirty="0" smtClean="0">
                <a:latin typeface="宋体" pitchFamily="2" charset="-122"/>
              </a:rPr>
              <a:t>  </a:t>
            </a:r>
            <a:r>
              <a:rPr lang="en-US" altLang="zh-CN" dirty="0" smtClean="0">
                <a:latin typeface="宋体" pitchFamily="2" charset="-122"/>
              </a:rPr>
              <a:t>			</a:t>
            </a:r>
            <a:endParaRPr lang="zh-CN" altLang="en-US" dirty="0" smtClean="0">
              <a:latin typeface="宋体" pitchFamily="2" charset="-122"/>
            </a:endParaRPr>
          </a:p>
          <a:p>
            <a:pPr eaLnBrk="1" hangingPunct="1"/>
            <a:endParaRPr lang="en-US" altLang="zh-CN" dirty="0" smtClean="0">
              <a:solidFill>
                <a:srgbClr val="C00000"/>
              </a:solidFill>
              <a:latin typeface="宋体" pitchFamily="2" charset="-122"/>
            </a:endParaRPr>
          </a:p>
        </p:txBody>
      </p:sp>
      <p:graphicFrame>
        <p:nvGraphicFramePr>
          <p:cNvPr id="11" name="Object 6"/>
          <p:cNvGraphicFramePr>
            <a:graphicFrameLocks noChangeAspect="1"/>
          </p:cNvGraphicFramePr>
          <p:nvPr>
            <p:extLst/>
          </p:nvPr>
        </p:nvGraphicFramePr>
        <p:xfrm>
          <a:off x="1790700" y="882452"/>
          <a:ext cx="1143000" cy="663179"/>
        </p:xfrm>
        <a:graphic>
          <a:graphicData uri="http://schemas.openxmlformats.org/presentationml/2006/ole">
            <mc:AlternateContent xmlns:mc="http://schemas.openxmlformats.org/markup-compatibility/2006">
              <mc:Choice xmlns:v="urn:schemas-microsoft-com:vml" Requires="v">
                <p:oleObj spid="_x0000_s282645" name="公式" r:id="rId5" imgW="507780" imgH="393529" progId="Equation.3">
                  <p:embed/>
                </p:oleObj>
              </mc:Choice>
              <mc:Fallback>
                <p:oleObj name="公式" r:id="rId5" imgW="507780" imgH="393529" progId="Equation.3">
                  <p:embed/>
                  <p:pic>
                    <p:nvPicPr>
                      <p:cNvPr id="1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0700" y="882452"/>
                        <a:ext cx="1143000" cy="6631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8"/>
          <p:cNvGraphicFramePr>
            <a:graphicFrameLocks noChangeAspect="1"/>
          </p:cNvGraphicFramePr>
          <p:nvPr>
            <p:extLst/>
          </p:nvPr>
        </p:nvGraphicFramePr>
        <p:xfrm>
          <a:off x="1691680" y="1545778"/>
          <a:ext cx="1600200" cy="585788"/>
        </p:xfrm>
        <a:graphic>
          <a:graphicData uri="http://schemas.openxmlformats.org/presentationml/2006/ole">
            <mc:AlternateContent xmlns:mc="http://schemas.openxmlformats.org/markup-compatibility/2006">
              <mc:Choice xmlns:v="urn:schemas-microsoft-com:vml" Requires="v">
                <p:oleObj spid="_x0000_s282646" name="公式" r:id="rId7" imgW="799753" imgH="393529" progId="Equation.3">
                  <p:embed/>
                </p:oleObj>
              </mc:Choice>
              <mc:Fallback>
                <p:oleObj name="公式" r:id="rId7" imgW="799753" imgH="393529" progId="Equation.3">
                  <p:embed/>
                  <p:pic>
                    <p:nvPicPr>
                      <p:cNvPr id="12"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1680" y="1545778"/>
                        <a:ext cx="1600200" cy="585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矩形 12"/>
          <p:cNvSpPr/>
          <p:nvPr/>
        </p:nvSpPr>
        <p:spPr>
          <a:xfrm>
            <a:off x="533400" y="1619964"/>
            <a:ext cx="1828800" cy="1815882"/>
          </a:xfrm>
          <a:prstGeom prst="rect">
            <a:avLst/>
          </a:prstGeom>
        </p:spPr>
        <p:txBody>
          <a:bodyPr wrap="square">
            <a:spAutoFit/>
          </a:bodyPr>
          <a:lstStyle/>
          <a:p>
            <a:pPr lvl="0" eaLnBrk="1" hangingPunct="1"/>
            <a:r>
              <a:rPr lang="zh-CN" altLang="en-US" sz="2800" b="1" dirty="0" smtClean="0">
                <a:solidFill>
                  <a:srgbClr val="C00000"/>
                </a:solidFill>
                <a:latin typeface="宋体" pitchFamily="2" charset="-122"/>
              </a:rPr>
              <a:t>频率</a:t>
            </a:r>
            <a:r>
              <a:rPr lang="zh-CN" altLang="en-US" sz="2800" dirty="0" smtClean="0">
                <a:solidFill>
                  <a:srgbClr val="40458C"/>
                </a:solidFill>
                <a:latin typeface="宋体" pitchFamily="2" charset="-122"/>
              </a:rPr>
              <a:t>   </a:t>
            </a:r>
            <a:r>
              <a:rPr lang="en-US" altLang="zh-CN" sz="2800" dirty="0" smtClean="0">
                <a:solidFill>
                  <a:srgbClr val="40458C"/>
                </a:solidFill>
                <a:latin typeface="宋体" pitchFamily="2" charset="-122"/>
              </a:rPr>
              <a:t>			</a:t>
            </a:r>
            <a:endParaRPr lang="zh-CN" altLang="en-US" sz="2800" b="1" dirty="0">
              <a:solidFill>
                <a:srgbClr val="40458C"/>
              </a:solidFill>
              <a:latin typeface="宋体" pitchFamily="2" charset="-122"/>
            </a:endParaRPr>
          </a:p>
        </p:txBody>
      </p:sp>
      <p:sp>
        <p:nvSpPr>
          <p:cNvPr id="14" name="矩形 13"/>
          <p:cNvSpPr/>
          <p:nvPr/>
        </p:nvSpPr>
        <p:spPr>
          <a:xfrm>
            <a:off x="564739" y="2400980"/>
            <a:ext cx="5724644" cy="523220"/>
          </a:xfrm>
          <a:prstGeom prst="rect">
            <a:avLst/>
          </a:prstGeom>
        </p:spPr>
        <p:txBody>
          <a:bodyPr wrap="none">
            <a:spAutoFit/>
          </a:bodyPr>
          <a:lstStyle/>
          <a:p>
            <a:pPr lvl="0" eaLnBrk="1" hangingPunct="1"/>
            <a:r>
              <a:rPr lang="zh-CN" altLang="en-US" sz="2800" b="1" dirty="0" smtClean="0">
                <a:solidFill>
                  <a:srgbClr val="C00000"/>
                </a:solidFill>
                <a:latin typeface="宋体" pitchFamily="2" charset="-122"/>
              </a:rPr>
              <a:t>相位常数</a:t>
            </a:r>
            <a:r>
              <a:rPr lang="en-US" altLang="zh-CN" sz="2800" dirty="0">
                <a:solidFill>
                  <a:srgbClr val="40458C"/>
                </a:solidFill>
                <a:latin typeface="宋体" pitchFamily="2" charset="-122"/>
              </a:rPr>
              <a:t>	</a:t>
            </a:r>
            <a:r>
              <a:rPr lang="zh-CN" altLang="en-US" sz="2800" dirty="0">
                <a:solidFill>
                  <a:srgbClr val="40458C"/>
                </a:solidFill>
                <a:latin typeface="宋体" pitchFamily="2" charset="-122"/>
              </a:rPr>
              <a:t>       </a:t>
            </a:r>
            <a:r>
              <a:rPr lang="en-US" altLang="zh-CN" sz="2800" dirty="0" smtClean="0">
                <a:solidFill>
                  <a:srgbClr val="40458C"/>
                </a:solidFill>
                <a:latin typeface="宋体" pitchFamily="2" charset="-122"/>
              </a:rPr>
              <a:t>			</a:t>
            </a:r>
            <a:endParaRPr lang="zh-CN" altLang="en-US" sz="2800" b="1" dirty="0">
              <a:solidFill>
                <a:srgbClr val="40458C"/>
              </a:solidFill>
              <a:latin typeface="宋体" pitchFamily="2" charset="-122"/>
            </a:endParaRPr>
          </a:p>
        </p:txBody>
      </p:sp>
      <p:sp>
        <p:nvSpPr>
          <p:cNvPr id="15" name="矩形 14"/>
          <p:cNvSpPr/>
          <p:nvPr/>
        </p:nvSpPr>
        <p:spPr>
          <a:xfrm>
            <a:off x="609600" y="3219822"/>
            <a:ext cx="5724644" cy="523220"/>
          </a:xfrm>
          <a:prstGeom prst="rect">
            <a:avLst/>
          </a:prstGeom>
        </p:spPr>
        <p:txBody>
          <a:bodyPr wrap="none">
            <a:spAutoFit/>
          </a:bodyPr>
          <a:lstStyle/>
          <a:p>
            <a:pPr lvl="0" eaLnBrk="1" hangingPunct="1"/>
            <a:r>
              <a:rPr lang="zh-CN" altLang="en-US" sz="2800" b="1" dirty="0">
                <a:solidFill>
                  <a:srgbClr val="C00000"/>
                </a:solidFill>
                <a:latin typeface="宋体" pitchFamily="2" charset="-122"/>
              </a:rPr>
              <a:t>相速度</a:t>
            </a:r>
            <a:r>
              <a:rPr lang="en-US" altLang="zh-CN" sz="2800" dirty="0">
                <a:solidFill>
                  <a:srgbClr val="40458C"/>
                </a:solidFill>
                <a:latin typeface="宋体" pitchFamily="2" charset="-122"/>
              </a:rPr>
              <a:t>	</a:t>
            </a:r>
            <a:r>
              <a:rPr lang="zh-CN" altLang="en-US" sz="2800" dirty="0">
                <a:solidFill>
                  <a:srgbClr val="40458C"/>
                </a:solidFill>
                <a:latin typeface="宋体" pitchFamily="2" charset="-122"/>
              </a:rPr>
              <a:t>       </a:t>
            </a:r>
            <a:r>
              <a:rPr lang="en-US" altLang="zh-CN" sz="2800" dirty="0" smtClean="0">
                <a:solidFill>
                  <a:srgbClr val="40458C"/>
                </a:solidFill>
                <a:latin typeface="宋体" pitchFamily="2" charset="-122"/>
              </a:rPr>
              <a:t>			</a:t>
            </a:r>
            <a:endParaRPr lang="zh-CN" altLang="en-US" sz="2800" b="1" dirty="0">
              <a:solidFill>
                <a:srgbClr val="40458C"/>
              </a:solidFill>
              <a:latin typeface="宋体" pitchFamily="2" charset="-122"/>
            </a:endParaRPr>
          </a:p>
        </p:txBody>
      </p:sp>
      <p:graphicFrame>
        <p:nvGraphicFramePr>
          <p:cNvPr id="16" name="对象 15"/>
          <p:cNvGraphicFramePr>
            <a:graphicFrameLocks noChangeAspect="1"/>
          </p:cNvGraphicFramePr>
          <p:nvPr>
            <p:extLst/>
          </p:nvPr>
        </p:nvGraphicFramePr>
        <p:xfrm>
          <a:off x="2686472" y="3928591"/>
          <a:ext cx="2474912" cy="871538"/>
        </p:xfrm>
        <a:graphic>
          <a:graphicData uri="http://schemas.openxmlformats.org/presentationml/2006/ole">
            <mc:AlternateContent xmlns:mc="http://schemas.openxmlformats.org/markup-compatibility/2006">
              <mc:Choice xmlns:v="urn:schemas-microsoft-com:vml" Requires="v">
                <p:oleObj spid="_x0000_s282647" name="公式" r:id="rId9" imgW="952200" imgH="444240" progId="Equation.3">
                  <p:embed/>
                </p:oleObj>
              </mc:Choice>
              <mc:Fallback>
                <p:oleObj name="公式" r:id="rId9" imgW="952200" imgH="444240" progId="Equation.3">
                  <p:embed/>
                  <p:pic>
                    <p:nvPicPr>
                      <p:cNvPr id="16" name="对象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86472" y="3928591"/>
                        <a:ext cx="2474912" cy="871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矩形 16"/>
          <p:cNvSpPr/>
          <p:nvPr/>
        </p:nvSpPr>
        <p:spPr>
          <a:xfrm>
            <a:off x="762000" y="4011910"/>
            <a:ext cx="1266693" cy="523220"/>
          </a:xfrm>
          <a:prstGeom prst="rect">
            <a:avLst/>
          </a:prstGeom>
        </p:spPr>
        <p:txBody>
          <a:bodyPr wrap="none">
            <a:spAutoFit/>
          </a:bodyPr>
          <a:lstStyle/>
          <a:p>
            <a:r>
              <a:rPr lang="zh-CN" altLang="en-US" sz="2800" b="1" dirty="0" smtClean="0">
                <a:solidFill>
                  <a:srgbClr val="C00000"/>
                </a:solidFill>
                <a:latin typeface="宋体" pitchFamily="2" charset="-122"/>
              </a:rPr>
              <a:t>波阻抗</a:t>
            </a:r>
            <a:endParaRPr lang="zh-CN" altLang="en-US" dirty="0"/>
          </a:p>
        </p:txBody>
      </p:sp>
      <p:graphicFrame>
        <p:nvGraphicFramePr>
          <p:cNvPr id="18" name="对象 17"/>
          <p:cNvGraphicFramePr>
            <a:graphicFrameLocks noChangeAspect="1"/>
          </p:cNvGraphicFramePr>
          <p:nvPr>
            <p:extLst/>
          </p:nvPr>
        </p:nvGraphicFramePr>
        <p:xfrm>
          <a:off x="3923928" y="3219822"/>
          <a:ext cx="654050" cy="636838"/>
        </p:xfrm>
        <a:graphic>
          <a:graphicData uri="http://schemas.openxmlformats.org/presentationml/2006/ole">
            <mc:AlternateContent xmlns:mc="http://schemas.openxmlformats.org/markup-compatibility/2006">
              <mc:Choice xmlns:v="urn:schemas-microsoft-com:vml" Requires="v">
                <p:oleObj spid="_x0000_s282648" name="公式" r:id="rId11" imgW="482400" imgH="469800" progId="Equation.3">
                  <p:embed/>
                </p:oleObj>
              </mc:Choice>
              <mc:Fallback>
                <p:oleObj name="公式" r:id="rId11" imgW="482400" imgH="469800" progId="Equation.3">
                  <p:embed/>
                  <p:pic>
                    <p:nvPicPr>
                      <p:cNvPr id="18" name="对象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23928" y="3219822"/>
                        <a:ext cx="654050" cy="636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nvPr>
        </p:nvGraphicFramePr>
        <p:xfrm>
          <a:off x="3173413" y="2324100"/>
          <a:ext cx="2624137" cy="677863"/>
        </p:xfrm>
        <a:graphic>
          <a:graphicData uri="http://schemas.openxmlformats.org/presentationml/2006/ole">
            <mc:AlternateContent xmlns:mc="http://schemas.openxmlformats.org/markup-compatibility/2006">
              <mc:Choice xmlns:v="urn:schemas-microsoft-com:vml" Requires="v">
                <p:oleObj spid="_x0000_s282649" name="公式" r:id="rId13" imgW="1574640" imgH="406080" progId="Equation.3">
                  <p:embed/>
                </p:oleObj>
              </mc:Choice>
              <mc:Fallback>
                <p:oleObj name="公式" r:id="rId13" imgW="1574640" imgH="406080" progId="Equation.3">
                  <p:embed/>
                  <p:pic>
                    <p:nvPicPr>
                      <p:cNvPr id="3" name="对象 2"/>
                      <p:cNvPicPr/>
                      <p:nvPr/>
                    </p:nvPicPr>
                    <p:blipFill>
                      <a:blip r:embed="rId14"/>
                      <a:stretch>
                        <a:fillRect/>
                      </a:stretch>
                    </p:blipFill>
                    <p:spPr>
                      <a:xfrm>
                        <a:off x="3173413" y="2324100"/>
                        <a:ext cx="2624137" cy="677863"/>
                      </a:xfrm>
                      <a:prstGeom prst="rect">
                        <a:avLst/>
                      </a:prstGeom>
                    </p:spPr>
                  </p:pic>
                </p:oleObj>
              </mc:Fallback>
            </mc:AlternateContent>
          </a:graphicData>
        </a:graphic>
      </p:graphicFrame>
    </p:spTree>
    <p:extLst>
      <p:ext uri="{BB962C8B-B14F-4D97-AF65-F5344CB8AC3E}">
        <p14:creationId xmlns:p14="http://schemas.microsoft.com/office/powerpoint/2010/main" val="31682859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defRPr/>
            </a:pPr>
            <a:r>
              <a:rPr lang="en-US" altLang="zh-CN" smtClean="0"/>
              <a:t> </a:t>
            </a:r>
          </a:p>
        </p:txBody>
      </p:sp>
      <p:sp>
        <p:nvSpPr>
          <p:cNvPr id="14339" name="Rectangle 3" descr="Rectangle: Click to edit Master text styles&#10;Second level&#10;Third level&#10;Fourth level&#10;Fifth level"/>
          <p:cNvSpPr>
            <a:spLocks noGrp="1" noChangeArrowheads="1"/>
          </p:cNvSpPr>
          <p:nvPr>
            <p:ph type="body" idx="1"/>
          </p:nvPr>
        </p:nvSpPr>
        <p:spPr/>
        <p:txBody>
          <a:bodyPr/>
          <a:lstStyle/>
          <a:p>
            <a:pPr eaLnBrk="1" hangingPunct="1"/>
            <a:endParaRPr lang="en-US" altLang="zh-CN" smtClean="0">
              <a:latin typeface="宋体" pitchFamily="2" charset="-122"/>
            </a:endParaRPr>
          </a:p>
          <a:p>
            <a:pPr eaLnBrk="1" hangingPunct="1"/>
            <a:endParaRPr lang="en-US" altLang="zh-CN" smtClean="0">
              <a:latin typeface="宋体" pitchFamily="2" charset="-122"/>
            </a:endParaRPr>
          </a:p>
          <a:p>
            <a:pPr eaLnBrk="1" hangingPunct="1"/>
            <a:endParaRPr lang="en-US" altLang="zh-CN" smtClean="0">
              <a:latin typeface="宋体" pitchFamily="2" charset="-122"/>
            </a:endParaRPr>
          </a:p>
          <a:p>
            <a:pPr algn="r" eaLnBrk="1" hangingPunct="1"/>
            <a:r>
              <a:rPr lang="zh-CN" altLang="en-US" smtClean="0">
                <a:latin typeface="宋体" pitchFamily="2" charset="-122"/>
              </a:rPr>
              <a:t>（</a:t>
            </a:r>
            <a:r>
              <a:rPr lang="en-US" altLang="zh-CN" smtClean="0">
                <a:latin typeface="宋体" pitchFamily="2" charset="-122"/>
              </a:rPr>
              <a:t>4.20</a:t>
            </a:r>
            <a:r>
              <a:rPr lang="zh-CN" altLang="en-US" smtClean="0">
                <a:latin typeface="宋体" pitchFamily="2" charset="-122"/>
              </a:rPr>
              <a:t>）</a:t>
            </a:r>
          </a:p>
        </p:txBody>
      </p:sp>
      <p:sp>
        <p:nvSpPr>
          <p:cNvPr id="14340" name="Rectangle 5"/>
          <p:cNvSpPr>
            <a:spLocks noChangeArrowheads="1"/>
          </p:cNvSpPr>
          <p:nvPr/>
        </p:nvSpPr>
        <p:spPr bwMode="auto">
          <a:xfrm>
            <a:off x="0" y="22156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14341" name="Object 4"/>
          <p:cNvGraphicFramePr>
            <a:graphicFrameLocks noChangeAspect="1"/>
          </p:cNvGraphicFramePr>
          <p:nvPr/>
        </p:nvGraphicFramePr>
        <p:xfrm>
          <a:off x="457200" y="1840707"/>
          <a:ext cx="8229600" cy="731044"/>
        </p:xfrm>
        <a:graphic>
          <a:graphicData uri="http://schemas.openxmlformats.org/presentationml/2006/ole">
            <mc:AlternateContent xmlns:mc="http://schemas.openxmlformats.org/markup-compatibility/2006">
              <mc:Choice xmlns:v="urn:schemas-microsoft-com:vml" Requires="v">
                <p:oleObj spid="_x0000_s284680" name="公式" r:id="rId3" imgW="3860800" imgH="457200" progId="Equation.3">
                  <p:embed/>
                </p:oleObj>
              </mc:Choice>
              <mc:Fallback>
                <p:oleObj name="公式" r:id="rId3" imgW="3860800" imgH="457200" progId="Equation.3">
                  <p:embed/>
                  <p:pic>
                    <p:nvPicPr>
                      <p:cNvPr id="1434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840707"/>
                        <a:ext cx="8229600" cy="7310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Group 143"/>
          <p:cNvGrpSpPr>
            <a:grpSpLocks/>
          </p:cNvGrpSpPr>
          <p:nvPr/>
        </p:nvGrpSpPr>
        <p:grpSpPr bwMode="auto">
          <a:xfrm>
            <a:off x="611188" y="514350"/>
            <a:ext cx="5400675" cy="647700"/>
            <a:chOff x="385" y="391"/>
            <a:chExt cx="3402" cy="408"/>
          </a:xfrm>
        </p:grpSpPr>
        <p:sp>
          <p:nvSpPr>
            <p:cNvPr id="8" name="Text Box 132"/>
            <p:cNvSpPr txBox="1">
              <a:spLocks noChangeArrowheads="1"/>
            </p:cNvSpPr>
            <p:nvPr/>
          </p:nvSpPr>
          <p:spPr bwMode="auto">
            <a:xfrm>
              <a:off x="385" y="439"/>
              <a:ext cx="34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smtClean="0">
                  <a:latin typeface="Times New Roman" pitchFamily="18" charset="0"/>
                </a:rPr>
                <a:t>坡</a:t>
              </a:r>
              <a:r>
                <a:rPr kumimoji="1" lang="zh-CN" altLang="en-US" sz="2800" b="1" dirty="0">
                  <a:latin typeface="Times New Roman" pitchFamily="18" charset="0"/>
                </a:rPr>
                <a:t>印廷矢量平均值              ：</a:t>
              </a:r>
            </a:p>
          </p:txBody>
        </p:sp>
        <p:graphicFrame>
          <p:nvGraphicFramePr>
            <p:cNvPr id="9" name="Object 133"/>
            <p:cNvGraphicFramePr>
              <a:graphicFrameLocks noChangeAspect="1"/>
            </p:cNvGraphicFramePr>
            <p:nvPr>
              <p:extLst/>
            </p:nvPr>
          </p:nvGraphicFramePr>
          <p:xfrm>
            <a:off x="2304" y="391"/>
            <a:ext cx="612" cy="408"/>
          </p:xfrm>
          <a:graphic>
            <a:graphicData uri="http://schemas.openxmlformats.org/presentationml/2006/ole">
              <mc:AlternateContent xmlns:mc="http://schemas.openxmlformats.org/markup-compatibility/2006">
                <mc:Choice xmlns:v="urn:schemas-microsoft-com:vml" Requires="v">
                  <p:oleObj spid="_x0000_s284681" name="Equation" r:id="rId5" imgW="419100" imgH="228600" progId="Equation.3">
                    <p:embed/>
                  </p:oleObj>
                </mc:Choice>
                <mc:Fallback>
                  <p:oleObj name="Equation" r:id="rId5" imgW="419100" imgH="228600" progId="Equation.3">
                    <p:embed/>
                    <p:pic>
                      <p:nvPicPr>
                        <p:cNvPr id="9" name="Object 1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4" y="391"/>
                          <a:ext cx="612" cy="4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826360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37"/>
          <p:cNvSpPr txBox="1">
            <a:spLocks noChangeArrowheads="1"/>
          </p:cNvSpPr>
          <p:nvPr/>
        </p:nvSpPr>
        <p:spPr bwMode="auto">
          <a:xfrm>
            <a:off x="250825" y="577850"/>
            <a:ext cx="8893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smtClean="0"/>
              <a:t>若</a:t>
            </a:r>
            <a:r>
              <a:rPr lang="zh-CN" altLang="en-US" sz="2800" b="1" dirty="0"/>
              <a:t>均匀平面波沿　　方向传播</a:t>
            </a:r>
            <a:r>
              <a:rPr lang="zh-CN" altLang="en-US" sz="2800" b="1" dirty="0" smtClean="0"/>
              <a:t>，</a:t>
            </a:r>
            <a:endParaRPr lang="zh-CN" altLang="el-GR" sz="2800" b="1" dirty="0">
              <a:cs typeface="Arial" charset="0"/>
            </a:endParaRPr>
          </a:p>
        </p:txBody>
      </p:sp>
      <p:graphicFrame>
        <p:nvGraphicFramePr>
          <p:cNvPr id="5" name="Object 139"/>
          <p:cNvGraphicFramePr>
            <a:graphicFrameLocks noChangeAspect="1"/>
          </p:cNvGraphicFramePr>
          <p:nvPr>
            <p:extLst/>
          </p:nvPr>
        </p:nvGraphicFramePr>
        <p:xfrm>
          <a:off x="2971800" y="412750"/>
          <a:ext cx="585788" cy="863600"/>
        </p:xfrm>
        <a:graphic>
          <a:graphicData uri="http://schemas.openxmlformats.org/presentationml/2006/ole">
            <mc:AlternateContent xmlns:mc="http://schemas.openxmlformats.org/markup-compatibility/2006">
              <mc:Choice xmlns:v="urn:schemas-microsoft-com:vml" Requires="v">
                <p:oleObj spid="_x0000_s286740" name="Equation" r:id="rId4" imgW="152334" imgH="228501" progId="">
                  <p:embed/>
                </p:oleObj>
              </mc:Choice>
              <mc:Fallback>
                <p:oleObj name="Equation" r:id="rId4" imgW="152334" imgH="228501" progId="">
                  <p:embed/>
                  <p:pic>
                    <p:nvPicPr>
                      <p:cNvPr id="5" name="Object 1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412750"/>
                        <a:ext cx="585788"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extLst/>
          </p:nvPr>
        </p:nvGraphicFramePr>
        <p:xfrm>
          <a:off x="1752600" y="1331585"/>
          <a:ext cx="381000" cy="412750"/>
        </p:xfrm>
        <a:graphic>
          <a:graphicData uri="http://schemas.openxmlformats.org/presentationml/2006/ole">
            <mc:AlternateContent xmlns:mc="http://schemas.openxmlformats.org/markup-compatibility/2006">
              <mc:Choice xmlns:v="urn:schemas-microsoft-com:vml" Requires="v">
                <p:oleObj spid="_x0000_s286741" name="公式" r:id="rId6" imgW="152280" imgH="164880" progId="Equation.3">
                  <p:embed/>
                </p:oleObj>
              </mc:Choice>
              <mc:Fallback>
                <p:oleObj name="公式" r:id="rId6" imgW="152280" imgH="164880" progId="Equation.3">
                  <p:embed/>
                  <p:pic>
                    <p:nvPicPr>
                      <p:cNvPr id="13" name="对象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1331585"/>
                        <a:ext cx="381000"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矩形 14"/>
          <p:cNvSpPr/>
          <p:nvPr/>
        </p:nvSpPr>
        <p:spPr>
          <a:xfrm>
            <a:off x="250825" y="1276350"/>
            <a:ext cx="3828292" cy="1815882"/>
          </a:xfrm>
          <a:prstGeom prst="rect">
            <a:avLst/>
          </a:prstGeom>
        </p:spPr>
        <p:txBody>
          <a:bodyPr wrap="none">
            <a:spAutoFit/>
          </a:bodyPr>
          <a:lstStyle/>
          <a:p>
            <a:r>
              <a:rPr lang="zh-CN" altLang="en-US" sz="2800" b="1" dirty="0" smtClean="0">
                <a:solidFill>
                  <a:srgbClr val="40458C"/>
                </a:solidFill>
              </a:rPr>
              <a:t>电场强度    可以表示为</a:t>
            </a:r>
            <a:endParaRPr lang="en-US" altLang="zh-CN" sz="2800" b="1" dirty="0" smtClean="0">
              <a:solidFill>
                <a:srgbClr val="40458C"/>
              </a:solidFill>
            </a:endParaRPr>
          </a:p>
          <a:p>
            <a:endParaRPr lang="en-US" altLang="zh-CN" sz="2800" b="1" dirty="0">
              <a:solidFill>
                <a:srgbClr val="40458C"/>
              </a:solidFill>
            </a:endParaRPr>
          </a:p>
          <a:p>
            <a:endParaRPr lang="en-US" altLang="zh-CN" sz="2800" b="1" dirty="0" smtClean="0">
              <a:solidFill>
                <a:srgbClr val="40458C"/>
              </a:solidFill>
            </a:endParaRPr>
          </a:p>
          <a:p>
            <a:r>
              <a:rPr lang="zh-CN" altLang="en-US" sz="2800" b="1" dirty="0" smtClean="0">
                <a:solidFill>
                  <a:srgbClr val="40458C"/>
                </a:solidFill>
              </a:rPr>
              <a:t>其中，</a:t>
            </a:r>
            <a:endParaRPr lang="zh-CN" altLang="en-US" dirty="0"/>
          </a:p>
        </p:txBody>
      </p:sp>
      <p:graphicFrame>
        <p:nvGraphicFramePr>
          <p:cNvPr id="16" name="对象 15"/>
          <p:cNvGraphicFramePr>
            <a:graphicFrameLocks noChangeAspect="1"/>
          </p:cNvGraphicFramePr>
          <p:nvPr>
            <p:extLst/>
          </p:nvPr>
        </p:nvGraphicFramePr>
        <p:xfrm>
          <a:off x="1412875" y="1930400"/>
          <a:ext cx="4011613" cy="641350"/>
        </p:xfrm>
        <a:graphic>
          <a:graphicData uri="http://schemas.openxmlformats.org/presentationml/2006/ole">
            <mc:AlternateContent xmlns:mc="http://schemas.openxmlformats.org/markup-compatibility/2006">
              <mc:Choice xmlns:v="urn:schemas-microsoft-com:vml" Requires="v">
                <p:oleObj spid="_x0000_s286742" name="公式" r:id="rId8" imgW="1434960" imgH="241200" progId="Equation.3">
                  <p:embed/>
                </p:oleObj>
              </mc:Choice>
              <mc:Fallback>
                <p:oleObj name="公式" r:id="rId8" imgW="1434960" imgH="241200" progId="Equation.3">
                  <p:embed/>
                  <p:pic>
                    <p:nvPicPr>
                      <p:cNvPr id="16" name="对象 15"/>
                      <p:cNvPicPr>
                        <a:picLocks noChangeAspect="1" noChangeArrowheads="1"/>
                      </p:cNvPicPr>
                      <p:nvPr/>
                    </p:nvPicPr>
                    <p:blipFill>
                      <a:blip r:embed="rId9"/>
                      <a:srcRect/>
                      <a:stretch>
                        <a:fillRect/>
                      </a:stretch>
                    </p:blipFill>
                    <p:spPr bwMode="auto">
                      <a:xfrm>
                        <a:off x="1412875" y="1930400"/>
                        <a:ext cx="4011613"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extLst/>
          </p:nvPr>
        </p:nvGraphicFramePr>
        <p:xfrm>
          <a:off x="1676400" y="2876550"/>
          <a:ext cx="3593432" cy="609600"/>
        </p:xfrm>
        <a:graphic>
          <a:graphicData uri="http://schemas.openxmlformats.org/presentationml/2006/ole">
            <mc:AlternateContent xmlns:mc="http://schemas.openxmlformats.org/markup-compatibility/2006">
              <mc:Choice xmlns:v="urn:schemas-microsoft-com:vml" Requires="v">
                <p:oleObj spid="_x0000_s286743" name="公式" r:id="rId10" imgW="1422360" imgH="241200" progId="Equation.3">
                  <p:embed/>
                </p:oleObj>
              </mc:Choice>
              <mc:Fallback>
                <p:oleObj name="公式" r:id="rId10" imgW="1422360" imgH="241200" progId="Equation.3">
                  <p:embed/>
                  <p:pic>
                    <p:nvPicPr>
                      <p:cNvPr id="17" name="对象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76400" y="2876550"/>
                        <a:ext cx="3593432"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extLst/>
          </p:nvPr>
        </p:nvGraphicFramePr>
        <p:xfrm>
          <a:off x="1767539" y="3486150"/>
          <a:ext cx="3178175" cy="609600"/>
        </p:xfrm>
        <a:graphic>
          <a:graphicData uri="http://schemas.openxmlformats.org/presentationml/2006/ole">
            <mc:AlternateContent xmlns:mc="http://schemas.openxmlformats.org/markup-compatibility/2006">
              <mc:Choice xmlns:v="urn:schemas-microsoft-com:vml" Requires="v">
                <p:oleObj spid="_x0000_s286744" name="公式" r:id="rId12" imgW="1257120" imgH="241200" progId="Equation.3">
                  <p:embed/>
                </p:oleObj>
              </mc:Choice>
              <mc:Fallback>
                <p:oleObj name="公式" r:id="rId12" imgW="1257120" imgH="241200" progId="Equation.3">
                  <p:embed/>
                  <p:pic>
                    <p:nvPicPr>
                      <p:cNvPr id="18" name="对象 17"/>
                      <p:cNvPicPr>
                        <a:picLocks noChangeAspect="1" noChangeArrowheads="1"/>
                      </p:cNvPicPr>
                      <p:nvPr/>
                    </p:nvPicPr>
                    <p:blipFill>
                      <a:blip r:embed="rId13"/>
                      <a:srcRect/>
                      <a:stretch>
                        <a:fillRect/>
                      </a:stretch>
                    </p:blipFill>
                    <p:spPr bwMode="auto">
                      <a:xfrm>
                        <a:off x="1767539" y="3486150"/>
                        <a:ext cx="3178175"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对象 18"/>
          <p:cNvGraphicFramePr>
            <a:graphicFrameLocks noChangeAspect="1"/>
          </p:cNvGraphicFramePr>
          <p:nvPr>
            <p:extLst/>
          </p:nvPr>
        </p:nvGraphicFramePr>
        <p:xfrm>
          <a:off x="1701893" y="4011910"/>
          <a:ext cx="4262437" cy="622300"/>
        </p:xfrm>
        <a:graphic>
          <a:graphicData uri="http://schemas.openxmlformats.org/presentationml/2006/ole">
            <mc:AlternateContent xmlns:mc="http://schemas.openxmlformats.org/markup-compatibility/2006">
              <mc:Choice xmlns:v="urn:schemas-microsoft-com:vml" Requires="v">
                <p:oleObj spid="_x0000_s286745" name="公式" r:id="rId14" imgW="1650960" imgH="241200" progId="Equation.3">
                  <p:embed/>
                </p:oleObj>
              </mc:Choice>
              <mc:Fallback>
                <p:oleObj name="公式" r:id="rId14" imgW="1650960" imgH="241200" progId="Equation.3">
                  <p:embed/>
                  <p:pic>
                    <p:nvPicPr>
                      <p:cNvPr id="19" name="对象 18"/>
                      <p:cNvPicPr>
                        <a:picLocks noChangeAspect="1" noChangeArrowheads="1"/>
                      </p:cNvPicPr>
                      <p:nvPr/>
                    </p:nvPicPr>
                    <p:blipFill>
                      <a:blip r:embed="rId15"/>
                      <a:srcRect/>
                      <a:stretch>
                        <a:fillRect/>
                      </a:stretch>
                    </p:blipFill>
                    <p:spPr bwMode="auto">
                      <a:xfrm>
                        <a:off x="1701893" y="4011910"/>
                        <a:ext cx="4262437"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圆角矩形标注 1"/>
          <p:cNvSpPr/>
          <p:nvPr/>
        </p:nvSpPr>
        <p:spPr>
          <a:xfrm>
            <a:off x="6084168" y="2643758"/>
            <a:ext cx="792088" cy="558198"/>
          </a:xfrm>
          <a:prstGeom prst="wedgeRoundRectCallout">
            <a:avLst>
              <a:gd name="adj1" fmla="val -148950"/>
              <a:gd name="adj2" fmla="val 5093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2">
                    <a:lumMod val="50000"/>
                  </a:schemeClr>
                </a:solidFill>
              </a:rPr>
              <a:t>传播方向</a:t>
            </a:r>
            <a:endParaRPr lang="zh-CN" altLang="en-US" b="1" dirty="0">
              <a:solidFill>
                <a:schemeClr val="bg2">
                  <a:lumMod val="50000"/>
                </a:schemeClr>
              </a:solidFill>
            </a:endParaRPr>
          </a:p>
        </p:txBody>
      </p:sp>
      <p:sp>
        <p:nvSpPr>
          <p:cNvPr id="11" name="圆角矩形标注 10"/>
          <p:cNvSpPr/>
          <p:nvPr/>
        </p:nvSpPr>
        <p:spPr>
          <a:xfrm>
            <a:off x="6228184" y="3399842"/>
            <a:ext cx="792088" cy="558198"/>
          </a:xfrm>
          <a:prstGeom prst="wedgeRoundRectCallout">
            <a:avLst>
              <a:gd name="adj1" fmla="val -135822"/>
              <a:gd name="adj2" fmla="val 3038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2">
                    <a:lumMod val="50000"/>
                  </a:schemeClr>
                </a:solidFill>
              </a:rPr>
              <a:t>相位常数</a:t>
            </a:r>
            <a:endParaRPr lang="zh-CN" altLang="en-US" b="1" dirty="0">
              <a:solidFill>
                <a:schemeClr val="bg2">
                  <a:lumMod val="50000"/>
                </a:schemeClr>
              </a:solidFill>
            </a:endParaRPr>
          </a:p>
        </p:txBody>
      </p:sp>
      <p:sp>
        <p:nvSpPr>
          <p:cNvPr id="12" name="圆角矩形标注 11"/>
          <p:cNvSpPr/>
          <p:nvPr/>
        </p:nvSpPr>
        <p:spPr>
          <a:xfrm>
            <a:off x="6516216" y="4155926"/>
            <a:ext cx="792088" cy="558198"/>
          </a:xfrm>
          <a:prstGeom prst="wedgeRoundRectCallout">
            <a:avLst>
              <a:gd name="adj1" fmla="val -118166"/>
              <a:gd name="adj2" fmla="val 2074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2">
                    <a:lumMod val="50000"/>
                  </a:schemeClr>
                </a:solidFill>
              </a:rPr>
              <a:t>位置失径</a:t>
            </a:r>
            <a:endParaRPr lang="zh-CN" altLang="en-US" b="1" dirty="0">
              <a:solidFill>
                <a:schemeClr val="bg2">
                  <a:lumMod val="50000"/>
                </a:schemeClr>
              </a:solidFill>
            </a:endParaRPr>
          </a:p>
        </p:txBody>
      </p:sp>
    </p:spTree>
    <p:extLst>
      <p:ext uri="{BB962C8B-B14F-4D97-AF65-F5344CB8AC3E}">
        <p14:creationId xmlns:p14="http://schemas.microsoft.com/office/powerpoint/2010/main" val="39867690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142"/>
          <p:cNvGraphicFramePr>
            <a:graphicFrameLocks noChangeAspect="1"/>
          </p:cNvGraphicFramePr>
          <p:nvPr>
            <p:extLst/>
          </p:nvPr>
        </p:nvGraphicFramePr>
        <p:xfrm>
          <a:off x="785787" y="1500180"/>
          <a:ext cx="2000263" cy="704850"/>
        </p:xfrm>
        <a:graphic>
          <a:graphicData uri="http://schemas.openxmlformats.org/presentationml/2006/ole">
            <mc:AlternateContent xmlns:mc="http://schemas.openxmlformats.org/markup-compatibility/2006">
              <mc:Choice xmlns:v="urn:schemas-microsoft-com:vml" Requires="v">
                <p:oleObj spid="_x0000_s287761" name="公式" r:id="rId3" imgW="736560" imgH="228600" progId="Equation.3">
                  <p:embed/>
                </p:oleObj>
              </mc:Choice>
              <mc:Fallback>
                <p:oleObj name="公式" r:id="rId3" imgW="736560" imgH="228600" progId="Equation.3">
                  <p:embed/>
                  <p:pic>
                    <p:nvPicPr>
                      <p:cNvPr id="4" name="Object 1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787" y="1500180"/>
                        <a:ext cx="2000263" cy="704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Box 143"/>
          <p:cNvSpPr txBox="1">
            <a:spLocks noChangeArrowheads="1"/>
          </p:cNvSpPr>
          <p:nvPr/>
        </p:nvSpPr>
        <p:spPr bwMode="auto">
          <a:xfrm>
            <a:off x="4214810" y="1657350"/>
            <a:ext cx="2305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t>(3.24)</a:t>
            </a:r>
          </a:p>
        </p:txBody>
      </p:sp>
      <p:sp>
        <p:nvSpPr>
          <p:cNvPr id="6" name="Text Box 144"/>
          <p:cNvSpPr txBox="1">
            <a:spLocks noChangeArrowheads="1"/>
          </p:cNvSpPr>
          <p:nvPr/>
        </p:nvSpPr>
        <p:spPr bwMode="auto">
          <a:xfrm>
            <a:off x="4286248" y="2786064"/>
            <a:ext cx="2305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t>(3.25)</a:t>
            </a:r>
          </a:p>
        </p:txBody>
      </p:sp>
      <p:sp>
        <p:nvSpPr>
          <p:cNvPr id="12" name="矩形 11"/>
          <p:cNvSpPr/>
          <p:nvPr/>
        </p:nvSpPr>
        <p:spPr>
          <a:xfrm>
            <a:off x="623080" y="819150"/>
            <a:ext cx="2348720" cy="523220"/>
          </a:xfrm>
          <a:prstGeom prst="rect">
            <a:avLst/>
          </a:prstGeom>
        </p:spPr>
        <p:txBody>
          <a:bodyPr wrap="none">
            <a:spAutoFit/>
          </a:bodyPr>
          <a:lstStyle/>
          <a:p>
            <a:pPr lvl="0">
              <a:spcBef>
                <a:spcPct val="50000"/>
              </a:spcBef>
            </a:pPr>
            <a:r>
              <a:rPr lang="zh-CN" altLang="en-US" sz="2800" b="1" dirty="0">
                <a:solidFill>
                  <a:srgbClr val="40458C"/>
                </a:solidFill>
              </a:rPr>
              <a:t>经推导可得到</a:t>
            </a:r>
            <a:endParaRPr lang="zh-CN" altLang="el-GR" sz="2800" b="1" dirty="0">
              <a:solidFill>
                <a:srgbClr val="40458C"/>
              </a:solidFill>
              <a:cs typeface="Arial" charset="0"/>
            </a:endParaRPr>
          </a:p>
        </p:txBody>
      </p:sp>
      <p:graphicFrame>
        <p:nvGraphicFramePr>
          <p:cNvPr id="87045" name="Object 5"/>
          <p:cNvGraphicFramePr>
            <a:graphicFrameLocks noChangeAspect="1"/>
          </p:cNvGraphicFramePr>
          <p:nvPr/>
        </p:nvGraphicFramePr>
        <p:xfrm>
          <a:off x="6572264" y="2857504"/>
          <a:ext cx="1944678" cy="500060"/>
        </p:xfrm>
        <a:graphic>
          <a:graphicData uri="http://schemas.openxmlformats.org/presentationml/2006/ole">
            <mc:AlternateContent xmlns:mc="http://schemas.openxmlformats.org/markup-compatibility/2006">
              <mc:Choice xmlns:v="urn:schemas-microsoft-com:vml" Requires="v">
                <p:oleObj spid="_x0000_s287762" name="公式" r:id="rId5" imgW="888840" imgH="228600" progId="Equation.3">
                  <p:embed/>
                </p:oleObj>
              </mc:Choice>
              <mc:Fallback>
                <p:oleObj name="公式" r:id="rId5" imgW="888840" imgH="228600" progId="Equation.3">
                  <p:embed/>
                  <p:pic>
                    <p:nvPicPr>
                      <p:cNvPr id="8704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2264" y="2857504"/>
                        <a:ext cx="1944678" cy="50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7046" name="Object 6"/>
          <p:cNvGraphicFramePr>
            <a:graphicFrameLocks noChangeAspect="1"/>
          </p:cNvGraphicFramePr>
          <p:nvPr/>
        </p:nvGraphicFramePr>
        <p:xfrm>
          <a:off x="6572264" y="3357573"/>
          <a:ext cx="1944693" cy="500063"/>
        </p:xfrm>
        <a:graphic>
          <a:graphicData uri="http://schemas.openxmlformats.org/presentationml/2006/ole">
            <mc:AlternateContent xmlns:mc="http://schemas.openxmlformats.org/markup-compatibility/2006">
              <mc:Choice xmlns:v="urn:schemas-microsoft-com:vml" Requires="v">
                <p:oleObj spid="_x0000_s287763" name="公式" r:id="rId7" imgW="888840" imgH="228600" progId="Equation.3">
                  <p:embed/>
                </p:oleObj>
              </mc:Choice>
              <mc:Fallback>
                <p:oleObj name="公式" r:id="rId7" imgW="888840" imgH="228600" progId="Equation.3">
                  <p:embed/>
                  <p:pic>
                    <p:nvPicPr>
                      <p:cNvPr id="87046"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72264" y="3357573"/>
                        <a:ext cx="1944693"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7047" name="Object 7"/>
          <p:cNvGraphicFramePr>
            <a:graphicFrameLocks noChangeAspect="1"/>
          </p:cNvGraphicFramePr>
          <p:nvPr/>
        </p:nvGraphicFramePr>
        <p:xfrm>
          <a:off x="6572264" y="3929074"/>
          <a:ext cx="1944691" cy="500064"/>
        </p:xfrm>
        <a:graphic>
          <a:graphicData uri="http://schemas.openxmlformats.org/presentationml/2006/ole">
            <mc:AlternateContent xmlns:mc="http://schemas.openxmlformats.org/markup-compatibility/2006">
              <mc:Choice xmlns:v="urn:schemas-microsoft-com:vml" Requires="v">
                <p:oleObj spid="_x0000_s287764" name="公式" r:id="rId9" imgW="888840" imgH="228600" progId="Equation.3">
                  <p:embed/>
                </p:oleObj>
              </mc:Choice>
              <mc:Fallback>
                <p:oleObj name="公式" r:id="rId9" imgW="888840" imgH="228600" progId="Equation.3">
                  <p:embed/>
                  <p:pic>
                    <p:nvPicPr>
                      <p:cNvPr id="87047"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72264" y="3929074"/>
                        <a:ext cx="1944691" cy="500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矩形 12"/>
          <p:cNvSpPr/>
          <p:nvPr/>
        </p:nvSpPr>
        <p:spPr>
          <a:xfrm>
            <a:off x="6357950" y="2285998"/>
            <a:ext cx="1627369" cy="523220"/>
          </a:xfrm>
          <a:prstGeom prst="rect">
            <a:avLst/>
          </a:prstGeom>
        </p:spPr>
        <p:txBody>
          <a:bodyPr wrap="none">
            <a:spAutoFit/>
          </a:bodyPr>
          <a:lstStyle/>
          <a:p>
            <a:pPr lvl="0">
              <a:spcBef>
                <a:spcPct val="50000"/>
              </a:spcBef>
            </a:pPr>
            <a:r>
              <a:rPr lang="zh-CN" altLang="en-US" sz="2800" b="1" dirty="0" smtClean="0">
                <a:solidFill>
                  <a:schemeClr val="tx2">
                    <a:lumMod val="60000"/>
                    <a:lumOff val="40000"/>
                  </a:schemeClr>
                </a:solidFill>
                <a:cs typeface="Arial" charset="0"/>
              </a:rPr>
              <a:t>方向关系</a:t>
            </a:r>
            <a:endParaRPr lang="zh-CN" altLang="el-GR" sz="2800" b="1" dirty="0">
              <a:solidFill>
                <a:schemeClr val="tx2">
                  <a:lumMod val="60000"/>
                  <a:lumOff val="40000"/>
                </a:schemeClr>
              </a:solidFill>
              <a:cs typeface="Arial" charset="0"/>
            </a:endParaRPr>
          </a:p>
        </p:txBody>
      </p:sp>
      <p:graphicFrame>
        <p:nvGraphicFramePr>
          <p:cNvPr id="87048" name="Object 8"/>
          <p:cNvGraphicFramePr>
            <a:graphicFrameLocks noChangeAspect="1"/>
          </p:cNvGraphicFramePr>
          <p:nvPr/>
        </p:nvGraphicFramePr>
        <p:xfrm>
          <a:off x="928662" y="2559031"/>
          <a:ext cx="2132024" cy="941413"/>
        </p:xfrm>
        <a:graphic>
          <a:graphicData uri="http://schemas.openxmlformats.org/presentationml/2006/ole">
            <mc:AlternateContent xmlns:mc="http://schemas.openxmlformats.org/markup-compatibility/2006">
              <mc:Choice xmlns:v="urn:schemas-microsoft-com:vml" Requires="v">
                <p:oleObj spid="_x0000_s287765" name="公式" r:id="rId11" imgW="977760" imgH="431640" progId="Equation.3">
                  <p:embed/>
                </p:oleObj>
              </mc:Choice>
              <mc:Fallback>
                <p:oleObj name="公式" r:id="rId11" imgW="977760" imgH="431640" progId="Equation.3">
                  <p:embed/>
                  <p:pic>
                    <p:nvPicPr>
                      <p:cNvPr id="87048"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28662" y="2559031"/>
                        <a:ext cx="2132024" cy="9414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691198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7045"/>
                                        </p:tgtEl>
                                        <p:attrNameLst>
                                          <p:attrName>style.visibility</p:attrName>
                                        </p:attrNameLst>
                                      </p:cBhvr>
                                      <p:to>
                                        <p:strVal val="visible"/>
                                      </p:to>
                                    </p:set>
                                    <p:animEffect transition="in" filter="blinds(horizontal)">
                                      <p:cBhvr>
                                        <p:cTn id="7" dur="500"/>
                                        <p:tgtEl>
                                          <p:spTgt spid="87045"/>
                                        </p:tgtEl>
                                      </p:cBhvr>
                                    </p:animEffect>
                                  </p:childTnLst>
                                </p:cTn>
                              </p:par>
                              <p:par>
                                <p:cTn id="8" presetID="3" presetClass="entr" presetSubtype="10" fill="hold" nodeType="withEffect">
                                  <p:stCondLst>
                                    <p:cond delay="0"/>
                                  </p:stCondLst>
                                  <p:childTnLst>
                                    <p:set>
                                      <p:cBhvr>
                                        <p:cTn id="9" dur="1" fill="hold">
                                          <p:stCondLst>
                                            <p:cond delay="0"/>
                                          </p:stCondLst>
                                        </p:cTn>
                                        <p:tgtEl>
                                          <p:spTgt spid="87046"/>
                                        </p:tgtEl>
                                        <p:attrNameLst>
                                          <p:attrName>style.visibility</p:attrName>
                                        </p:attrNameLst>
                                      </p:cBhvr>
                                      <p:to>
                                        <p:strVal val="visible"/>
                                      </p:to>
                                    </p:set>
                                    <p:animEffect transition="in" filter="blinds(horizontal)">
                                      <p:cBhvr>
                                        <p:cTn id="10" dur="500"/>
                                        <p:tgtEl>
                                          <p:spTgt spid="87046"/>
                                        </p:tgtEl>
                                      </p:cBhvr>
                                    </p:animEffect>
                                  </p:childTnLst>
                                </p:cTn>
                              </p:par>
                              <p:par>
                                <p:cTn id="11" presetID="3" presetClass="entr" presetSubtype="10" fill="hold" nodeType="withEffect">
                                  <p:stCondLst>
                                    <p:cond delay="0"/>
                                  </p:stCondLst>
                                  <p:childTnLst>
                                    <p:set>
                                      <p:cBhvr>
                                        <p:cTn id="12" dur="1" fill="hold">
                                          <p:stCondLst>
                                            <p:cond delay="0"/>
                                          </p:stCondLst>
                                        </p:cTn>
                                        <p:tgtEl>
                                          <p:spTgt spid="87047"/>
                                        </p:tgtEl>
                                        <p:attrNameLst>
                                          <p:attrName>style.visibility</p:attrName>
                                        </p:attrNameLst>
                                      </p:cBhvr>
                                      <p:to>
                                        <p:strVal val="visible"/>
                                      </p:to>
                                    </p:set>
                                    <p:animEffect transition="in" filter="blinds(horizontal)">
                                      <p:cBhvr>
                                        <p:cTn id="13" dur="500"/>
                                        <p:tgtEl>
                                          <p:spTgt spid="87047"/>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blinds(horizontal)">
                                      <p:cBhvr>
                                        <p:cTn id="1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理想介质中均匀平面波的特点</a:t>
            </a:r>
          </a:p>
        </p:txBody>
      </p:sp>
      <p:sp>
        <p:nvSpPr>
          <p:cNvPr id="4" name="矩形 3"/>
          <p:cNvSpPr/>
          <p:nvPr/>
        </p:nvSpPr>
        <p:spPr>
          <a:xfrm>
            <a:off x="685800" y="1214428"/>
            <a:ext cx="7239000" cy="3539430"/>
          </a:xfrm>
          <a:prstGeom prst="rect">
            <a:avLst/>
          </a:prstGeom>
        </p:spPr>
        <p:txBody>
          <a:bodyPr wrap="square">
            <a:spAutoFit/>
          </a:bodyPr>
          <a:lstStyle/>
          <a:p>
            <a:pPr marL="285750" indent="-285750">
              <a:buClr>
                <a:schemeClr val="tx2">
                  <a:lumMod val="50000"/>
                </a:schemeClr>
              </a:buClr>
              <a:buSzPct val="120000"/>
              <a:buFont typeface="Wingdings" pitchFamily="2" charset="2"/>
              <a:buChar char="Ø"/>
            </a:pPr>
            <a:r>
              <a:rPr lang="zh-CN" altLang="en-US" sz="2800" b="1" dirty="0" smtClean="0">
                <a:solidFill>
                  <a:schemeClr val="bg2">
                    <a:lumMod val="50000"/>
                  </a:schemeClr>
                </a:solidFill>
              </a:rPr>
              <a:t>电场</a:t>
            </a:r>
            <a:r>
              <a:rPr lang="en-US" altLang="zh-CN" sz="2800" b="1" dirty="0">
                <a:solidFill>
                  <a:schemeClr val="bg2">
                    <a:lumMod val="50000"/>
                  </a:schemeClr>
                </a:solidFill>
              </a:rPr>
              <a:t>E</a:t>
            </a:r>
            <a:r>
              <a:rPr lang="zh-CN" altLang="en-US" sz="2800" b="1" dirty="0">
                <a:solidFill>
                  <a:schemeClr val="bg2">
                    <a:lumMod val="50000"/>
                  </a:schemeClr>
                </a:solidFill>
              </a:rPr>
              <a:t>、磁场</a:t>
            </a:r>
            <a:r>
              <a:rPr lang="en-US" altLang="zh-CN" sz="2800" b="1" dirty="0">
                <a:solidFill>
                  <a:schemeClr val="bg2">
                    <a:lumMod val="50000"/>
                  </a:schemeClr>
                </a:solidFill>
              </a:rPr>
              <a:t>H</a:t>
            </a:r>
            <a:r>
              <a:rPr lang="zh-CN" altLang="en-US" sz="2800" b="1" dirty="0">
                <a:solidFill>
                  <a:schemeClr val="bg2">
                    <a:lumMod val="50000"/>
                  </a:schemeClr>
                </a:solidFill>
              </a:rPr>
              <a:t>与传播方向之间相互垂直，是</a:t>
            </a:r>
            <a:r>
              <a:rPr lang="zh-CN" altLang="en-US" sz="2800" b="1" dirty="0">
                <a:solidFill>
                  <a:srgbClr val="C00000"/>
                </a:solidFill>
              </a:rPr>
              <a:t>横电磁波</a:t>
            </a:r>
            <a:r>
              <a:rPr lang="zh-CN" altLang="en-US" sz="2800" b="1" dirty="0">
                <a:solidFill>
                  <a:schemeClr val="bg2">
                    <a:lumMod val="50000"/>
                  </a:schemeClr>
                </a:solidFill>
              </a:rPr>
              <a:t>（</a:t>
            </a:r>
            <a:r>
              <a:rPr lang="en-US" altLang="zh-CN" sz="2800" b="1" dirty="0">
                <a:solidFill>
                  <a:schemeClr val="bg2">
                    <a:lumMod val="50000"/>
                  </a:schemeClr>
                </a:solidFill>
              </a:rPr>
              <a:t>TEM</a:t>
            </a:r>
            <a:r>
              <a:rPr lang="zh-CN" altLang="en-US" sz="2800" b="1" dirty="0" smtClean="0">
                <a:solidFill>
                  <a:schemeClr val="bg2">
                    <a:lumMod val="50000"/>
                  </a:schemeClr>
                </a:solidFill>
              </a:rPr>
              <a:t>）；</a:t>
            </a:r>
            <a:r>
              <a:rPr lang="en-US" altLang="zh-CN" sz="2800" b="1" dirty="0" smtClean="0">
                <a:solidFill>
                  <a:schemeClr val="bg2">
                    <a:lumMod val="50000"/>
                  </a:schemeClr>
                </a:solidFill>
              </a:rPr>
              <a:t>E</a:t>
            </a:r>
            <a:r>
              <a:rPr lang="zh-CN" altLang="en-US" sz="2800" b="1" dirty="0" smtClean="0">
                <a:solidFill>
                  <a:schemeClr val="bg2">
                    <a:lumMod val="50000"/>
                  </a:schemeClr>
                </a:solidFill>
              </a:rPr>
              <a:t>和</a:t>
            </a:r>
            <a:r>
              <a:rPr lang="en-US" altLang="zh-CN" sz="2800" b="1" dirty="0" smtClean="0">
                <a:solidFill>
                  <a:schemeClr val="bg2">
                    <a:lumMod val="50000"/>
                  </a:schemeClr>
                </a:solidFill>
              </a:rPr>
              <a:t>H</a:t>
            </a:r>
            <a:r>
              <a:rPr lang="zh-CN" altLang="en-US" sz="2800" b="1" dirty="0" smtClean="0">
                <a:solidFill>
                  <a:schemeClr val="bg2">
                    <a:lumMod val="50000"/>
                  </a:schemeClr>
                </a:solidFill>
              </a:rPr>
              <a:t>在传播方向上的分量为</a:t>
            </a:r>
            <a:r>
              <a:rPr lang="en-US" altLang="zh-CN" sz="2800" b="1" dirty="0" smtClean="0">
                <a:solidFill>
                  <a:schemeClr val="bg2">
                    <a:lumMod val="50000"/>
                  </a:schemeClr>
                </a:solidFill>
              </a:rPr>
              <a:t>0</a:t>
            </a:r>
            <a:r>
              <a:rPr lang="zh-CN" altLang="en-US" sz="2800" b="1" dirty="0" smtClean="0">
                <a:solidFill>
                  <a:schemeClr val="bg2">
                    <a:lumMod val="50000"/>
                  </a:schemeClr>
                </a:solidFill>
              </a:rPr>
              <a:t>。</a:t>
            </a:r>
            <a:endParaRPr lang="zh-CN" altLang="en-US" sz="2800" b="1" dirty="0">
              <a:solidFill>
                <a:schemeClr val="bg2">
                  <a:lumMod val="50000"/>
                </a:schemeClr>
              </a:solidFill>
            </a:endParaRPr>
          </a:p>
          <a:p>
            <a:pPr marL="285750" indent="-285750">
              <a:buClr>
                <a:schemeClr val="tx2">
                  <a:lumMod val="50000"/>
                </a:schemeClr>
              </a:buClr>
              <a:buSzPct val="120000"/>
              <a:buFont typeface="Wingdings" pitchFamily="2" charset="2"/>
              <a:buChar char="Ø"/>
            </a:pPr>
            <a:r>
              <a:rPr kumimoji="1" lang="zh-CN" altLang="en-US" sz="2800" b="1" dirty="0" smtClean="0">
                <a:solidFill>
                  <a:schemeClr val="bg2">
                    <a:lumMod val="50000"/>
                  </a:schemeClr>
                </a:solidFill>
                <a:latin typeface="Times New Roman" pitchFamily="18" charset="0"/>
              </a:rPr>
              <a:t>电场</a:t>
            </a:r>
            <a:r>
              <a:rPr kumimoji="1" lang="zh-CN" altLang="en-US" sz="2800" b="1" dirty="0">
                <a:solidFill>
                  <a:schemeClr val="bg2">
                    <a:lumMod val="50000"/>
                  </a:schemeClr>
                </a:solidFill>
                <a:latin typeface="Times New Roman" pitchFamily="18" charset="0"/>
              </a:rPr>
              <a:t>和磁场</a:t>
            </a:r>
            <a:r>
              <a:rPr kumimoji="1" lang="zh-CN" altLang="en-US" sz="2800" b="1" dirty="0">
                <a:solidFill>
                  <a:srgbClr val="C00000"/>
                </a:solidFill>
                <a:latin typeface="Times New Roman" pitchFamily="18" charset="0"/>
              </a:rPr>
              <a:t>相位相同</a:t>
            </a:r>
            <a:r>
              <a:rPr kumimoji="1" lang="zh-CN" altLang="en-US" sz="2800" b="1" dirty="0">
                <a:solidFill>
                  <a:schemeClr val="bg2">
                    <a:lumMod val="50000"/>
                  </a:schemeClr>
                </a:solidFill>
                <a:latin typeface="Times New Roman" pitchFamily="18" charset="0"/>
              </a:rPr>
              <a:t>，</a:t>
            </a:r>
            <a:r>
              <a:rPr kumimoji="1" lang="zh-CN" altLang="en-US" sz="2800" b="1" dirty="0">
                <a:solidFill>
                  <a:srgbClr val="C00000"/>
                </a:solidFill>
                <a:latin typeface="Times New Roman" pitchFamily="18" charset="0"/>
              </a:rPr>
              <a:t>振幅不同</a:t>
            </a:r>
            <a:r>
              <a:rPr kumimoji="1" lang="zh-CN" altLang="en-US" sz="2800" b="1" dirty="0">
                <a:solidFill>
                  <a:schemeClr val="bg2">
                    <a:lumMod val="50000"/>
                  </a:schemeClr>
                </a:solidFill>
                <a:latin typeface="Times New Roman" pitchFamily="18" charset="0"/>
              </a:rPr>
              <a:t>，电场振幅比磁场振幅</a:t>
            </a:r>
            <a:r>
              <a:rPr kumimoji="1" lang="zh-CN" altLang="en-US" sz="2800" b="1" dirty="0" smtClean="0">
                <a:solidFill>
                  <a:schemeClr val="bg2">
                    <a:lumMod val="50000"/>
                  </a:schemeClr>
                </a:solidFill>
                <a:latin typeface="Times New Roman" pitchFamily="18" charset="0"/>
              </a:rPr>
              <a:t>大</a:t>
            </a:r>
            <a:r>
              <a:rPr kumimoji="1" lang="el-GR" altLang="zh-CN" sz="2800" b="1" dirty="0" smtClean="0">
                <a:solidFill>
                  <a:schemeClr val="bg2">
                    <a:lumMod val="50000"/>
                  </a:schemeClr>
                </a:solidFill>
                <a:latin typeface="Times New Roman" pitchFamily="18" charset="0"/>
              </a:rPr>
              <a:t>η</a:t>
            </a:r>
            <a:r>
              <a:rPr kumimoji="1" lang="zh-CN" altLang="en-US" sz="2800" b="1" dirty="0" smtClean="0">
                <a:solidFill>
                  <a:schemeClr val="bg2">
                    <a:lumMod val="50000"/>
                  </a:schemeClr>
                </a:solidFill>
                <a:latin typeface="Times New Roman" pitchFamily="18" charset="0"/>
              </a:rPr>
              <a:t>倍</a:t>
            </a:r>
            <a:endParaRPr kumimoji="1" lang="zh-CN" altLang="en-US" sz="2800" b="1" dirty="0">
              <a:solidFill>
                <a:schemeClr val="bg2">
                  <a:lumMod val="50000"/>
                </a:schemeClr>
              </a:solidFill>
              <a:latin typeface="Times New Roman" pitchFamily="18" charset="0"/>
            </a:endParaRPr>
          </a:p>
          <a:p>
            <a:pPr marL="285750" indent="-285750">
              <a:buClr>
                <a:schemeClr val="tx2">
                  <a:lumMod val="50000"/>
                </a:schemeClr>
              </a:buClr>
              <a:buSzPct val="120000"/>
              <a:buFont typeface="Wingdings" pitchFamily="2" charset="2"/>
              <a:buChar char="Ø"/>
            </a:pPr>
            <a:r>
              <a:rPr lang="zh-CN" altLang="en-US" sz="2800" b="1" dirty="0" smtClean="0">
                <a:solidFill>
                  <a:schemeClr val="bg2">
                    <a:lumMod val="50000"/>
                  </a:schemeClr>
                </a:solidFill>
              </a:rPr>
              <a:t>波阻抗</a:t>
            </a:r>
            <a:r>
              <a:rPr lang="zh-CN" altLang="en-US" sz="2800" b="1" dirty="0">
                <a:solidFill>
                  <a:schemeClr val="bg2">
                    <a:lumMod val="50000"/>
                  </a:schemeClr>
                </a:solidFill>
              </a:rPr>
              <a:t>为</a:t>
            </a:r>
            <a:r>
              <a:rPr lang="zh-CN" altLang="en-US" sz="2800" b="1" dirty="0" smtClean="0">
                <a:solidFill>
                  <a:srgbClr val="C00000"/>
                </a:solidFill>
              </a:rPr>
              <a:t>实数</a:t>
            </a:r>
            <a:r>
              <a:rPr lang="zh-CN" altLang="en-US" sz="2800" b="1" dirty="0" smtClean="0">
                <a:solidFill>
                  <a:schemeClr val="bg2">
                    <a:lumMod val="50000"/>
                  </a:schemeClr>
                </a:solidFill>
              </a:rPr>
              <a:t>；</a:t>
            </a:r>
            <a:endParaRPr lang="zh-CN" altLang="en-US" sz="2800" b="1" dirty="0">
              <a:solidFill>
                <a:schemeClr val="bg2">
                  <a:lumMod val="50000"/>
                </a:schemeClr>
              </a:solidFill>
            </a:endParaRPr>
          </a:p>
          <a:p>
            <a:pPr marL="285750" indent="-285750">
              <a:buClr>
                <a:schemeClr val="tx2">
                  <a:lumMod val="50000"/>
                </a:schemeClr>
              </a:buClr>
              <a:buSzPct val="120000"/>
              <a:buFont typeface="Wingdings" pitchFamily="2" charset="2"/>
              <a:buChar char="Ø"/>
            </a:pPr>
            <a:r>
              <a:rPr lang="zh-CN" altLang="en-US" sz="2800" b="1" dirty="0" smtClean="0">
                <a:solidFill>
                  <a:schemeClr val="bg2">
                    <a:lumMod val="50000"/>
                  </a:schemeClr>
                </a:solidFill>
              </a:rPr>
              <a:t>电磁波</a:t>
            </a:r>
            <a:r>
              <a:rPr lang="zh-CN" altLang="en-US" sz="2800" b="1" dirty="0">
                <a:solidFill>
                  <a:schemeClr val="bg2">
                    <a:lumMod val="50000"/>
                  </a:schemeClr>
                </a:solidFill>
              </a:rPr>
              <a:t>的</a:t>
            </a:r>
            <a:r>
              <a:rPr lang="zh-CN" altLang="en-US" sz="2800" b="1" dirty="0">
                <a:solidFill>
                  <a:srgbClr val="C00000"/>
                </a:solidFill>
              </a:rPr>
              <a:t>相速与频率</a:t>
            </a:r>
            <a:r>
              <a:rPr lang="zh-CN" altLang="en-US" sz="2800" b="1" dirty="0">
                <a:solidFill>
                  <a:schemeClr val="bg2">
                    <a:lumMod val="50000"/>
                  </a:schemeClr>
                </a:solidFill>
              </a:rPr>
              <a:t>无关；</a:t>
            </a:r>
          </a:p>
          <a:p>
            <a:pPr marL="285750" indent="-285750">
              <a:buClr>
                <a:schemeClr val="tx2">
                  <a:lumMod val="50000"/>
                </a:schemeClr>
              </a:buClr>
              <a:buSzPct val="120000"/>
              <a:buFont typeface="Wingdings" pitchFamily="2" charset="2"/>
              <a:buChar char="Ø"/>
            </a:pPr>
            <a:r>
              <a:rPr lang="zh-CN" altLang="en-US" sz="2800" b="1" dirty="0" smtClean="0">
                <a:solidFill>
                  <a:schemeClr val="bg2">
                    <a:lumMod val="50000"/>
                  </a:schemeClr>
                </a:solidFill>
              </a:rPr>
              <a:t>电场</a:t>
            </a:r>
            <a:r>
              <a:rPr lang="zh-CN" altLang="en-US" sz="2800" b="1" dirty="0">
                <a:solidFill>
                  <a:schemeClr val="bg2">
                    <a:lumMod val="50000"/>
                  </a:schemeClr>
                </a:solidFill>
              </a:rPr>
              <a:t>能量密度等于磁场能量密度</a:t>
            </a:r>
            <a:r>
              <a:rPr lang="zh-CN" altLang="en-US" sz="2800" b="1" dirty="0" smtClean="0">
                <a:solidFill>
                  <a:schemeClr val="bg2">
                    <a:lumMod val="50000"/>
                  </a:schemeClr>
                </a:solidFill>
              </a:rPr>
              <a:t>；</a:t>
            </a:r>
            <a:endParaRPr lang="zh-CN" altLang="en-US" sz="2800" b="1" dirty="0">
              <a:solidFill>
                <a:schemeClr val="bg2">
                  <a:lumMod val="50000"/>
                </a:schemeClr>
              </a:solidFill>
            </a:endParaRPr>
          </a:p>
        </p:txBody>
      </p:sp>
    </p:spTree>
    <p:extLst>
      <p:ext uri="{BB962C8B-B14F-4D97-AF65-F5344CB8AC3E}">
        <p14:creationId xmlns:p14="http://schemas.microsoft.com/office/powerpoint/2010/main" val="26672569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descr="Rectangle: Click to edit Master text styles&#10;Second level&#10;Third level&#10;Fourth level&#10;Fifth level"/>
          <p:cNvSpPr>
            <a:spLocks noGrp="1" noChangeArrowheads="1"/>
          </p:cNvSpPr>
          <p:nvPr>
            <p:ph type="body" idx="1"/>
          </p:nvPr>
        </p:nvSpPr>
        <p:spPr>
          <a:xfrm>
            <a:off x="395536" y="411510"/>
            <a:ext cx="8568952" cy="3600450"/>
          </a:xfrm>
        </p:spPr>
        <p:txBody>
          <a:bodyPr/>
          <a:lstStyle/>
          <a:p>
            <a:pPr eaLnBrk="1" hangingPunct="1"/>
            <a:r>
              <a:rPr lang="en-US" altLang="zh-CN" dirty="0" smtClean="0">
                <a:latin typeface="宋体" pitchFamily="2" charset="-122"/>
              </a:rPr>
              <a:t>    </a:t>
            </a:r>
            <a:r>
              <a:rPr lang="zh-CN" altLang="en-US" dirty="0" smtClean="0">
                <a:latin typeface="宋体" pitchFamily="2" charset="-122"/>
              </a:rPr>
              <a:t>例</a:t>
            </a:r>
            <a:r>
              <a:rPr lang="en-US" altLang="zh-CN" dirty="0" smtClean="0">
                <a:latin typeface="宋体" pitchFamily="2" charset="-122"/>
              </a:rPr>
              <a:t>4.1  </a:t>
            </a:r>
            <a:r>
              <a:rPr lang="zh-CN" altLang="en-US" dirty="0" smtClean="0">
                <a:latin typeface="宋体" pitchFamily="2" charset="-122"/>
              </a:rPr>
              <a:t>已知无界理想</a:t>
            </a:r>
            <a:r>
              <a:rPr lang="zh-CN" altLang="en-US" dirty="0">
                <a:latin typeface="宋体" pitchFamily="2" charset="-122"/>
              </a:rPr>
              <a:t>介质</a:t>
            </a:r>
            <a:r>
              <a:rPr lang="zh-CN" altLang="en-US" dirty="0" smtClean="0">
                <a:latin typeface="宋体" pitchFamily="2" charset="-122"/>
              </a:rPr>
              <a:t>中（      ，</a:t>
            </a:r>
            <a:endParaRPr lang="en-US" altLang="zh-CN" dirty="0" smtClean="0">
              <a:latin typeface="宋体" pitchFamily="2" charset="-122"/>
            </a:endParaRPr>
          </a:p>
          <a:p>
            <a:pPr eaLnBrk="1" hangingPunct="1"/>
            <a:r>
              <a:rPr lang="zh-CN" altLang="en-US" dirty="0" smtClean="0">
                <a:latin typeface="宋体" pitchFamily="2" charset="-122"/>
              </a:rPr>
              <a:t>           ）正弦平面波向</a:t>
            </a:r>
            <a:r>
              <a:rPr lang="en-US" altLang="zh-CN" dirty="0" smtClean="0">
                <a:latin typeface="宋体" pitchFamily="2" charset="-122"/>
              </a:rPr>
              <a:t>z</a:t>
            </a:r>
            <a:r>
              <a:rPr lang="zh-CN" altLang="en-US" dirty="0" smtClean="0">
                <a:latin typeface="宋体" pitchFamily="2" charset="-122"/>
              </a:rPr>
              <a:t>方向传播，频率        </a:t>
            </a:r>
            <a:endParaRPr lang="en-US" altLang="zh-CN" dirty="0" smtClean="0">
              <a:latin typeface="宋体" pitchFamily="2" charset="-122"/>
            </a:endParaRPr>
          </a:p>
          <a:p>
            <a:pPr eaLnBrk="1" hangingPunct="1"/>
            <a:r>
              <a:rPr lang="en-US" altLang="zh-CN" dirty="0">
                <a:latin typeface="宋体" pitchFamily="2" charset="-122"/>
              </a:rPr>
              <a:t> </a:t>
            </a:r>
            <a:r>
              <a:rPr lang="en-US" altLang="zh-CN" dirty="0" smtClean="0">
                <a:latin typeface="宋体" pitchFamily="2" charset="-122"/>
              </a:rPr>
              <a:t>   Hz</a:t>
            </a:r>
            <a:r>
              <a:rPr lang="zh-CN" altLang="en-US" dirty="0" smtClean="0">
                <a:latin typeface="宋体" pitchFamily="2" charset="-122"/>
              </a:rPr>
              <a:t>，电场强度为           </a:t>
            </a:r>
            <a:r>
              <a:rPr lang="en-US" altLang="zh-CN" dirty="0" smtClean="0">
                <a:latin typeface="宋体" pitchFamily="2" charset="-122"/>
              </a:rPr>
              <a:t>,</a:t>
            </a:r>
            <a:r>
              <a:rPr lang="zh-CN" altLang="en-US" dirty="0" smtClean="0">
                <a:latin typeface="宋体" pitchFamily="2" charset="-122"/>
              </a:rPr>
              <a:t>求：</a:t>
            </a:r>
          </a:p>
          <a:p>
            <a:pPr eaLnBrk="1" hangingPunct="1"/>
            <a:r>
              <a:rPr lang="zh-CN" altLang="en-US" dirty="0" smtClean="0">
                <a:latin typeface="宋体" pitchFamily="2" charset="-122"/>
              </a:rPr>
              <a:t>   （</a:t>
            </a:r>
            <a:r>
              <a:rPr lang="en-US" altLang="zh-CN" dirty="0" smtClean="0">
                <a:latin typeface="宋体" pitchFamily="2" charset="-122"/>
              </a:rPr>
              <a:t>1</a:t>
            </a:r>
            <a:r>
              <a:rPr lang="zh-CN" altLang="en-US" dirty="0" smtClean="0">
                <a:latin typeface="宋体" pitchFamily="2" charset="-122"/>
              </a:rPr>
              <a:t>）平面波的相速度  、波长  、相位常数  、波阻抗  ；</a:t>
            </a:r>
          </a:p>
          <a:p>
            <a:pPr eaLnBrk="1" hangingPunct="1"/>
            <a:r>
              <a:rPr lang="zh-CN" altLang="en-US" dirty="0" smtClean="0">
                <a:latin typeface="宋体" pitchFamily="2" charset="-122"/>
              </a:rPr>
              <a:t>   （</a:t>
            </a:r>
            <a:r>
              <a:rPr lang="en-US" altLang="zh-CN" dirty="0" smtClean="0">
                <a:latin typeface="宋体" pitchFamily="2" charset="-122"/>
              </a:rPr>
              <a:t>2</a:t>
            </a:r>
            <a:r>
              <a:rPr lang="zh-CN" altLang="en-US" dirty="0" smtClean="0">
                <a:latin typeface="宋体" pitchFamily="2" charset="-122"/>
              </a:rPr>
              <a:t>）写出电场</a:t>
            </a:r>
            <a:r>
              <a:rPr lang="en-US" altLang="zh-CN" i="1" dirty="0" smtClean="0">
                <a:latin typeface="宋体" pitchFamily="2" charset="-122"/>
              </a:rPr>
              <a:t>E</a:t>
            </a:r>
            <a:r>
              <a:rPr lang="zh-CN" altLang="en-US" dirty="0" smtClean="0">
                <a:latin typeface="宋体" pitchFamily="2" charset="-122"/>
              </a:rPr>
              <a:t>和磁场</a:t>
            </a:r>
            <a:r>
              <a:rPr lang="en-US" altLang="zh-CN" i="1" dirty="0" smtClean="0">
                <a:latin typeface="宋体" pitchFamily="2" charset="-122"/>
              </a:rPr>
              <a:t>H </a:t>
            </a:r>
            <a:r>
              <a:rPr lang="zh-CN" altLang="en-US" dirty="0" smtClean="0">
                <a:latin typeface="宋体" pitchFamily="2" charset="-122"/>
              </a:rPr>
              <a:t>的瞬时表达式；</a:t>
            </a:r>
          </a:p>
          <a:p>
            <a:pPr eaLnBrk="1" hangingPunct="1"/>
            <a:r>
              <a:rPr lang="zh-CN" altLang="en-US" dirty="0" smtClean="0">
                <a:latin typeface="宋体" pitchFamily="2" charset="-122"/>
              </a:rPr>
              <a:t>   （</a:t>
            </a:r>
            <a:r>
              <a:rPr lang="en-US" altLang="zh-CN" dirty="0" smtClean="0">
                <a:latin typeface="宋体" pitchFamily="2" charset="-122"/>
              </a:rPr>
              <a:t>3</a:t>
            </a:r>
            <a:r>
              <a:rPr lang="zh-CN" altLang="en-US" dirty="0" smtClean="0">
                <a:latin typeface="宋体" pitchFamily="2" charset="-122"/>
              </a:rPr>
              <a:t>）求坡印廷矢量的平均值。</a:t>
            </a:r>
            <a:r>
              <a:rPr lang="zh-CN" altLang="en-US" dirty="0" smtClean="0"/>
              <a:t>	</a:t>
            </a:r>
          </a:p>
        </p:txBody>
      </p:sp>
      <p:sp>
        <p:nvSpPr>
          <p:cNvPr id="15364" name="Rectangle 5"/>
          <p:cNvSpPr>
            <a:spLocks noChangeArrowheads="1"/>
          </p:cNvSpPr>
          <p:nvPr/>
        </p:nvSpPr>
        <p:spPr bwMode="auto">
          <a:xfrm>
            <a:off x="0" y="23013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15365" name="Object 4"/>
          <p:cNvGraphicFramePr>
            <a:graphicFrameLocks noChangeAspect="1"/>
          </p:cNvGraphicFramePr>
          <p:nvPr>
            <p:extLst/>
          </p:nvPr>
        </p:nvGraphicFramePr>
        <p:xfrm>
          <a:off x="467544" y="1086817"/>
          <a:ext cx="2479466" cy="476821"/>
        </p:xfrm>
        <a:graphic>
          <a:graphicData uri="http://schemas.openxmlformats.org/presentationml/2006/ole">
            <mc:AlternateContent xmlns:mc="http://schemas.openxmlformats.org/markup-compatibility/2006">
              <mc:Choice xmlns:v="urn:schemas-microsoft-com:vml" Requires="v">
                <p:oleObj spid="_x0000_s288794" name="公式" r:id="rId3" imgW="888840" imgH="228600" progId="Equation.3">
                  <p:embed/>
                </p:oleObj>
              </mc:Choice>
              <mc:Fallback>
                <p:oleObj name="公式" r:id="rId3" imgW="888840" imgH="228600" progId="Equation.3">
                  <p:embed/>
                  <p:pic>
                    <p:nvPicPr>
                      <p:cNvPr id="15365" name="Object 4"/>
                      <p:cNvPicPr>
                        <a:picLocks noChangeAspect="1" noChangeArrowheads="1"/>
                      </p:cNvPicPr>
                      <p:nvPr/>
                    </p:nvPicPr>
                    <p:blipFill>
                      <a:blip r:embed="rId4"/>
                      <a:srcRect/>
                      <a:stretch>
                        <a:fillRect/>
                      </a:stretch>
                    </p:blipFill>
                    <p:spPr bwMode="auto">
                      <a:xfrm>
                        <a:off x="467544" y="1086817"/>
                        <a:ext cx="2479466" cy="476821"/>
                      </a:xfrm>
                      <a:prstGeom prst="rect">
                        <a:avLst/>
                      </a:prstGeom>
                      <a:noFill/>
                      <a:extLst/>
                    </p:spPr>
                  </p:pic>
                </p:oleObj>
              </mc:Fallback>
            </mc:AlternateContent>
          </a:graphicData>
        </a:graphic>
      </p:graphicFrame>
      <p:sp>
        <p:nvSpPr>
          <p:cNvPr id="15366" name="Rectangle 7"/>
          <p:cNvSpPr>
            <a:spLocks noChangeArrowheads="1"/>
          </p:cNvSpPr>
          <p:nvPr/>
        </p:nvSpPr>
        <p:spPr bwMode="auto">
          <a:xfrm>
            <a:off x="0" y="23013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15367" name="Object 6"/>
          <p:cNvGraphicFramePr>
            <a:graphicFrameLocks noChangeAspect="1"/>
          </p:cNvGraphicFramePr>
          <p:nvPr>
            <p:extLst/>
          </p:nvPr>
        </p:nvGraphicFramePr>
        <p:xfrm>
          <a:off x="251520" y="1761255"/>
          <a:ext cx="990600" cy="336947"/>
        </p:xfrm>
        <a:graphic>
          <a:graphicData uri="http://schemas.openxmlformats.org/presentationml/2006/ole">
            <mc:AlternateContent xmlns:mc="http://schemas.openxmlformats.org/markup-compatibility/2006">
              <mc:Choice xmlns:v="urn:schemas-microsoft-com:vml" Requires="v">
                <p:oleObj spid="_x0000_s288795" name="公式" r:id="rId5" imgW="508000" imgH="228600" progId="Equation.3">
                  <p:embed/>
                </p:oleObj>
              </mc:Choice>
              <mc:Fallback>
                <p:oleObj name="公式" r:id="rId5" imgW="508000" imgH="228600" progId="Equation.3">
                  <p:embed/>
                  <p:pic>
                    <p:nvPicPr>
                      <p:cNvPr id="1536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520" y="1761255"/>
                        <a:ext cx="990600" cy="3369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8" name="Rectangle 9"/>
          <p:cNvSpPr>
            <a:spLocks noChangeArrowheads="1"/>
          </p:cNvSpPr>
          <p:nvPr/>
        </p:nvSpPr>
        <p:spPr bwMode="auto">
          <a:xfrm>
            <a:off x="0" y="225492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15369" name="Object 8"/>
          <p:cNvGraphicFramePr>
            <a:graphicFrameLocks noChangeAspect="1"/>
          </p:cNvGraphicFramePr>
          <p:nvPr>
            <p:extLst/>
          </p:nvPr>
        </p:nvGraphicFramePr>
        <p:xfrm>
          <a:off x="4211960" y="1684883"/>
          <a:ext cx="1752600" cy="454819"/>
        </p:xfrm>
        <a:graphic>
          <a:graphicData uri="http://schemas.openxmlformats.org/presentationml/2006/ole">
            <mc:AlternateContent xmlns:mc="http://schemas.openxmlformats.org/markup-compatibility/2006">
              <mc:Choice xmlns:v="urn:schemas-microsoft-com:vml" Requires="v">
                <p:oleObj spid="_x0000_s288796" name="公式" r:id="rId7" imgW="1015559" imgH="355446" progId="Equation.3">
                  <p:embed/>
                </p:oleObj>
              </mc:Choice>
              <mc:Fallback>
                <p:oleObj name="公式" r:id="rId7" imgW="1015559" imgH="355446" progId="Equation.3">
                  <p:embed/>
                  <p:pic>
                    <p:nvPicPr>
                      <p:cNvPr id="15369"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1960" y="1684883"/>
                        <a:ext cx="1752600" cy="4548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0" name="Rectangle 10"/>
          <p:cNvSpPr>
            <a:spLocks noChangeArrowheads="1"/>
          </p:cNvSpPr>
          <p:nvPr/>
        </p:nvSpPr>
        <p:spPr bwMode="auto">
          <a:xfrm>
            <a:off x="5799353" y="1770370"/>
            <a:ext cx="7168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en-US" altLang="zh-CN" b="1" dirty="0"/>
              <a:t> </a:t>
            </a:r>
            <a:r>
              <a:rPr lang="en-US" altLang="zh-CN" b="1" dirty="0">
                <a:solidFill>
                  <a:srgbClr val="000000"/>
                </a:solidFill>
                <a:latin typeface="宋体" pitchFamily="2" charset="-122"/>
              </a:rPr>
              <a:t>v/m </a:t>
            </a:r>
          </a:p>
        </p:txBody>
      </p:sp>
      <p:sp>
        <p:nvSpPr>
          <p:cNvPr id="15371" name="Rectangle 12"/>
          <p:cNvSpPr>
            <a:spLocks noChangeArrowheads="1"/>
          </p:cNvSpPr>
          <p:nvPr/>
        </p:nvSpPr>
        <p:spPr bwMode="auto">
          <a:xfrm>
            <a:off x="0" y="229778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15372" name="Object 11"/>
          <p:cNvGraphicFramePr>
            <a:graphicFrameLocks noChangeAspect="1"/>
          </p:cNvGraphicFramePr>
          <p:nvPr>
            <p:extLst/>
          </p:nvPr>
        </p:nvGraphicFramePr>
        <p:xfrm>
          <a:off x="5076056" y="2268711"/>
          <a:ext cx="379413" cy="375047"/>
        </p:xfrm>
        <a:graphic>
          <a:graphicData uri="http://schemas.openxmlformats.org/presentationml/2006/ole">
            <mc:AlternateContent xmlns:mc="http://schemas.openxmlformats.org/markup-compatibility/2006">
              <mc:Choice xmlns:v="urn:schemas-microsoft-com:vml" Requires="v">
                <p:oleObj spid="_x0000_s288797" name="公式" r:id="rId9" imgW="177646" imgH="241091" progId="Equation.3">
                  <p:embed/>
                </p:oleObj>
              </mc:Choice>
              <mc:Fallback>
                <p:oleObj name="公式" r:id="rId9" imgW="177646" imgH="241091" progId="Equation.3">
                  <p:embed/>
                  <p:pic>
                    <p:nvPicPr>
                      <p:cNvPr id="15372"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76056" y="2268711"/>
                        <a:ext cx="379413" cy="3750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3" name="Rectangle 14"/>
          <p:cNvSpPr>
            <a:spLocks noChangeArrowheads="1"/>
          </p:cNvSpPr>
          <p:nvPr/>
        </p:nvSpPr>
        <p:spPr bwMode="auto">
          <a:xfrm>
            <a:off x="0" y="23192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15374" name="Object 13"/>
          <p:cNvGraphicFramePr>
            <a:graphicFrameLocks noChangeAspect="1"/>
          </p:cNvGraphicFramePr>
          <p:nvPr>
            <p:extLst/>
          </p:nvPr>
        </p:nvGraphicFramePr>
        <p:xfrm>
          <a:off x="6660232" y="2347292"/>
          <a:ext cx="312738" cy="296466"/>
        </p:xfrm>
        <a:graphic>
          <a:graphicData uri="http://schemas.openxmlformats.org/presentationml/2006/ole">
            <mc:AlternateContent xmlns:mc="http://schemas.openxmlformats.org/markup-compatibility/2006">
              <mc:Choice xmlns:v="urn:schemas-microsoft-com:vml" Requires="v">
                <p:oleObj spid="_x0000_s288798" name="公式" r:id="rId11" imgW="139579" imgH="177646" progId="Equation.3">
                  <p:embed/>
                </p:oleObj>
              </mc:Choice>
              <mc:Fallback>
                <p:oleObj name="公式" r:id="rId11" imgW="139579" imgH="177646" progId="Equation.3">
                  <p:embed/>
                  <p:pic>
                    <p:nvPicPr>
                      <p:cNvPr id="15374"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60232" y="2347292"/>
                        <a:ext cx="312738" cy="2964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5" name="Rectangle 16"/>
          <p:cNvSpPr>
            <a:spLocks noChangeArrowheads="1"/>
          </p:cNvSpPr>
          <p:nvPr/>
        </p:nvSpPr>
        <p:spPr bwMode="auto">
          <a:xfrm>
            <a:off x="0" y="23192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15376" name="Object 15"/>
          <p:cNvGraphicFramePr>
            <a:graphicFrameLocks noChangeAspect="1"/>
          </p:cNvGraphicFramePr>
          <p:nvPr>
            <p:extLst/>
          </p:nvPr>
        </p:nvGraphicFramePr>
        <p:xfrm>
          <a:off x="937369" y="2794198"/>
          <a:ext cx="322263" cy="353616"/>
        </p:xfrm>
        <a:graphic>
          <a:graphicData uri="http://schemas.openxmlformats.org/presentationml/2006/ole">
            <mc:AlternateContent xmlns:mc="http://schemas.openxmlformats.org/markup-compatibility/2006">
              <mc:Choice xmlns:v="urn:schemas-microsoft-com:vml" Requires="v">
                <p:oleObj spid="_x0000_s288799" name="公式" r:id="rId13" imgW="126725" imgH="177415" progId="Equation.3">
                  <p:embed/>
                </p:oleObj>
              </mc:Choice>
              <mc:Fallback>
                <p:oleObj name="公式" r:id="rId13" imgW="126725" imgH="177415" progId="Equation.3">
                  <p:embed/>
                  <p:pic>
                    <p:nvPicPr>
                      <p:cNvPr id="15376"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37369" y="2794198"/>
                        <a:ext cx="322263" cy="3536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7" name="Rectangle 18"/>
          <p:cNvSpPr>
            <a:spLocks noChangeArrowheads="1"/>
          </p:cNvSpPr>
          <p:nvPr/>
        </p:nvSpPr>
        <p:spPr bwMode="auto">
          <a:xfrm>
            <a:off x="0" y="232636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15378" name="Object 17"/>
          <p:cNvGraphicFramePr>
            <a:graphicFrameLocks noChangeAspect="1"/>
          </p:cNvGraphicFramePr>
          <p:nvPr>
            <p:extLst/>
          </p:nvPr>
        </p:nvGraphicFramePr>
        <p:xfrm>
          <a:off x="2987824" y="2858492"/>
          <a:ext cx="295275" cy="289322"/>
        </p:xfrm>
        <a:graphic>
          <a:graphicData uri="http://schemas.openxmlformats.org/presentationml/2006/ole">
            <mc:AlternateContent xmlns:mc="http://schemas.openxmlformats.org/markup-compatibility/2006">
              <mc:Choice xmlns:v="urn:schemas-microsoft-com:vml" Requires="v">
                <p:oleObj spid="_x0000_s288800" name="公式" r:id="rId15" imgW="126780" imgH="164814" progId="Equation.3">
                  <p:embed/>
                </p:oleObj>
              </mc:Choice>
              <mc:Fallback>
                <p:oleObj name="公式" r:id="rId15" imgW="126780" imgH="164814" progId="Equation.3">
                  <p:embed/>
                  <p:pic>
                    <p:nvPicPr>
                      <p:cNvPr id="15378"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87824" y="2858492"/>
                        <a:ext cx="295275" cy="2893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nvPr>
        </p:nvGraphicFramePr>
        <p:xfrm>
          <a:off x="6804248" y="411510"/>
          <a:ext cx="1271065" cy="618356"/>
        </p:xfrm>
        <a:graphic>
          <a:graphicData uri="http://schemas.openxmlformats.org/presentationml/2006/ole">
            <mc:AlternateContent xmlns:mc="http://schemas.openxmlformats.org/markup-compatibility/2006">
              <mc:Choice xmlns:v="urn:schemas-microsoft-com:vml" Requires="v">
                <p:oleObj spid="_x0000_s288801" name="公式" r:id="rId17" imgW="469800" imgH="228600" progId="Equation.3">
                  <p:embed/>
                </p:oleObj>
              </mc:Choice>
              <mc:Fallback>
                <p:oleObj name="公式" r:id="rId17" imgW="469800" imgH="228600" progId="Equation.3">
                  <p:embed/>
                  <p:pic>
                    <p:nvPicPr>
                      <p:cNvPr id="4" name="对象 3"/>
                      <p:cNvPicPr/>
                      <p:nvPr/>
                    </p:nvPicPr>
                    <p:blipFill>
                      <a:blip r:embed="rId18"/>
                      <a:stretch>
                        <a:fillRect/>
                      </a:stretch>
                    </p:blipFill>
                    <p:spPr>
                      <a:xfrm>
                        <a:off x="6804248" y="411510"/>
                        <a:ext cx="1271065" cy="618356"/>
                      </a:xfrm>
                      <a:prstGeom prst="rect">
                        <a:avLst/>
                      </a:prstGeom>
                    </p:spPr>
                  </p:pic>
                </p:oleObj>
              </mc:Fallback>
            </mc:AlternateContent>
          </a:graphicData>
        </a:graphic>
      </p:graphicFrame>
    </p:spTree>
    <p:extLst>
      <p:ext uri="{BB962C8B-B14F-4D97-AF65-F5344CB8AC3E}">
        <p14:creationId xmlns:p14="http://schemas.microsoft.com/office/powerpoint/2010/main" val="4593663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descr="Rectangle: Click to edit Master text styles&#10;Second level&#10;Third level&#10;Fourth level&#10;Fifth level"/>
          <p:cNvSpPr txBox="1">
            <a:spLocks noChangeArrowheads="1"/>
          </p:cNvSpPr>
          <p:nvPr/>
        </p:nvSpPr>
        <p:spPr bwMode="auto">
          <a:xfrm>
            <a:off x="183976" y="411510"/>
            <a:ext cx="7772400"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smtClean="0">
                <a:latin typeface="宋体" pitchFamily="2" charset="-122"/>
              </a:rPr>
              <a:t>    </a:t>
            </a:r>
            <a:r>
              <a:rPr lang="zh-CN" altLang="en-US" dirty="0" smtClean="0">
                <a:latin typeface="宋体" pitchFamily="2" charset="-122"/>
              </a:rPr>
              <a:t>例</a:t>
            </a:r>
            <a:r>
              <a:rPr lang="en-US" altLang="zh-CN" dirty="0" smtClean="0">
                <a:latin typeface="宋体" pitchFamily="2" charset="-122"/>
              </a:rPr>
              <a:t>4.2 </a:t>
            </a:r>
            <a:r>
              <a:rPr lang="zh-CN" altLang="en-US" dirty="0" smtClean="0">
                <a:latin typeface="宋体" pitchFamily="2" charset="-122"/>
              </a:rPr>
              <a:t>已知真空中传播的均匀平面波的磁场强度为</a:t>
            </a:r>
            <a:endParaRPr lang="en-US" altLang="zh-CN" dirty="0" smtClean="0">
              <a:latin typeface="宋体" pitchFamily="2" charset="-122"/>
            </a:endParaRPr>
          </a:p>
          <a:p>
            <a:pPr eaLnBrk="1" hangingPunct="1"/>
            <a:endParaRPr lang="en-US" altLang="zh-CN" dirty="0" smtClean="0">
              <a:latin typeface="宋体" pitchFamily="2" charset="-122"/>
            </a:endParaRPr>
          </a:p>
          <a:p>
            <a:pPr eaLnBrk="1" hangingPunct="1"/>
            <a:r>
              <a:rPr lang="zh-CN" altLang="en-US" dirty="0" smtClean="0">
                <a:latin typeface="宋体" pitchFamily="2" charset="-122"/>
              </a:rPr>
              <a:t>求：</a:t>
            </a:r>
            <a:endParaRPr lang="en-US" altLang="zh-CN" dirty="0" smtClean="0">
              <a:latin typeface="宋体" pitchFamily="2" charset="-122"/>
            </a:endParaRPr>
          </a:p>
          <a:p>
            <a:pPr eaLnBrk="1" hangingPunct="1"/>
            <a:r>
              <a:rPr lang="en-US" altLang="zh-CN" dirty="0" smtClean="0">
                <a:latin typeface="宋体" pitchFamily="2" charset="-122"/>
              </a:rPr>
              <a:t>1</a:t>
            </a:r>
            <a:r>
              <a:rPr lang="zh-CN" altLang="en-US" dirty="0" smtClean="0">
                <a:latin typeface="宋体" pitchFamily="2" charset="-122"/>
              </a:rPr>
              <a:t>）波的传播方向；</a:t>
            </a:r>
            <a:endParaRPr lang="en-US" altLang="zh-CN" dirty="0" smtClean="0">
              <a:latin typeface="宋体" pitchFamily="2" charset="-122"/>
            </a:endParaRPr>
          </a:p>
          <a:p>
            <a:pPr eaLnBrk="1" hangingPunct="1"/>
            <a:r>
              <a:rPr lang="en-US" altLang="zh-CN" dirty="0" smtClean="0">
                <a:latin typeface="宋体" pitchFamily="2" charset="-122"/>
              </a:rPr>
              <a:t>2</a:t>
            </a:r>
            <a:r>
              <a:rPr lang="zh-CN" altLang="en-US" dirty="0" smtClean="0">
                <a:latin typeface="宋体" pitchFamily="2" charset="-122"/>
              </a:rPr>
              <a:t>）电场矢量</a:t>
            </a:r>
            <a:r>
              <a:rPr lang="en-US" altLang="zh-CN" i="1" dirty="0" smtClean="0">
                <a:latin typeface="宋体" pitchFamily="2" charset="-122"/>
              </a:rPr>
              <a:t>E</a:t>
            </a:r>
            <a:r>
              <a:rPr lang="zh-CN" altLang="en-US" dirty="0" smtClean="0">
                <a:latin typeface="宋体" pitchFamily="2" charset="-122"/>
              </a:rPr>
              <a:t>（</a:t>
            </a:r>
            <a:r>
              <a:rPr lang="en-US" altLang="zh-CN" i="1" dirty="0" smtClean="0">
                <a:latin typeface="宋体" pitchFamily="2" charset="-122"/>
              </a:rPr>
              <a:t>r</a:t>
            </a:r>
            <a:r>
              <a:rPr lang="zh-CN" altLang="en-US" i="1" dirty="0" smtClean="0">
                <a:latin typeface="宋体" pitchFamily="2" charset="-122"/>
              </a:rPr>
              <a:t>，</a:t>
            </a:r>
            <a:r>
              <a:rPr lang="en-US" altLang="zh-CN" i="1" dirty="0" smtClean="0">
                <a:latin typeface="宋体" pitchFamily="2" charset="-122"/>
              </a:rPr>
              <a:t>t</a:t>
            </a:r>
            <a:r>
              <a:rPr lang="zh-CN" altLang="en-US" dirty="0" smtClean="0">
                <a:latin typeface="宋体" pitchFamily="2" charset="-122"/>
              </a:rPr>
              <a:t>）。</a:t>
            </a:r>
          </a:p>
        </p:txBody>
      </p:sp>
      <p:graphicFrame>
        <p:nvGraphicFramePr>
          <p:cNvPr id="6" name="对象 5"/>
          <p:cNvGraphicFramePr>
            <a:graphicFrameLocks noChangeAspect="1"/>
          </p:cNvGraphicFramePr>
          <p:nvPr>
            <p:extLst/>
          </p:nvPr>
        </p:nvGraphicFramePr>
        <p:xfrm>
          <a:off x="467544" y="1563638"/>
          <a:ext cx="7704856" cy="576064"/>
        </p:xfrm>
        <a:graphic>
          <a:graphicData uri="http://schemas.openxmlformats.org/presentationml/2006/ole">
            <mc:AlternateContent xmlns:mc="http://schemas.openxmlformats.org/markup-compatibility/2006">
              <mc:Choice xmlns:v="urn:schemas-microsoft-com:vml" Requires="v">
                <p:oleObj spid="_x0000_s293893" name="公式" r:id="rId3" imgW="3213000" imgH="241200" progId="Equation.3">
                  <p:embed/>
                </p:oleObj>
              </mc:Choice>
              <mc:Fallback>
                <p:oleObj name="公式" r:id="rId3" imgW="3213000" imgH="241200" progId="Equation.3">
                  <p:embed/>
                  <p:pic>
                    <p:nvPicPr>
                      <p:cNvPr id="6" name="对象 5"/>
                      <p:cNvPicPr>
                        <a:picLocks noChangeAspect="1" noChangeArrowheads="1"/>
                      </p:cNvPicPr>
                      <p:nvPr/>
                    </p:nvPicPr>
                    <p:blipFill>
                      <a:blip r:embed="rId4"/>
                      <a:srcRect/>
                      <a:stretch>
                        <a:fillRect/>
                      </a:stretch>
                    </p:blipFill>
                    <p:spPr bwMode="auto">
                      <a:xfrm>
                        <a:off x="467544" y="1563638"/>
                        <a:ext cx="7704856" cy="57606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7745560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defRPr/>
            </a:pPr>
            <a:r>
              <a:rPr lang="en-US" altLang="zh-CN" dirty="0" smtClean="0"/>
              <a:t>4.2  </a:t>
            </a:r>
            <a:r>
              <a:rPr lang="zh-CN" altLang="en-US" dirty="0" smtClean="0"/>
              <a:t>波的极化</a:t>
            </a:r>
          </a:p>
        </p:txBody>
      </p:sp>
      <p:sp>
        <p:nvSpPr>
          <p:cNvPr id="20483" name="Rectangle 3" descr="Rectangle: Click to edit Master text styles&#10;Second level&#10;Third level&#10;Fourth level&#10;Fifth level"/>
          <p:cNvSpPr>
            <a:spLocks noGrp="1" noChangeArrowheads="1"/>
          </p:cNvSpPr>
          <p:nvPr>
            <p:ph type="body" idx="1"/>
          </p:nvPr>
        </p:nvSpPr>
        <p:spPr>
          <a:xfrm>
            <a:off x="609600" y="1543050"/>
            <a:ext cx="8210872" cy="3086100"/>
          </a:xfrm>
        </p:spPr>
        <p:txBody>
          <a:bodyPr/>
          <a:lstStyle/>
          <a:p>
            <a:pPr eaLnBrk="1" hangingPunct="1">
              <a:lnSpc>
                <a:spcPct val="150000"/>
              </a:lnSpc>
            </a:pPr>
            <a:r>
              <a:rPr lang="en-US" altLang="zh-CN" dirty="0" smtClean="0">
                <a:latin typeface="宋体" pitchFamily="2" charset="-122"/>
              </a:rPr>
              <a:t>    </a:t>
            </a:r>
            <a:r>
              <a:rPr lang="zh-CN" altLang="en-US" dirty="0" smtClean="0">
                <a:solidFill>
                  <a:srgbClr val="C00000"/>
                </a:solidFill>
                <a:latin typeface="宋体" pitchFamily="2" charset="-122"/>
              </a:rPr>
              <a:t>波的极化</a:t>
            </a:r>
            <a:r>
              <a:rPr lang="zh-CN" altLang="en-US" dirty="0" smtClean="0">
                <a:latin typeface="宋体" pitchFamily="2" charset="-122"/>
              </a:rPr>
              <a:t>是指在 空间</a:t>
            </a:r>
            <a:r>
              <a:rPr lang="zh-CN" altLang="en-US" dirty="0">
                <a:latin typeface="宋体" pitchFamily="2" charset="-122"/>
              </a:rPr>
              <a:t>任一固定</a:t>
            </a:r>
            <a:r>
              <a:rPr lang="zh-CN" altLang="en-US" dirty="0" smtClean="0">
                <a:latin typeface="宋体" pitchFamily="2" charset="-122"/>
              </a:rPr>
              <a:t>点 上波的   场矢量空间取向随时间变化的方式，用</a:t>
            </a:r>
            <a:r>
              <a:rPr lang="en-US" altLang="zh-CN" i="1" dirty="0" smtClean="0">
                <a:latin typeface="宋体" pitchFamily="2" charset="-122"/>
              </a:rPr>
              <a:t>E </a:t>
            </a:r>
            <a:r>
              <a:rPr lang="zh-CN" altLang="en-US" dirty="0" smtClean="0">
                <a:latin typeface="宋体" pitchFamily="2" charset="-122"/>
              </a:rPr>
              <a:t>的矢端轨迹来描述。 </a:t>
            </a:r>
          </a:p>
        </p:txBody>
      </p:sp>
      <p:sp>
        <p:nvSpPr>
          <p:cNvPr id="3" name="矩形 2"/>
          <p:cNvSpPr/>
          <p:nvPr/>
        </p:nvSpPr>
        <p:spPr>
          <a:xfrm>
            <a:off x="4527867" y="1678146"/>
            <a:ext cx="3068469" cy="584775"/>
          </a:xfrm>
          <a:prstGeom prst="rect">
            <a:avLst/>
          </a:prstGeom>
          <a:solidFill>
            <a:schemeClr val="tx2">
              <a:lumMod val="20000"/>
              <a:lumOff val="80000"/>
            </a:schemeClr>
          </a:solidFill>
        </p:spPr>
        <p:txBody>
          <a:bodyPr wrap="none">
            <a:spAutoFit/>
          </a:bodyPr>
          <a:lstStyle/>
          <a:p>
            <a:r>
              <a:rPr lang="zh-CN" altLang="en-US" sz="3200" b="1" dirty="0">
                <a:solidFill>
                  <a:srgbClr val="000000"/>
                </a:solidFill>
                <a:latin typeface="宋体" pitchFamily="2" charset="-122"/>
                <a:ea typeface="宋体"/>
              </a:rPr>
              <a:t>空间任一固定点</a:t>
            </a:r>
            <a:endParaRPr lang="zh-CN" altLang="en-US" dirty="0"/>
          </a:p>
        </p:txBody>
      </p:sp>
      <p:sp>
        <p:nvSpPr>
          <p:cNvPr id="4" name="矩形 3"/>
          <p:cNvSpPr/>
          <p:nvPr/>
        </p:nvSpPr>
        <p:spPr>
          <a:xfrm>
            <a:off x="1143491" y="2427734"/>
            <a:ext cx="6768752" cy="584775"/>
          </a:xfrm>
          <a:prstGeom prst="rect">
            <a:avLst/>
          </a:prstGeom>
          <a:solidFill>
            <a:srgbClr val="FFFF00"/>
          </a:solidFill>
        </p:spPr>
        <p:txBody>
          <a:bodyPr wrap="square">
            <a:spAutoFit/>
          </a:bodyPr>
          <a:lstStyle/>
          <a:p>
            <a:r>
              <a:rPr lang="zh-CN" altLang="en-US" sz="3200" b="1" dirty="0">
                <a:solidFill>
                  <a:srgbClr val="000000"/>
                </a:solidFill>
                <a:latin typeface="宋体" pitchFamily="2" charset="-122"/>
                <a:ea typeface="宋体"/>
              </a:rPr>
              <a:t>电场矢量空间取向随时间变化的方式</a:t>
            </a:r>
            <a:endParaRPr lang="zh-CN" altLang="en-US" dirty="0"/>
          </a:p>
        </p:txBody>
      </p:sp>
    </p:spTree>
    <p:extLst>
      <p:ext uri="{BB962C8B-B14F-4D97-AF65-F5344CB8AC3E}">
        <p14:creationId xmlns:p14="http://schemas.microsoft.com/office/powerpoint/2010/main" val="29306956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8"/>
          <p:cNvSpPr txBox="1">
            <a:spLocks noChangeArrowheads="1"/>
          </p:cNvSpPr>
          <p:nvPr/>
        </p:nvSpPr>
        <p:spPr bwMode="auto">
          <a:xfrm>
            <a:off x="428596" y="71420"/>
            <a:ext cx="7620000" cy="579437"/>
          </a:xfrm>
          <a:prstGeom prst="rect">
            <a:avLst/>
          </a:prstGeom>
          <a:noFill/>
          <a:ln w="9525">
            <a:noFill/>
            <a:miter lim="800000"/>
            <a:headEnd/>
            <a:tailEnd/>
          </a:ln>
          <a:effectLst/>
        </p:spPr>
        <p:txBody>
          <a:bodyPr>
            <a:spAutoFit/>
          </a:bodyPr>
          <a:lstStyle/>
          <a:p>
            <a:pPr>
              <a:spcBef>
                <a:spcPct val="50000"/>
              </a:spcBef>
            </a:pPr>
            <a:r>
              <a:rPr kumimoji="1" lang="zh-CN" altLang="en-US" sz="3200" b="1" dirty="0">
                <a:latin typeface="Times New Roman" pitchFamily="18" charset="0"/>
              </a:rPr>
              <a:t>一、</a:t>
            </a:r>
            <a:r>
              <a:rPr kumimoji="1" lang="zh-CN" altLang="en-US" sz="3200" b="1" dirty="0">
                <a:solidFill>
                  <a:srgbClr val="0000FF"/>
                </a:solidFill>
                <a:latin typeface="Times New Roman" pitchFamily="18" charset="0"/>
              </a:rPr>
              <a:t>均匀平面波的极化</a:t>
            </a:r>
            <a:r>
              <a:rPr kumimoji="1" lang="zh-CN" altLang="en-US" sz="3200" b="1" dirty="0">
                <a:latin typeface="Times New Roman" pitchFamily="18" charset="0"/>
              </a:rPr>
              <a:t>：</a:t>
            </a:r>
            <a:r>
              <a:rPr kumimoji="1" lang="zh-CN" altLang="en-US" sz="2800" b="1" dirty="0">
                <a:latin typeface="Times New Roman" pitchFamily="18" charset="0"/>
              </a:rPr>
              <a:t>（</a:t>
            </a:r>
            <a:r>
              <a:rPr kumimoji="1" lang="zh-CN" altLang="en-US" sz="2800" b="1" dirty="0">
                <a:solidFill>
                  <a:srgbClr val="FF3399"/>
                </a:solidFill>
                <a:latin typeface="Times New Roman" pitchFamily="18" charset="0"/>
              </a:rPr>
              <a:t>沿＋</a:t>
            </a:r>
            <a:r>
              <a:rPr kumimoji="1" lang="en-US" altLang="zh-CN" sz="2800" b="1" dirty="0">
                <a:solidFill>
                  <a:srgbClr val="FF3399"/>
                </a:solidFill>
                <a:latin typeface="Times New Roman" pitchFamily="18" charset="0"/>
              </a:rPr>
              <a:t>z  </a:t>
            </a:r>
            <a:r>
              <a:rPr kumimoji="1" lang="zh-CN" altLang="en-US" sz="2800" b="1" dirty="0">
                <a:solidFill>
                  <a:srgbClr val="FF3399"/>
                </a:solidFill>
                <a:latin typeface="Times New Roman" pitchFamily="18" charset="0"/>
              </a:rPr>
              <a:t>轴传播</a:t>
            </a:r>
            <a:r>
              <a:rPr kumimoji="1" lang="zh-CN" altLang="en-US" sz="2800" b="1" dirty="0">
                <a:latin typeface="Times New Roman" pitchFamily="18" charset="0"/>
              </a:rPr>
              <a:t>）</a:t>
            </a:r>
          </a:p>
        </p:txBody>
      </p:sp>
      <p:sp>
        <p:nvSpPr>
          <p:cNvPr id="5" name="Text Box 129"/>
          <p:cNvSpPr txBox="1">
            <a:spLocks noChangeArrowheads="1"/>
          </p:cNvSpPr>
          <p:nvPr/>
        </p:nvSpPr>
        <p:spPr bwMode="auto">
          <a:xfrm>
            <a:off x="755650" y="846136"/>
            <a:ext cx="849313" cy="519112"/>
          </a:xfrm>
          <a:prstGeom prst="rect">
            <a:avLst/>
          </a:prstGeom>
          <a:noFill/>
          <a:ln w="9525">
            <a:noFill/>
            <a:miter lim="800000"/>
            <a:headEnd/>
            <a:tailEnd/>
          </a:ln>
          <a:effectLst/>
        </p:spPr>
        <p:txBody>
          <a:bodyPr>
            <a:spAutoFit/>
          </a:bodyPr>
          <a:lstStyle/>
          <a:p>
            <a:pPr>
              <a:spcBef>
                <a:spcPct val="50000"/>
              </a:spcBef>
            </a:pPr>
            <a:r>
              <a:rPr kumimoji="1" lang="en-US" altLang="zh-CN" sz="2800" b="1">
                <a:latin typeface="Times New Roman" pitchFamily="18" charset="0"/>
              </a:rPr>
              <a:t>1</a:t>
            </a:r>
            <a:r>
              <a:rPr kumimoji="1" lang="zh-CN" altLang="en-US" sz="2800" b="1">
                <a:latin typeface="Times New Roman" pitchFamily="18" charset="0"/>
              </a:rPr>
              <a:t>、</a:t>
            </a:r>
          </a:p>
        </p:txBody>
      </p:sp>
      <p:graphicFrame>
        <p:nvGraphicFramePr>
          <p:cNvPr id="6" name="Object 130"/>
          <p:cNvGraphicFramePr>
            <a:graphicFrameLocks noChangeAspect="1"/>
          </p:cNvGraphicFramePr>
          <p:nvPr/>
        </p:nvGraphicFramePr>
        <p:xfrm>
          <a:off x="1619250" y="701673"/>
          <a:ext cx="3070225" cy="1047750"/>
        </p:xfrm>
        <a:graphic>
          <a:graphicData uri="http://schemas.openxmlformats.org/presentationml/2006/ole">
            <mc:AlternateContent xmlns:mc="http://schemas.openxmlformats.org/markup-compatibility/2006">
              <mc:Choice xmlns:v="urn:schemas-microsoft-com:vml" Requires="v">
                <p:oleObj spid="_x0000_s298007" name="Equation" r:id="rId3" imgW="990360" imgH="266400" progId="">
                  <p:embed/>
                </p:oleObj>
              </mc:Choice>
              <mc:Fallback>
                <p:oleObj name="Equation" r:id="rId3" imgW="990360" imgH="266400" progId="">
                  <p:embed/>
                  <p:pic>
                    <p:nvPicPr>
                      <p:cNvPr id="6" name="Object 1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701673"/>
                        <a:ext cx="3070225"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Group 131"/>
          <p:cNvGrpSpPr>
            <a:grpSpLocks/>
          </p:cNvGrpSpPr>
          <p:nvPr/>
        </p:nvGrpSpPr>
        <p:grpSpPr bwMode="auto">
          <a:xfrm>
            <a:off x="468313" y="1781173"/>
            <a:ext cx="5486400" cy="1409700"/>
            <a:chOff x="672" y="2160"/>
            <a:chExt cx="2828" cy="641"/>
          </a:xfrm>
        </p:grpSpPr>
        <p:sp>
          <p:nvSpPr>
            <p:cNvPr id="8" name="Text Box 132"/>
            <p:cNvSpPr txBox="1">
              <a:spLocks noChangeArrowheads="1"/>
            </p:cNvSpPr>
            <p:nvPr/>
          </p:nvSpPr>
          <p:spPr bwMode="auto">
            <a:xfrm>
              <a:off x="672" y="2160"/>
              <a:ext cx="336" cy="236"/>
            </a:xfrm>
            <a:prstGeom prst="rect">
              <a:avLst/>
            </a:prstGeom>
            <a:noFill/>
            <a:ln w="9525">
              <a:noFill/>
              <a:miter lim="800000"/>
              <a:headEnd/>
              <a:tailEnd/>
            </a:ln>
            <a:effectLst/>
          </p:spPr>
          <p:txBody>
            <a:bodyPr>
              <a:spAutoFit/>
            </a:bodyPr>
            <a:lstStyle/>
            <a:p>
              <a:pPr>
                <a:spcBef>
                  <a:spcPct val="50000"/>
                </a:spcBef>
              </a:pPr>
              <a:r>
                <a:rPr kumimoji="1" lang="zh-CN" altLang="en-US" sz="2800" b="1">
                  <a:latin typeface="Times New Roman" pitchFamily="18" charset="0"/>
                </a:rPr>
                <a:t>设</a:t>
              </a:r>
            </a:p>
          </p:txBody>
        </p:sp>
        <p:graphicFrame>
          <p:nvGraphicFramePr>
            <p:cNvPr id="9" name="Object 133"/>
            <p:cNvGraphicFramePr>
              <a:graphicFrameLocks noChangeAspect="1"/>
            </p:cNvGraphicFramePr>
            <p:nvPr/>
          </p:nvGraphicFramePr>
          <p:xfrm>
            <a:off x="1300" y="2192"/>
            <a:ext cx="2200" cy="609"/>
          </p:xfrm>
          <a:graphic>
            <a:graphicData uri="http://schemas.openxmlformats.org/presentationml/2006/ole">
              <mc:AlternateContent xmlns:mc="http://schemas.openxmlformats.org/markup-compatibility/2006">
                <mc:Choice xmlns:v="urn:schemas-microsoft-com:vml" Requires="v">
                  <p:oleObj spid="_x0000_s298008" name="Equation" r:id="rId5" imgW="1638000" imgH="482400" progId="">
                    <p:embed/>
                  </p:oleObj>
                </mc:Choice>
                <mc:Fallback>
                  <p:oleObj name="Equation" r:id="rId5" imgW="1638000" imgH="482400" progId="">
                    <p:embed/>
                    <p:pic>
                      <p:nvPicPr>
                        <p:cNvPr id="9" name="Object 1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0" y="2192"/>
                          <a:ext cx="2200" cy="6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 name="Group 135"/>
          <p:cNvGrpSpPr>
            <a:grpSpLocks/>
          </p:cNvGrpSpPr>
          <p:nvPr/>
        </p:nvGrpSpPr>
        <p:grpSpPr bwMode="auto">
          <a:xfrm>
            <a:off x="539750" y="3730623"/>
            <a:ext cx="5562600" cy="946150"/>
            <a:chOff x="576" y="3216"/>
            <a:chExt cx="3504" cy="596"/>
          </a:xfrm>
        </p:grpSpPr>
        <p:sp>
          <p:nvSpPr>
            <p:cNvPr id="12" name="Text Box 136"/>
            <p:cNvSpPr txBox="1">
              <a:spLocks noChangeArrowheads="1"/>
            </p:cNvSpPr>
            <p:nvPr/>
          </p:nvSpPr>
          <p:spPr bwMode="auto">
            <a:xfrm>
              <a:off x="576" y="3216"/>
              <a:ext cx="3504" cy="596"/>
            </a:xfrm>
            <a:prstGeom prst="rect">
              <a:avLst/>
            </a:prstGeom>
            <a:noFill/>
            <a:ln w="9525">
              <a:noFill/>
              <a:miter lim="800000"/>
              <a:headEnd/>
              <a:tailEnd/>
            </a:ln>
            <a:effectLst/>
          </p:spPr>
          <p:txBody>
            <a:bodyPr>
              <a:spAutoFit/>
            </a:bodyPr>
            <a:lstStyle/>
            <a:p>
              <a:pPr>
                <a:spcBef>
                  <a:spcPct val="50000"/>
                </a:spcBef>
              </a:pPr>
              <a:r>
                <a:rPr kumimoji="1" lang="zh-CN" altLang="en-US" sz="2800" b="1" dirty="0">
                  <a:solidFill>
                    <a:schemeClr val="bg2">
                      <a:lumMod val="50000"/>
                    </a:schemeClr>
                  </a:solidFill>
                  <a:latin typeface="Times New Roman" pitchFamily="18" charset="0"/>
                </a:rPr>
                <a:t>即 </a:t>
              </a:r>
              <a:r>
                <a:rPr kumimoji="1" lang="zh-CN" altLang="en-US" sz="2800" b="1" dirty="0" smtClean="0">
                  <a:solidFill>
                    <a:schemeClr val="bg2">
                      <a:lumMod val="50000"/>
                    </a:schemeClr>
                  </a:solidFill>
                  <a:latin typeface="Times New Roman" pitchFamily="18" charset="0"/>
                </a:rPr>
                <a:t>     在</a:t>
              </a:r>
              <a:r>
                <a:rPr kumimoji="1" lang="zh-CN" altLang="en-US" sz="2800" b="1" dirty="0">
                  <a:solidFill>
                    <a:schemeClr val="bg2">
                      <a:lumMod val="50000"/>
                    </a:schemeClr>
                  </a:solidFill>
                  <a:latin typeface="Times New Roman" pitchFamily="18" charset="0"/>
                </a:rPr>
                <a:t>不同时刻</a:t>
              </a:r>
              <a:r>
                <a:rPr kumimoji="1" lang="en-US" altLang="zh-CN" sz="2800" b="1" dirty="0" smtClean="0">
                  <a:solidFill>
                    <a:schemeClr val="bg2">
                      <a:lumMod val="50000"/>
                    </a:schemeClr>
                  </a:solidFill>
                  <a:latin typeface="Times New Roman" pitchFamily="18" charset="0"/>
                </a:rPr>
                <a:t>, (</a:t>
              </a:r>
              <a:r>
                <a:rPr kumimoji="1" lang="zh-CN" altLang="en-US" sz="2800" b="1" dirty="0">
                  <a:solidFill>
                    <a:schemeClr val="bg2">
                      <a:lumMod val="50000"/>
                    </a:schemeClr>
                  </a:solidFill>
                  <a:latin typeface="Times New Roman" pitchFamily="18" charset="0"/>
                </a:rPr>
                <a:t>当    固定时</a:t>
              </a:r>
              <a:r>
                <a:rPr kumimoji="1" lang="en-US" altLang="zh-CN" sz="2800" b="1" dirty="0">
                  <a:solidFill>
                    <a:schemeClr val="bg2">
                      <a:lumMod val="50000"/>
                    </a:schemeClr>
                  </a:solidFill>
                  <a:latin typeface="Times New Roman" pitchFamily="18" charset="0"/>
                </a:rPr>
                <a:t>),</a:t>
              </a:r>
              <a:r>
                <a:rPr kumimoji="1" lang="zh-CN" altLang="en-US" sz="2800" b="1" dirty="0">
                  <a:solidFill>
                    <a:schemeClr val="bg2">
                      <a:lumMod val="50000"/>
                    </a:schemeClr>
                  </a:solidFill>
                  <a:latin typeface="Times New Roman" pitchFamily="18" charset="0"/>
                </a:rPr>
                <a:t>其方向可能是变化的</a:t>
              </a:r>
              <a:r>
                <a:rPr kumimoji="1" lang="en-US" altLang="zh-CN" sz="2800" b="1" dirty="0">
                  <a:solidFill>
                    <a:schemeClr val="bg2">
                      <a:lumMod val="50000"/>
                    </a:schemeClr>
                  </a:solidFill>
                  <a:latin typeface="Times New Roman" pitchFamily="18" charset="0"/>
                </a:rPr>
                <a:t>.</a:t>
              </a:r>
            </a:p>
          </p:txBody>
        </p:sp>
        <p:graphicFrame>
          <p:nvGraphicFramePr>
            <p:cNvPr id="14" name="Object 138"/>
            <p:cNvGraphicFramePr>
              <a:graphicFrameLocks noChangeAspect="1"/>
            </p:cNvGraphicFramePr>
            <p:nvPr>
              <p:extLst/>
            </p:nvPr>
          </p:nvGraphicFramePr>
          <p:xfrm>
            <a:off x="2708" y="3269"/>
            <a:ext cx="288" cy="240"/>
          </p:xfrm>
          <a:graphic>
            <a:graphicData uri="http://schemas.openxmlformats.org/presentationml/2006/ole">
              <mc:AlternateContent xmlns:mc="http://schemas.openxmlformats.org/markup-compatibility/2006">
                <mc:Choice xmlns:v="urn:schemas-microsoft-com:vml" Requires="v">
                  <p:oleObj spid="_x0000_s298009" name="Equation" r:id="rId7" imgW="126720" imgH="126720" progId="Equation.3">
                    <p:embed/>
                  </p:oleObj>
                </mc:Choice>
                <mc:Fallback>
                  <p:oleObj name="Equation" r:id="rId7" imgW="126720" imgH="126720" progId="Equation.3">
                    <p:embed/>
                    <p:pic>
                      <p:nvPicPr>
                        <p:cNvPr id="14" name="Object 1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8" y="3269"/>
                          <a:ext cx="28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5" name="Group 139"/>
          <p:cNvGrpSpPr>
            <a:grpSpLocks/>
          </p:cNvGrpSpPr>
          <p:nvPr/>
        </p:nvGrpSpPr>
        <p:grpSpPr bwMode="auto">
          <a:xfrm>
            <a:off x="6237288" y="3049586"/>
            <a:ext cx="2514600" cy="1831975"/>
            <a:chOff x="4128" y="2638"/>
            <a:chExt cx="1584" cy="1154"/>
          </a:xfrm>
        </p:grpSpPr>
        <p:graphicFrame>
          <p:nvGraphicFramePr>
            <p:cNvPr id="16" name="Object 140"/>
            <p:cNvGraphicFramePr>
              <a:graphicFrameLocks noChangeAspect="1"/>
            </p:cNvGraphicFramePr>
            <p:nvPr/>
          </p:nvGraphicFramePr>
          <p:xfrm>
            <a:off x="5424" y="3456"/>
            <a:ext cx="288" cy="336"/>
          </p:xfrm>
          <a:graphic>
            <a:graphicData uri="http://schemas.openxmlformats.org/presentationml/2006/ole">
              <mc:AlternateContent xmlns:mc="http://schemas.openxmlformats.org/markup-compatibility/2006">
                <mc:Choice xmlns:v="urn:schemas-microsoft-com:vml" Requires="v">
                  <p:oleObj spid="_x0000_s298010" name="Equation" r:id="rId9" imgW="190440" imgH="228600" progId="Equation.3">
                    <p:embed/>
                  </p:oleObj>
                </mc:Choice>
                <mc:Fallback>
                  <p:oleObj name="Equation" r:id="rId9" imgW="190440" imgH="228600" progId="Equation.3">
                    <p:embed/>
                    <p:pic>
                      <p:nvPicPr>
                        <p:cNvPr id="16" name="Object 1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24" y="3456"/>
                          <a:ext cx="288"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7" name="Group 141"/>
            <p:cNvGrpSpPr>
              <a:grpSpLocks/>
            </p:cNvGrpSpPr>
            <p:nvPr/>
          </p:nvGrpSpPr>
          <p:grpSpPr bwMode="auto">
            <a:xfrm>
              <a:off x="4128" y="2638"/>
              <a:ext cx="1440" cy="1010"/>
              <a:chOff x="4320" y="2446"/>
              <a:chExt cx="1440" cy="1010"/>
            </a:xfrm>
          </p:grpSpPr>
          <p:sp>
            <p:nvSpPr>
              <p:cNvPr id="18" name="Line 142"/>
              <p:cNvSpPr>
                <a:spLocks noChangeShapeType="1"/>
              </p:cNvSpPr>
              <p:nvPr/>
            </p:nvSpPr>
            <p:spPr bwMode="auto">
              <a:xfrm>
                <a:off x="4608" y="3456"/>
                <a:ext cx="960" cy="0"/>
              </a:xfrm>
              <a:prstGeom prst="line">
                <a:avLst/>
              </a:prstGeom>
              <a:noFill/>
              <a:ln w="28575">
                <a:solidFill>
                  <a:schemeClr val="tx1"/>
                </a:solidFill>
                <a:round/>
                <a:headEnd/>
                <a:tailEnd type="triangle" w="med" len="med"/>
              </a:ln>
              <a:effectLst/>
            </p:spPr>
            <p:txBody>
              <a:bodyPr/>
              <a:lstStyle/>
              <a:p>
                <a:endParaRPr lang="zh-CN" altLang="en-US" b="1"/>
              </a:p>
            </p:txBody>
          </p:sp>
          <p:sp>
            <p:nvSpPr>
              <p:cNvPr id="19" name="Line 143"/>
              <p:cNvSpPr>
                <a:spLocks noChangeShapeType="1"/>
              </p:cNvSpPr>
              <p:nvPr/>
            </p:nvSpPr>
            <p:spPr bwMode="auto">
              <a:xfrm flipV="1">
                <a:off x="4608" y="2880"/>
                <a:ext cx="0" cy="576"/>
              </a:xfrm>
              <a:prstGeom prst="line">
                <a:avLst/>
              </a:prstGeom>
              <a:noFill/>
              <a:ln w="28575">
                <a:solidFill>
                  <a:schemeClr val="tx1"/>
                </a:solidFill>
                <a:round/>
                <a:headEnd/>
                <a:tailEnd type="triangle" w="med" len="med"/>
              </a:ln>
              <a:effectLst/>
            </p:spPr>
            <p:txBody>
              <a:bodyPr/>
              <a:lstStyle/>
              <a:p>
                <a:endParaRPr lang="zh-CN" altLang="en-US" b="1"/>
              </a:p>
            </p:txBody>
          </p:sp>
          <p:sp>
            <p:nvSpPr>
              <p:cNvPr id="20" name="Line 144"/>
              <p:cNvSpPr>
                <a:spLocks noChangeShapeType="1"/>
              </p:cNvSpPr>
              <p:nvPr/>
            </p:nvSpPr>
            <p:spPr bwMode="auto">
              <a:xfrm>
                <a:off x="4608" y="2892"/>
                <a:ext cx="960" cy="0"/>
              </a:xfrm>
              <a:prstGeom prst="line">
                <a:avLst/>
              </a:prstGeom>
              <a:noFill/>
              <a:ln w="28575">
                <a:solidFill>
                  <a:schemeClr val="tx1"/>
                </a:solidFill>
                <a:prstDash val="sysDot"/>
                <a:round/>
                <a:headEnd/>
                <a:tailEnd/>
              </a:ln>
              <a:effectLst/>
            </p:spPr>
            <p:txBody>
              <a:bodyPr/>
              <a:lstStyle/>
              <a:p>
                <a:endParaRPr lang="zh-CN" altLang="en-US" b="1"/>
              </a:p>
            </p:txBody>
          </p:sp>
          <p:sp>
            <p:nvSpPr>
              <p:cNvPr id="21" name="Line 145"/>
              <p:cNvSpPr>
                <a:spLocks noChangeShapeType="1"/>
              </p:cNvSpPr>
              <p:nvPr/>
            </p:nvSpPr>
            <p:spPr bwMode="auto">
              <a:xfrm flipV="1">
                <a:off x="5568" y="2880"/>
                <a:ext cx="0" cy="576"/>
              </a:xfrm>
              <a:prstGeom prst="line">
                <a:avLst/>
              </a:prstGeom>
              <a:noFill/>
              <a:ln w="28575">
                <a:solidFill>
                  <a:schemeClr val="tx1"/>
                </a:solidFill>
                <a:prstDash val="sysDot"/>
                <a:round/>
                <a:headEnd/>
                <a:tailEnd/>
              </a:ln>
              <a:effectLst/>
            </p:spPr>
            <p:txBody>
              <a:bodyPr/>
              <a:lstStyle/>
              <a:p>
                <a:endParaRPr lang="zh-CN" altLang="en-US" b="1"/>
              </a:p>
            </p:txBody>
          </p:sp>
          <p:sp>
            <p:nvSpPr>
              <p:cNvPr id="22" name="Line 146"/>
              <p:cNvSpPr>
                <a:spLocks noChangeShapeType="1"/>
              </p:cNvSpPr>
              <p:nvPr/>
            </p:nvSpPr>
            <p:spPr bwMode="auto">
              <a:xfrm flipV="1">
                <a:off x="4608" y="2904"/>
                <a:ext cx="960" cy="552"/>
              </a:xfrm>
              <a:prstGeom prst="line">
                <a:avLst/>
              </a:prstGeom>
              <a:noFill/>
              <a:ln w="28575">
                <a:solidFill>
                  <a:srgbClr val="FF0000"/>
                </a:solidFill>
                <a:round/>
                <a:headEnd/>
                <a:tailEnd type="triangle" w="med" len="med"/>
              </a:ln>
              <a:effectLst/>
            </p:spPr>
            <p:txBody>
              <a:bodyPr/>
              <a:lstStyle/>
              <a:p>
                <a:endParaRPr lang="zh-CN" altLang="en-US" b="1"/>
              </a:p>
            </p:txBody>
          </p:sp>
          <p:graphicFrame>
            <p:nvGraphicFramePr>
              <p:cNvPr id="23" name="Object 147"/>
              <p:cNvGraphicFramePr>
                <a:graphicFrameLocks noChangeAspect="1"/>
              </p:cNvGraphicFramePr>
              <p:nvPr/>
            </p:nvGraphicFramePr>
            <p:xfrm>
              <a:off x="4320" y="2784"/>
              <a:ext cx="297" cy="392"/>
            </p:xfrm>
            <a:graphic>
              <a:graphicData uri="http://schemas.openxmlformats.org/presentationml/2006/ole">
                <mc:AlternateContent xmlns:mc="http://schemas.openxmlformats.org/markup-compatibility/2006">
                  <mc:Choice xmlns:v="urn:schemas-microsoft-com:vml" Requires="v">
                    <p:oleObj spid="_x0000_s298011" name="Equation" r:id="rId11" imgW="203040" imgH="241200" progId="Equation.3">
                      <p:embed/>
                    </p:oleObj>
                  </mc:Choice>
                  <mc:Fallback>
                    <p:oleObj name="Equation" r:id="rId11" imgW="203040" imgH="241200" progId="Equation.3">
                      <p:embed/>
                      <p:pic>
                        <p:nvPicPr>
                          <p:cNvPr id="23" name="Object 14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20" y="2784"/>
                            <a:ext cx="297" cy="3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148"/>
              <p:cNvGraphicFramePr>
                <a:graphicFrameLocks noChangeAspect="1"/>
              </p:cNvGraphicFramePr>
              <p:nvPr/>
            </p:nvGraphicFramePr>
            <p:xfrm>
              <a:off x="5400" y="2446"/>
              <a:ext cx="360" cy="403"/>
            </p:xfrm>
            <a:graphic>
              <a:graphicData uri="http://schemas.openxmlformats.org/presentationml/2006/ole">
                <mc:AlternateContent xmlns:mc="http://schemas.openxmlformats.org/markup-compatibility/2006">
                  <mc:Choice xmlns:v="urn:schemas-microsoft-com:vml" Requires="v">
                    <p:oleObj spid="_x0000_s298012" name="公式" r:id="rId13" imgW="152280" imgH="164880" progId="Equation.3">
                      <p:embed/>
                    </p:oleObj>
                  </mc:Choice>
                  <mc:Fallback>
                    <p:oleObj name="公式" r:id="rId13" imgW="152280" imgH="164880" progId="Equation.3">
                      <p:embed/>
                      <p:pic>
                        <p:nvPicPr>
                          <p:cNvPr id="24" name="Object 14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00" y="2446"/>
                            <a:ext cx="360" cy="4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25" name="AutoShape 149"/>
          <p:cNvSpPr>
            <a:spLocks noChangeArrowheads="1"/>
          </p:cNvSpPr>
          <p:nvPr/>
        </p:nvSpPr>
        <p:spPr bwMode="auto">
          <a:xfrm>
            <a:off x="4165718" y="4391564"/>
            <a:ext cx="1981200" cy="685800"/>
          </a:xfrm>
          <a:prstGeom prst="cloudCallout">
            <a:avLst>
              <a:gd name="adj1" fmla="val -47676"/>
              <a:gd name="adj2" fmla="val -104398"/>
            </a:avLst>
          </a:prstGeom>
          <a:solidFill>
            <a:schemeClr val="accent1"/>
          </a:solidFill>
          <a:ln w="9525">
            <a:solidFill>
              <a:schemeClr val="tx1"/>
            </a:solidFill>
            <a:round/>
            <a:headEnd/>
            <a:tailEnd/>
          </a:ln>
          <a:effectLst/>
        </p:spPr>
        <p:txBody>
          <a:bodyPr/>
          <a:lstStyle/>
          <a:p>
            <a:pPr algn="ctr"/>
            <a:r>
              <a:rPr kumimoji="1" lang="zh-CN" altLang="en-US" sz="2800" b="1" dirty="0">
                <a:latin typeface="Times New Roman" pitchFamily="18" charset="0"/>
              </a:rPr>
              <a:t>如 </a:t>
            </a:r>
            <a:r>
              <a:rPr kumimoji="1" lang="en-US" altLang="zh-CN" sz="2800" b="1" dirty="0">
                <a:latin typeface="Times New Roman" pitchFamily="18" charset="0"/>
              </a:rPr>
              <a:t>z=0</a:t>
            </a:r>
          </a:p>
        </p:txBody>
      </p:sp>
      <p:graphicFrame>
        <p:nvGraphicFramePr>
          <p:cNvPr id="26" name="Object 148"/>
          <p:cNvGraphicFramePr>
            <a:graphicFrameLocks noChangeAspect="1"/>
          </p:cNvGraphicFramePr>
          <p:nvPr>
            <p:extLst/>
          </p:nvPr>
        </p:nvGraphicFramePr>
        <p:xfrm>
          <a:off x="971600" y="3786196"/>
          <a:ext cx="446709" cy="500066"/>
        </p:xfrm>
        <a:graphic>
          <a:graphicData uri="http://schemas.openxmlformats.org/presentationml/2006/ole">
            <mc:AlternateContent xmlns:mc="http://schemas.openxmlformats.org/markup-compatibility/2006">
              <mc:Choice xmlns:v="urn:schemas-microsoft-com:vml" Requires="v">
                <p:oleObj spid="_x0000_s298013" name="公式" r:id="rId15" imgW="152280" imgH="164880" progId="Equation.3">
                  <p:embed/>
                </p:oleObj>
              </mc:Choice>
              <mc:Fallback>
                <p:oleObj name="公式" r:id="rId15" imgW="152280" imgH="164880" progId="Equation.3">
                  <p:embed/>
                  <p:pic>
                    <p:nvPicPr>
                      <p:cNvPr id="26" name="Object 14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71600" y="3786196"/>
                        <a:ext cx="446709"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459891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defRPr/>
            </a:pPr>
            <a:r>
              <a:rPr lang="en-US" altLang="zh-CN" dirty="0" smtClean="0"/>
              <a:t> </a:t>
            </a:r>
            <a:r>
              <a:rPr lang="en-US" altLang="zh-CN" dirty="0">
                <a:latin typeface="宋体" pitchFamily="2" charset="-122"/>
              </a:rPr>
              <a:t> </a:t>
            </a:r>
            <a:r>
              <a:rPr lang="zh-CN" altLang="en-US" dirty="0">
                <a:latin typeface="宋体" pitchFamily="2" charset="-122"/>
              </a:rPr>
              <a:t>波的极化状态</a:t>
            </a:r>
            <a:endParaRPr lang="en-US" altLang="zh-CN" dirty="0" smtClean="0"/>
          </a:p>
        </p:txBody>
      </p:sp>
      <p:sp>
        <p:nvSpPr>
          <p:cNvPr id="21507" name="Rectangle 3" descr="Rectangle: Click to edit Master text styles&#10;Second level&#10;Third level&#10;Fourth level&#10;Fifth level"/>
          <p:cNvSpPr>
            <a:spLocks noGrp="1" noChangeArrowheads="1"/>
          </p:cNvSpPr>
          <p:nvPr>
            <p:ph type="body" idx="1"/>
          </p:nvPr>
        </p:nvSpPr>
        <p:spPr>
          <a:xfrm>
            <a:off x="292496" y="1200150"/>
            <a:ext cx="8527976" cy="3086100"/>
          </a:xfrm>
        </p:spPr>
        <p:txBody>
          <a:bodyPr/>
          <a:lstStyle/>
          <a:p>
            <a:pPr marL="457200" indent="-457200" eaLnBrk="1" hangingPunct="1">
              <a:buFont typeface="Wingdings" panose="05000000000000000000" pitchFamily="2" charset="2"/>
              <a:buChar char="Ø"/>
            </a:pPr>
            <a:r>
              <a:rPr lang="zh-CN" altLang="en-US" dirty="0" smtClean="0">
                <a:latin typeface="宋体" pitchFamily="2" charset="-122"/>
              </a:rPr>
              <a:t>如果</a:t>
            </a:r>
            <a:r>
              <a:rPr lang="en-US" altLang="zh-CN" i="1" dirty="0" smtClean="0">
                <a:latin typeface="宋体" pitchFamily="2" charset="-122"/>
              </a:rPr>
              <a:t>E </a:t>
            </a:r>
            <a:r>
              <a:rPr lang="zh-CN" altLang="en-US" dirty="0" smtClean="0">
                <a:latin typeface="宋体" pitchFamily="2" charset="-122"/>
              </a:rPr>
              <a:t>的矢端轨迹为直线，波为</a:t>
            </a:r>
            <a:r>
              <a:rPr lang="zh-CN" altLang="en-US" dirty="0" smtClean="0">
                <a:solidFill>
                  <a:srgbClr val="C00000"/>
                </a:solidFill>
                <a:latin typeface="宋体" pitchFamily="2" charset="-122"/>
              </a:rPr>
              <a:t>线极化波</a:t>
            </a:r>
            <a:r>
              <a:rPr lang="zh-CN" altLang="en-US" dirty="0" smtClean="0">
                <a:latin typeface="宋体" pitchFamily="2" charset="-122"/>
              </a:rPr>
              <a:t>；</a:t>
            </a:r>
            <a:endParaRPr lang="en-US" altLang="zh-CN" dirty="0" smtClean="0">
              <a:latin typeface="宋体" pitchFamily="2" charset="-122"/>
            </a:endParaRPr>
          </a:p>
          <a:p>
            <a:pPr marL="457200" indent="-457200" eaLnBrk="1" hangingPunct="1">
              <a:buFont typeface="Wingdings" panose="05000000000000000000" pitchFamily="2" charset="2"/>
              <a:buChar char="Ø"/>
            </a:pPr>
            <a:r>
              <a:rPr lang="zh-CN" altLang="en-US" dirty="0" smtClean="0">
                <a:latin typeface="宋体" pitchFamily="2" charset="-122"/>
              </a:rPr>
              <a:t>如果</a:t>
            </a:r>
            <a:r>
              <a:rPr lang="en-US" altLang="zh-CN" i="1" dirty="0" smtClean="0">
                <a:latin typeface="宋体" pitchFamily="2" charset="-122"/>
              </a:rPr>
              <a:t>E </a:t>
            </a:r>
            <a:r>
              <a:rPr lang="zh-CN" altLang="en-US" dirty="0" smtClean="0">
                <a:latin typeface="宋体" pitchFamily="2" charset="-122"/>
              </a:rPr>
              <a:t>的矢端轨迹为圆，波为</a:t>
            </a:r>
            <a:r>
              <a:rPr lang="zh-CN" altLang="en-US" dirty="0" smtClean="0">
                <a:solidFill>
                  <a:srgbClr val="C00000"/>
                </a:solidFill>
                <a:latin typeface="宋体" pitchFamily="2" charset="-122"/>
              </a:rPr>
              <a:t>圆极化波</a:t>
            </a:r>
            <a:r>
              <a:rPr lang="zh-CN" altLang="en-US" dirty="0" smtClean="0">
                <a:latin typeface="宋体" pitchFamily="2" charset="-122"/>
              </a:rPr>
              <a:t>；</a:t>
            </a:r>
            <a:endParaRPr lang="en-US" altLang="zh-CN" dirty="0" smtClean="0">
              <a:latin typeface="宋体" pitchFamily="2" charset="-122"/>
            </a:endParaRPr>
          </a:p>
          <a:p>
            <a:pPr marL="457200" indent="-457200" eaLnBrk="1" hangingPunct="1">
              <a:buFont typeface="Wingdings" panose="05000000000000000000" pitchFamily="2" charset="2"/>
              <a:buChar char="Ø"/>
            </a:pPr>
            <a:r>
              <a:rPr lang="zh-CN" altLang="en-US" dirty="0" smtClean="0">
                <a:latin typeface="宋体" pitchFamily="2" charset="-122"/>
              </a:rPr>
              <a:t>如果</a:t>
            </a:r>
            <a:r>
              <a:rPr lang="en-US" altLang="zh-CN" i="1" dirty="0" smtClean="0">
                <a:latin typeface="宋体" pitchFamily="2" charset="-122"/>
              </a:rPr>
              <a:t>E </a:t>
            </a:r>
            <a:r>
              <a:rPr lang="zh-CN" altLang="en-US" dirty="0" smtClean="0">
                <a:latin typeface="宋体" pitchFamily="2" charset="-122"/>
              </a:rPr>
              <a:t>的矢端轨迹为椭圆，波为</a:t>
            </a:r>
            <a:r>
              <a:rPr lang="zh-CN" altLang="en-US" dirty="0" smtClean="0">
                <a:solidFill>
                  <a:srgbClr val="C00000"/>
                </a:solidFill>
                <a:latin typeface="宋体" pitchFamily="2" charset="-122"/>
              </a:rPr>
              <a:t>椭圆极化波</a:t>
            </a:r>
            <a:r>
              <a:rPr lang="zh-CN" altLang="en-US" dirty="0" smtClean="0">
                <a:latin typeface="宋体" pitchFamily="2" charset="-122"/>
              </a:rPr>
              <a:t>。</a:t>
            </a:r>
            <a:endParaRPr lang="en-US" altLang="zh-CN" dirty="0" smtClean="0">
              <a:latin typeface="宋体" pitchFamily="2" charset="-122"/>
            </a:endParaRPr>
          </a:p>
          <a:p>
            <a:pPr eaLnBrk="1" hangingPunct="1"/>
            <a:endParaRPr lang="zh-CN" altLang="en-US" dirty="0" smtClean="0">
              <a:latin typeface="宋体" pitchFamily="2" charset="-122"/>
            </a:endParaRPr>
          </a:p>
        </p:txBody>
      </p:sp>
      <p:sp>
        <p:nvSpPr>
          <p:cNvPr id="2" name="矩形 1"/>
          <p:cNvSpPr/>
          <p:nvPr/>
        </p:nvSpPr>
        <p:spPr>
          <a:xfrm>
            <a:off x="683568" y="3147814"/>
            <a:ext cx="7848872" cy="954107"/>
          </a:xfrm>
          <a:prstGeom prst="rect">
            <a:avLst/>
          </a:prstGeom>
        </p:spPr>
        <p:txBody>
          <a:bodyPr wrap="square">
            <a:spAutoFit/>
          </a:bodyPr>
          <a:lstStyle/>
          <a:p>
            <a:r>
              <a:rPr lang="zh-CN" altLang="en-US" sz="2800" b="1" dirty="0" smtClean="0">
                <a:solidFill>
                  <a:srgbClr val="000000"/>
                </a:solidFill>
                <a:latin typeface="宋体" pitchFamily="2" charset="-122"/>
              </a:rPr>
              <a:t>对于</a:t>
            </a:r>
            <a:r>
              <a:rPr lang="zh-CN" altLang="en-US" sz="2800" b="1" dirty="0">
                <a:solidFill>
                  <a:srgbClr val="000000"/>
                </a:solidFill>
                <a:latin typeface="宋体" pitchFamily="2" charset="-122"/>
              </a:rPr>
              <a:t>均匀平面波而言，在空间所有点上波的极化状态都相同。为简单起见，固定</a:t>
            </a:r>
            <a:r>
              <a:rPr lang="en-US" altLang="zh-CN" sz="2800" b="1" dirty="0">
                <a:solidFill>
                  <a:srgbClr val="000000"/>
                </a:solidFill>
                <a:latin typeface="宋体" pitchFamily="2" charset="-122"/>
              </a:rPr>
              <a:t>z=0</a:t>
            </a:r>
            <a:r>
              <a:rPr lang="zh-CN" altLang="en-US" sz="2800" b="1" dirty="0">
                <a:solidFill>
                  <a:srgbClr val="000000"/>
                </a:solidFill>
                <a:latin typeface="宋体" pitchFamily="2" charset="-122"/>
              </a:rPr>
              <a:t>。</a:t>
            </a:r>
            <a:endParaRPr lang="zh-CN" altLang="en-US" sz="2800" b="1" dirty="0">
              <a:solidFill>
                <a:srgbClr val="000000"/>
              </a:solidFill>
            </a:endParaRPr>
          </a:p>
        </p:txBody>
      </p:sp>
    </p:spTree>
    <p:extLst>
      <p:ext uri="{BB962C8B-B14F-4D97-AF65-F5344CB8AC3E}">
        <p14:creationId xmlns:p14="http://schemas.microsoft.com/office/powerpoint/2010/main" val="38101508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zh-CN" dirty="0" smtClean="0">
                <a:solidFill>
                  <a:schemeClr val="bg2"/>
                </a:solidFill>
                <a:effectLst/>
                <a:latin typeface="隶书" pitchFamily="49" charset="-122"/>
                <a:ea typeface="隶书" pitchFamily="49" charset="-122"/>
              </a:rPr>
              <a:t>   4.2.1  </a:t>
            </a:r>
            <a:r>
              <a:rPr lang="zh-CN" altLang="en-US" dirty="0" smtClean="0">
                <a:solidFill>
                  <a:srgbClr val="C00000"/>
                </a:solidFill>
                <a:effectLst/>
                <a:latin typeface="隶书" pitchFamily="49" charset="-122"/>
                <a:ea typeface="隶书" pitchFamily="49" charset="-122"/>
              </a:rPr>
              <a:t>线极化</a:t>
            </a:r>
          </a:p>
        </p:txBody>
      </p:sp>
      <p:sp>
        <p:nvSpPr>
          <p:cNvPr id="22531" name="Rectangle 3" descr="Rectangle: Click to edit Master text styles&#10;Second level&#10;Third level&#10;Fourth level&#10;Fifth level"/>
          <p:cNvSpPr>
            <a:spLocks noGrp="1" noChangeArrowheads="1"/>
          </p:cNvSpPr>
          <p:nvPr>
            <p:ph type="body" idx="1"/>
          </p:nvPr>
        </p:nvSpPr>
        <p:spPr>
          <a:xfrm>
            <a:off x="685800" y="857238"/>
            <a:ext cx="7772400" cy="3086100"/>
          </a:xfrm>
        </p:spPr>
        <p:txBody>
          <a:bodyPr/>
          <a:lstStyle/>
          <a:p>
            <a:pPr eaLnBrk="1" hangingPunct="1"/>
            <a:endParaRPr lang="en-US" altLang="zh-CN" dirty="0" smtClean="0"/>
          </a:p>
          <a:p>
            <a:pPr eaLnBrk="1" hangingPunct="1"/>
            <a:r>
              <a:rPr lang="en-US" altLang="zh-CN" dirty="0" smtClean="0"/>
              <a:t>        </a:t>
            </a:r>
            <a:r>
              <a:rPr lang="zh-CN" altLang="en-US" dirty="0" smtClean="0"/>
              <a:t>如果</a:t>
            </a:r>
            <a:r>
              <a:rPr lang="en-US" altLang="zh-CN" i="1" dirty="0" smtClean="0">
                <a:solidFill>
                  <a:srgbClr val="C00000"/>
                </a:solidFill>
              </a:rPr>
              <a:t>E</a:t>
            </a:r>
            <a:r>
              <a:rPr lang="en-US" altLang="zh-CN" i="1" baseline="-25000" dirty="0" smtClean="0">
                <a:solidFill>
                  <a:srgbClr val="C00000"/>
                </a:solidFill>
              </a:rPr>
              <a:t>x</a:t>
            </a:r>
            <a:r>
              <a:rPr lang="zh-CN" altLang="en-US" dirty="0" smtClean="0">
                <a:solidFill>
                  <a:srgbClr val="C00000"/>
                </a:solidFill>
              </a:rPr>
              <a:t>和</a:t>
            </a:r>
            <a:r>
              <a:rPr lang="en-US" altLang="zh-CN" i="1" dirty="0" err="1" smtClean="0">
                <a:solidFill>
                  <a:srgbClr val="C00000"/>
                </a:solidFill>
              </a:rPr>
              <a:t>E</a:t>
            </a:r>
            <a:r>
              <a:rPr lang="en-US" altLang="zh-CN" i="1" baseline="-25000" dirty="0" err="1" smtClean="0">
                <a:solidFill>
                  <a:srgbClr val="C00000"/>
                </a:solidFill>
              </a:rPr>
              <a:t>y</a:t>
            </a:r>
            <a:r>
              <a:rPr lang="zh-CN" altLang="en-US" dirty="0" smtClean="0">
                <a:solidFill>
                  <a:srgbClr val="C00000"/>
                </a:solidFill>
              </a:rPr>
              <a:t>相位相同或相差    </a:t>
            </a:r>
            <a:r>
              <a:rPr lang="zh-CN" altLang="en-US" dirty="0" smtClean="0"/>
              <a:t>，合成电场的矢端轨迹为直线，波为线极化。取                      ，有</a:t>
            </a:r>
          </a:p>
        </p:txBody>
      </p:sp>
      <p:sp>
        <p:nvSpPr>
          <p:cNvPr id="22532" name="Rectangle 5"/>
          <p:cNvSpPr>
            <a:spLocks noChangeArrowheads="1"/>
          </p:cNvSpPr>
          <p:nvPr/>
        </p:nvSpPr>
        <p:spPr bwMode="auto">
          <a:xfrm>
            <a:off x="0" y="233350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22533" name="Object 4"/>
          <p:cNvGraphicFramePr>
            <a:graphicFrameLocks noChangeAspect="1"/>
          </p:cNvGraphicFramePr>
          <p:nvPr>
            <p:extLst/>
          </p:nvPr>
        </p:nvGraphicFramePr>
        <p:xfrm>
          <a:off x="6543697" y="1571618"/>
          <a:ext cx="457195" cy="342896"/>
        </p:xfrm>
        <a:graphic>
          <a:graphicData uri="http://schemas.openxmlformats.org/presentationml/2006/ole">
            <mc:AlternateContent xmlns:mc="http://schemas.openxmlformats.org/markup-compatibility/2006">
              <mc:Choice xmlns:v="urn:schemas-microsoft-com:vml" Requires="v">
                <p:oleObj spid="_x0000_s299022" name="公式" r:id="rId3" imgW="139680" imgH="139680" progId="Equation.3">
                  <p:embed/>
                </p:oleObj>
              </mc:Choice>
              <mc:Fallback>
                <p:oleObj name="公式" r:id="rId3" imgW="139680" imgH="139680" progId="Equation.3">
                  <p:embed/>
                  <p:pic>
                    <p:nvPicPr>
                      <p:cNvPr id="22533" name="Object 4"/>
                      <p:cNvPicPr>
                        <a:picLocks noChangeAspect="1" noChangeArrowheads="1"/>
                      </p:cNvPicPr>
                      <p:nvPr/>
                    </p:nvPicPr>
                    <p:blipFill>
                      <a:blip r:embed="rId4"/>
                      <a:srcRect/>
                      <a:stretch>
                        <a:fillRect/>
                      </a:stretch>
                    </p:blipFill>
                    <p:spPr bwMode="auto">
                      <a:xfrm>
                        <a:off x="6543697" y="1571618"/>
                        <a:ext cx="457195" cy="3428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4" name="Rectangle 7"/>
          <p:cNvSpPr>
            <a:spLocks noChangeArrowheads="1"/>
          </p:cNvSpPr>
          <p:nvPr/>
        </p:nvSpPr>
        <p:spPr bwMode="auto">
          <a:xfrm>
            <a:off x="0" y="229778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22535" name="Object 6"/>
          <p:cNvGraphicFramePr>
            <a:graphicFrameLocks noChangeAspect="1"/>
          </p:cNvGraphicFramePr>
          <p:nvPr/>
        </p:nvGraphicFramePr>
        <p:xfrm>
          <a:off x="1285852" y="2571752"/>
          <a:ext cx="2011682" cy="428626"/>
        </p:xfrm>
        <a:graphic>
          <a:graphicData uri="http://schemas.openxmlformats.org/presentationml/2006/ole">
            <mc:AlternateContent xmlns:mc="http://schemas.openxmlformats.org/markup-compatibility/2006">
              <mc:Choice xmlns:v="urn:schemas-microsoft-com:vml" Requires="v">
                <p:oleObj spid="_x0000_s299023" name="公式" r:id="rId5" imgW="838200" imgH="241300" progId="Equation.3">
                  <p:embed/>
                </p:oleObj>
              </mc:Choice>
              <mc:Fallback>
                <p:oleObj name="公式" r:id="rId5" imgW="838200" imgH="241300" progId="Equation.3">
                  <p:embed/>
                  <p:pic>
                    <p:nvPicPr>
                      <p:cNvPr id="2253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5852" y="2571752"/>
                        <a:ext cx="2011682" cy="4286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6" name="Rectangle 9"/>
          <p:cNvSpPr>
            <a:spLocks noChangeArrowheads="1"/>
          </p:cNvSpPr>
          <p:nvPr/>
        </p:nvSpPr>
        <p:spPr bwMode="auto">
          <a:xfrm>
            <a:off x="0" y="22156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22537" name="Object 8"/>
          <p:cNvGraphicFramePr>
            <a:graphicFrameLocks noChangeAspect="1"/>
          </p:cNvGraphicFramePr>
          <p:nvPr/>
        </p:nvGraphicFramePr>
        <p:xfrm>
          <a:off x="1000100" y="3131353"/>
          <a:ext cx="4523105" cy="1154909"/>
        </p:xfrm>
        <a:graphic>
          <a:graphicData uri="http://schemas.openxmlformats.org/presentationml/2006/ole">
            <mc:AlternateContent xmlns:mc="http://schemas.openxmlformats.org/markup-compatibility/2006">
              <mc:Choice xmlns:v="urn:schemas-microsoft-com:vml" Requires="v">
                <p:oleObj spid="_x0000_s299024" name="公式" r:id="rId7" imgW="1346200" imgH="457200" progId="Equation.3">
                  <p:embed/>
                </p:oleObj>
              </mc:Choice>
              <mc:Fallback>
                <p:oleObj name="公式" r:id="rId7" imgW="1346200" imgH="457200" progId="Equation.3">
                  <p:embed/>
                  <p:pic>
                    <p:nvPicPr>
                      <p:cNvPr id="22537"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0100" y="3131353"/>
                        <a:ext cx="4523105" cy="11549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3"/>
          <p:cNvGraphicFramePr>
            <a:graphicFrameLocks noGrp="1" noChangeAspect="1"/>
          </p:cNvGraphicFramePr>
          <p:nvPr>
            <p:extLst/>
          </p:nvPr>
        </p:nvGraphicFramePr>
        <p:xfrm>
          <a:off x="5500694" y="2499742"/>
          <a:ext cx="3500462" cy="2308417"/>
        </p:xfrm>
        <a:graphic>
          <a:graphicData uri="http://schemas.openxmlformats.org/presentationml/2006/ole">
            <mc:AlternateContent xmlns:mc="http://schemas.openxmlformats.org/markup-compatibility/2006">
              <mc:Choice xmlns:v="urn:schemas-microsoft-com:vml" Requires="v">
                <p:oleObj spid="_x0000_s299025" r:id="rId9" imgW="10095238" imgH="8876190" progId="">
                  <p:embed/>
                </p:oleObj>
              </mc:Choice>
              <mc:Fallback>
                <p:oleObj r:id="rId9" imgW="10095238" imgH="8876190" progId="">
                  <p:embed/>
                  <p:pic>
                    <p:nvPicPr>
                      <p:cNvPr id="10" name="Object 3"/>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00694" y="2499742"/>
                        <a:ext cx="3500462" cy="23084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6"/>
          <p:cNvSpPr>
            <a:spLocks noChangeArrowheads="1"/>
          </p:cNvSpPr>
          <p:nvPr/>
        </p:nvSpPr>
        <p:spPr bwMode="auto">
          <a:xfrm>
            <a:off x="6110327" y="4587974"/>
            <a:ext cx="25106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en-US" altLang="zh-CN" sz="2400" b="1" dirty="0">
                <a:solidFill>
                  <a:srgbClr val="000000"/>
                </a:solidFill>
                <a:latin typeface="宋体" pitchFamily="2" charset="-122"/>
              </a:rPr>
              <a:t> </a:t>
            </a:r>
            <a:r>
              <a:rPr lang="zh-CN" altLang="en-US" sz="2400" b="1" dirty="0">
                <a:solidFill>
                  <a:srgbClr val="000000"/>
                </a:solidFill>
                <a:latin typeface="宋体" pitchFamily="2" charset="-122"/>
              </a:rPr>
              <a:t>图</a:t>
            </a:r>
            <a:r>
              <a:rPr lang="en-US" altLang="zh-CN" sz="2400" b="1" dirty="0">
                <a:solidFill>
                  <a:srgbClr val="000000"/>
                </a:solidFill>
                <a:latin typeface="宋体" pitchFamily="2" charset="-122"/>
              </a:rPr>
              <a:t>4.5  </a:t>
            </a:r>
            <a:r>
              <a:rPr lang="zh-CN" altLang="en-US" sz="2400" b="1" dirty="0">
                <a:solidFill>
                  <a:srgbClr val="000000"/>
                </a:solidFill>
                <a:latin typeface="宋体" pitchFamily="2" charset="-122"/>
              </a:rPr>
              <a:t>线极化 </a:t>
            </a:r>
          </a:p>
        </p:txBody>
      </p:sp>
    </p:spTree>
    <p:extLst>
      <p:ext uri="{BB962C8B-B14F-4D97-AF65-F5344CB8AC3E}">
        <p14:creationId xmlns:p14="http://schemas.microsoft.com/office/powerpoint/2010/main" val="11621921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131"/>
          <p:cNvGraphicFramePr>
            <a:graphicFrameLocks noChangeAspect="1"/>
          </p:cNvGraphicFramePr>
          <p:nvPr/>
        </p:nvGraphicFramePr>
        <p:xfrm>
          <a:off x="2657495" y="696904"/>
          <a:ext cx="4700587" cy="731838"/>
        </p:xfrm>
        <a:graphic>
          <a:graphicData uri="http://schemas.openxmlformats.org/presentationml/2006/ole">
            <mc:AlternateContent xmlns:mc="http://schemas.openxmlformats.org/markup-compatibility/2006">
              <mc:Choice xmlns:v="urn:schemas-microsoft-com:vml" Requires="v">
                <p:oleObj spid="_x0000_s300067" name="Equation" r:id="rId3" imgW="1828800" imgH="304560" progId="">
                  <p:embed/>
                </p:oleObj>
              </mc:Choice>
              <mc:Fallback>
                <p:oleObj name="Equation" r:id="rId3" imgW="1828800" imgH="304560" progId="">
                  <p:embed/>
                  <p:pic>
                    <p:nvPicPr>
                      <p:cNvPr id="4" name="Object 1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7495" y="696904"/>
                        <a:ext cx="4700587" cy="731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132"/>
          <p:cNvGrpSpPr>
            <a:grpSpLocks/>
          </p:cNvGrpSpPr>
          <p:nvPr/>
        </p:nvGrpSpPr>
        <p:grpSpPr bwMode="auto">
          <a:xfrm>
            <a:off x="539750" y="785800"/>
            <a:ext cx="2560638" cy="536575"/>
            <a:chOff x="768" y="1813"/>
            <a:chExt cx="1344" cy="338"/>
          </a:xfrm>
        </p:grpSpPr>
        <p:sp>
          <p:nvSpPr>
            <p:cNvPr id="6" name="Text Box 133"/>
            <p:cNvSpPr txBox="1">
              <a:spLocks noChangeArrowheads="1"/>
            </p:cNvSpPr>
            <p:nvPr/>
          </p:nvSpPr>
          <p:spPr bwMode="auto">
            <a:xfrm>
              <a:off x="1008" y="1824"/>
              <a:ext cx="1104" cy="327"/>
            </a:xfrm>
            <a:prstGeom prst="rect">
              <a:avLst/>
            </a:prstGeom>
            <a:noFill/>
            <a:ln w="9525">
              <a:noFill/>
              <a:miter lim="800000"/>
              <a:headEnd/>
              <a:tailEnd/>
            </a:ln>
            <a:effectLst/>
          </p:spPr>
          <p:txBody>
            <a:bodyPr>
              <a:spAutoFit/>
            </a:bodyPr>
            <a:lstStyle/>
            <a:p>
              <a:pPr>
                <a:spcBef>
                  <a:spcPct val="50000"/>
                </a:spcBef>
              </a:pPr>
              <a:r>
                <a:rPr kumimoji="1" lang="zh-CN" altLang="en-US" sz="2800" b="1" dirty="0">
                  <a:latin typeface="Times New Roman" pitchFamily="18" charset="0"/>
                </a:rPr>
                <a:t>的</a:t>
              </a:r>
              <a:r>
                <a:rPr kumimoji="1" lang="zh-CN" altLang="en-US" sz="2800" b="1" dirty="0">
                  <a:solidFill>
                    <a:srgbClr val="C00000"/>
                  </a:solidFill>
                  <a:latin typeface="Times New Roman" pitchFamily="18" charset="0"/>
                </a:rPr>
                <a:t>幅值</a:t>
              </a:r>
              <a:r>
                <a:rPr kumimoji="1" lang="zh-CN" altLang="en-US" sz="2800" b="1" dirty="0">
                  <a:latin typeface="Times New Roman" pitchFamily="18" charset="0"/>
                </a:rPr>
                <a:t>为：</a:t>
              </a:r>
            </a:p>
          </p:txBody>
        </p:sp>
        <p:graphicFrame>
          <p:nvGraphicFramePr>
            <p:cNvPr id="7" name="Object 134"/>
            <p:cNvGraphicFramePr>
              <a:graphicFrameLocks noChangeAspect="1"/>
            </p:cNvGraphicFramePr>
            <p:nvPr/>
          </p:nvGraphicFramePr>
          <p:xfrm>
            <a:off x="768" y="1813"/>
            <a:ext cx="300" cy="325"/>
          </p:xfrm>
          <a:graphic>
            <a:graphicData uri="http://schemas.openxmlformats.org/presentationml/2006/ole">
              <mc:AlternateContent xmlns:mc="http://schemas.openxmlformats.org/markup-compatibility/2006">
                <mc:Choice xmlns:v="urn:schemas-microsoft-com:vml" Requires="v">
                  <p:oleObj spid="_x0000_s300068" name="公式" r:id="rId5" imgW="152280" imgH="164880" progId="Equation.3">
                    <p:embed/>
                  </p:oleObj>
                </mc:Choice>
                <mc:Fallback>
                  <p:oleObj name="公式" r:id="rId5" imgW="152280" imgH="164880" progId="Equation.3">
                    <p:embed/>
                    <p:pic>
                      <p:nvPicPr>
                        <p:cNvPr id="7" name="Object 1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8" y="1813"/>
                          <a:ext cx="300" cy="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8" name="Object 135"/>
          <p:cNvGraphicFramePr>
            <a:graphicFrameLocks noChangeAspect="1"/>
          </p:cNvGraphicFramePr>
          <p:nvPr/>
        </p:nvGraphicFramePr>
        <p:xfrm>
          <a:off x="3708400" y="1504950"/>
          <a:ext cx="2438400" cy="1066800"/>
        </p:xfrm>
        <a:graphic>
          <a:graphicData uri="http://schemas.openxmlformats.org/presentationml/2006/ole">
            <mc:AlternateContent xmlns:mc="http://schemas.openxmlformats.org/markup-compatibility/2006">
              <mc:Choice xmlns:v="urn:schemas-microsoft-com:vml" Requires="v">
                <p:oleObj spid="_x0000_s300069" name="Equation" r:id="rId7" imgW="939600" imgH="457200" progId="">
                  <p:embed/>
                </p:oleObj>
              </mc:Choice>
              <mc:Fallback>
                <p:oleObj name="Equation" r:id="rId7" imgW="939600" imgH="457200" progId="">
                  <p:embed/>
                  <p:pic>
                    <p:nvPicPr>
                      <p:cNvPr id="8" name="Object 1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08400" y="1504950"/>
                        <a:ext cx="2438400"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 name="Group 136"/>
          <p:cNvGrpSpPr>
            <a:grpSpLocks/>
          </p:cNvGrpSpPr>
          <p:nvPr/>
        </p:nvGrpSpPr>
        <p:grpSpPr bwMode="auto">
          <a:xfrm>
            <a:off x="889000" y="1785932"/>
            <a:ext cx="2971800" cy="571500"/>
            <a:chOff x="720" y="2431"/>
            <a:chExt cx="1872" cy="360"/>
          </a:xfrm>
        </p:grpSpPr>
        <p:sp>
          <p:nvSpPr>
            <p:cNvPr id="10" name="Text Box 137"/>
            <p:cNvSpPr txBox="1">
              <a:spLocks noChangeArrowheads="1"/>
            </p:cNvSpPr>
            <p:nvPr/>
          </p:nvSpPr>
          <p:spPr bwMode="auto">
            <a:xfrm>
              <a:off x="960" y="2464"/>
              <a:ext cx="1632" cy="327"/>
            </a:xfrm>
            <a:prstGeom prst="rect">
              <a:avLst/>
            </a:prstGeom>
            <a:noFill/>
            <a:ln w="9525">
              <a:noFill/>
              <a:miter lim="800000"/>
              <a:headEnd/>
              <a:tailEnd/>
            </a:ln>
            <a:effectLst/>
          </p:spPr>
          <p:txBody>
            <a:bodyPr>
              <a:spAutoFit/>
            </a:bodyPr>
            <a:lstStyle/>
            <a:p>
              <a:pPr>
                <a:spcBef>
                  <a:spcPct val="50000"/>
                </a:spcBef>
              </a:pPr>
              <a:r>
                <a:rPr kumimoji="1" lang="zh-CN" altLang="en-US" sz="2800" b="1" dirty="0">
                  <a:latin typeface="Times New Roman" pitchFamily="18" charset="0"/>
                </a:rPr>
                <a:t>与      轴的夹角</a:t>
              </a:r>
            </a:p>
          </p:txBody>
        </p:sp>
        <p:graphicFrame>
          <p:nvGraphicFramePr>
            <p:cNvPr id="11" name="Object 138"/>
            <p:cNvGraphicFramePr>
              <a:graphicFrameLocks noChangeAspect="1"/>
            </p:cNvGraphicFramePr>
            <p:nvPr/>
          </p:nvGraphicFramePr>
          <p:xfrm>
            <a:off x="720" y="2431"/>
            <a:ext cx="384" cy="299"/>
          </p:xfrm>
          <a:graphic>
            <a:graphicData uri="http://schemas.openxmlformats.org/presentationml/2006/ole">
              <mc:AlternateContent xmlns:mc="http://schemas.openxmlformats.org/markup-compatibility/2006">
                <mc:Choice xmlns:v="urn:schemas-microsoft-com:vml" Requires="v">
                  <p:oleObj spid="_x0000_s300070" name="公式" r:id="rId9" imgW="152280" imgH="164880" progId="Equation.3">
                    <p:embed/>
                  </p:oleObj>
                </mc:Choice>
                <mc:Fallback>
                  <p:oleObj name="公式" r:id="rId9" imgW="152280" imgH="164880" progId="Equation.3">
                    <p:embed/>
                    <p:pic>
                      <p:nvPicPr>
                        <p:cNvPr id="11" name="Object 1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0" y="2431"/>
                          <a:ext cx="384" cy="2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39"/>
            <p:cNvGraphicFramePr>
              <a:graphicFrameLocks noChangeAspect="1"/>
            </p:cNvGraphicFramePr>
            <p:nvPr/>
          </p:nvGraphicFramePr>
          <p:xfrm>
            <a:off x="1296" y="2455"/>
            <a:ext cx="306" cy="336"/>
          </p:xfrm>
          <a:graphic>
            <a:graphicData uri="http://schemas.openxmlformats.org/presentationml/2006/ole">
              <mc:AlternateContent xmlns:mc="http://schemas.openxmlformats.org/markup-compatibility/2006">
                <mc:Choice xmlns:v="urn:schemas-microsoft-com:vml" Requires="v">
                  <p:oleObj spid="_x0000_s300071" name="Equation" r:id="rId11" imgW="126720" imgH="139680" progId="Equation.3">
                    <p:embed/>
                  </p:oleObj>
                </mc:Choice>
                <mc:Fallback>
                  <p:oleObj name="Equation" r:id="rId11" imgW="126720" imgH="139680" progId="Equation.3">
                    <p:embed/>
                    <p:pic>
                      <p:nvPicPr>
                        <p:cNvPr id="12" name="Object 13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96" y="2455"/>
                          <a:ext cx="306"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3" name="AutoShape 140"/>
          <p:cNvSpPr>
            <a:spLocks noChangeArrowheads="1"/>
          </p:cNvSpPr>
          <p:nvPr/>
        </p:nvSpPr>
        <p:spPr bwMode="auto">
          <a:xfrm>
            <a:off x="6300788" y="1785932"/>
            <a:ext cx="1584325" cy="533400"/>
          </a:xfrm>
          <a:prstGeom prst="leftArrowCallout">
            <a:avLst>
              <a:gd name="adj1" fmla="val 25000"/>
              <a:gd name="adj2" fmla="val 25000"/>
              <a:gd name="adj3" fmla="val 49504"/>
              <a:gd name="adj4" fmla="val 66667"/>
            </a:avLst>
          </a:prstGeom>
          <a:solidFill>
            <a:schemeClr val="accent1"/>
          </a:solidFill>
          <a:ln w="9525">
            <a:solidFill>
              <a:schemeClr val="tx1"/>
            </a:solidFill>
            <a:miter lim="800000"/>
            <a:headEnd/>
            <a:tailEnd/>
          </a:ln>
          <a:effectLst/>
        </p:spPr>
        <p:txBody>
          <a:bodyPr wrap="none" anchor="ctr"/>
          <a:lstStyle/>
          <a:p>
            <a:pPr algn="ctr"/>
            <a:r>
              <a:rPr kumimoji="1" lang="zh-CN" altLang="en-US" sz="2800" dirty="0">
                <a:latin typeface="Times New Roman" pitchFamily="18" charset="0"/>
              </a:rPr>
              <a:t>不变</a:t>
            </a:r>
          </a:p>
        </p:txBody>
      </p:sp>
      <p:grpSp>
        <p:nvGrpSpPr>
          <p:cNvPr id="14" name="Group 141"/>
          <p:cNvGrpSpPr>
            <a:grpSpLocks/>
          </p:cNvGrpSpPr>
          <p:nvPr/>
        </p:nvGrpSpPr>
        <p:grpSpPr bwMode="auto">
          <a:xfrm>
            <a:off x="361920" y="2638415"/>
            <a:ext cx="8331201" cy="1524000"/>
            <a:chOff x="672" y="2928"/>
            <a:chExt cx="5248" cy="960"/>
          </a:xfrm>
        </p:grpSpPr>
        <p:sp>
          <p:nvSpPr>
            <p:cNvPr id="15" name="Text Box 142"/>
            <p:cNvSpPr txBox="1">
              <a:spLocks noChangeArrowheads="1"/>
            </p:cNvSpPr>
            <p:nvPr/>
          </p:nvSpPr>
          <p:spPr bwMode="auto">
            <a:xfrm>
              <a:off x="672" y="2928"/>
              <a:ext cx="5248" cy="330"/>
            </a:xfrm>
            <a:prstGeom prst="rect">
              <a:avLst/>
            </a:prstGeom>
            <a:noFill/>
            <a:ln w="9525">
              <a:noFill/>
              <a:miter lim="800000"/>
              <a:headEnd/>
              <a:tailEnd/>
            </a:ln>
            <a:effectLst/>
          </p:spPr>
          <p:txBody>
            <a:bodyPr wrap="square">
              <a:spAutoFit/>
            </a:bodyPr>
            <a:lstStyle/>
            <a:p>
              <a:pPr>
                <a:spcBef>
                  <a:spcPct val="50000"/>
                </a:spcBef>
              </a:pPr>
              <a:r>
                <a:rPr kumimoji="1" lang="zh-CN" altLang="en-US" sz="2800" dirty="0">
                  <a:latin typeface="Times New Roman" pitchFamily="18" charset="0"/>
                  <a:ea typeface="华文新魏" pitchFamily="2" charset="-122"/>
                </a:rPr>
                <a:t>由此可见：      的</a:t>
              </a:r>
              <a:r>
                <a:rPr kumimoji="1" lang="zh-CN" altLang="en-US" sz="2800" dirty="0">
                  <a:solidFill>
                    <a:srgbClr val="0000FF"/>
                  </a:solidFill>
                  <a:latin typeface="Times New Roman" pitchFamily="18" charset="0"/>
                  <a:ea typeface="华文新魏" pitchFamily="2" charset="-122"/>
                </a:rPr>
                <a:t>方向始终保持与      轴</a:t>
              </a:r>
              <a:r>
                <a:rPr kumimoji="1" lang="zh-CN" altLang="en-US" sz="2800" dirty="0" smtClean="0">
                  <a:solidFill>
                    <a:srgbClr val="0000FF"/>
                  </a:solidFill>
                  <a:latin typeface="Times New Roman" pitchFamily="18" charset="0"/>
                  <a:ea typeface="华文新魏" pitchFamily="2" charset="-122"/>
                </a:rPr>
                <a:t>成固定夹角</a:t>
              </a:r>
              <a:endParaRPr kumimoji="1" lang="zh-CN" altLang="en-US" sz="2800" dirty="0">
                <a:solidFill>
                  <a:srgbClr val="0000FF"/>
                </a:solidFill>
                <a:latin typeface="Times New Roman" pitchFamily="18" charset="0"/>
                <a:ea typeface="华文新魏" pitchFamily="2" charset="-122"/>
              </a:endParaRPr>
            </a:p>
          </p:txBody>
        </p:sp>
        <p:graphicFrame>
          <p:nvGraphicFramePr>
            <p:cNvPr id="16" name="Object 143"/>
            <p:cNvGraphicFramePr>
              <a:graphicFrameLocks noChangeAspect="1"/>
            </p:cNvGraphicFramePr>
            <p:nvPr/>
          </p:nvGraphicFramePr>
          <p:xfrm>
            <a:off x="1920" y="2928"/>
            <a:ext cx="336" cy="288"/>
          </p:xfrm>
          <a:graphic>
            <a:graphicData uri="http://schemas.openxmlformats.org/presentationml/2006/ole">
              <mc:AlternateContent xmlns:mc="http://schemas.openxmlformats.org/markup-compatibility/2006">
                <mc:Choice xmlns:v="urn:schemas-microsoft-com:vml" Requires="v">
                  <p:oleObj spid="_x0000_s300072" name="Equation" r:id="rId13" imgW="152280" imgH="203040" progId="Equation.3">
                    <p:embed/>
                  </p:oleObj>
                </mc:Choice>
                <mc:Fallback>
                  <p:oleObj name="Equation" r:id="rId13" imgW="152280" imgH="203040" progId="Equation.3">
                    <p:embed/>
                    <p:pic>
                      <p:nvPicPr>
                        <p:cNvPr id="16" name="Object 14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20" y="2928"/>
                          <a:ext cx="336"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44"/>
            <p:cNvGraphicFramePr>
              <a:graphicFrameLocks noChangeAspect="1"/>
            </p:cNvGraphicFramePr>
            <p:nvPr/>
          </p:nvGraphicFramePr>
          <p:xfrm>
            <a:off x="4032" y="2976"/>
            <a:ext cx="255" cy="280"/>
          </p:xfrm>
          <a:graphic>
            <a:graphicData uri="http://schemas.openxmlformats.org/presentationml/2006/ole">
              <mc:AlternateContent xmlns:mc="http://schemas.openxmlformats.org/markup-compatibility/2006">
                <mc:Choice xmlns:v="urn:schemas-microsoft-com:vml" Requires="v">
                  <p:oleObj spid="_x0000_s300073" name="Equation" r:id="rId15" imgW="126720" imgH="139680" progId="Equation.3">
                    <p:embed/>
                  </p:oleObj>
                </mc:Choice>
                <mc:Fallback>
                  <p:oleObj name="Equation" r:id="rId15" imgW="126720" imgH="139680" progId="Equation.3">
                    <p:embed/>
                    <p:pic>
                      <p:nvPicPr>
                        <p:cNvPr id="17" name="Object 14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32" y="2976"/>
                          <a:ext cx="255" cy="2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45"/>
            <p:cNvGraphicFramePr>
              <a:graphicFrameLocks noChangeAspect="1"/>
            </p:cNvGraphicFramePr>
            <p:nvPr/>
          </p:nvGraphicFramePr>
          <p:xfrm>
            <a:off x="672" y="3216"/>
            <a:ext cx="1536" cy="672"/>
          </p:xfrm>
          <a:graphic>
            <a:graphicData uri="http://schemas.openxmlformats.org/presentationml/2006/ole">
              <mc:AlternateContent xmlns:mc="http://schemas.openxmlformats.org/markup-compatibility/2006">
                <mc:Choice xmlns:v="urn:schemas-microsoft-com:vml" Requires="v">
                  <p:oleObj spid="_x0000_s300074" name="Equation" r:id="rId16" imgW="939600" imgH="457200" progId="">
                    <p:embed/>
                  </p:oleObj>
                </mc:Choice>
                <mc:Fallback>
                  <p:oleObj name="Equation" r:id="rId16" imgW="939600" imgH="457200" progId="">
                    <p:embed/>
                    <p:pic>
                      <p:nvPicPr>
                        <p:cNvPr id="18" name="Object 14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2" y="3216"/>
                          <a:ext cx="1536" cy="6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Text Box 146"/>
            <p:cNvSpPr txBox="1">
              <a:spLocks noChangeArrowheads="1"/>
            </p:cNvSpPr>
            <p:nvPr/>
          </p:nvSpPr>
          <p:spPr bwMode="auto">
            <a:xfrm>
              <a:off x="2160" y="3408"/>
              <a:ext cx="3312" cy="327"/>
            </a:xfrm>
            <a:prstGeom prst="rect">
              <a:avLst/>
            </a:prstGeom>
            <a:noFill/>
            <a:ln w="9525">
              <a:noFill/>
              <a:miter lim="800000"/>
              <a:headEnd/>
              <a:tailEnd/>
            </a:ln>
            <a:effectLst/>
          </p:spPr>
          <p:txBody>
            <a:bodyPr>
              <a:spAutoFit/>
            </a:bodyPr>
            <a:lstStyle/>
            <a:p>
              <a:pPr>
                <a:spcBef>
                  <a:spcPct val="50000"/>
                </a:spcBef>
              </a:pPr>
              <a:r>
                <a:rPr kumimoji="1" lang="zh-CN" altLang="en-US" sz="2800" dirty="0">
                  <a:latin typeface="Times New Roman" pitchFamily="18" charset="0"/>
                </a:rPr>
                <a:t>，</a:t>
              </a:r>
              <a:r>
                <a:rPr kumimoji="1" lang="zh-CN" altLang="en-US" sz="2800" dirty="0">
                  <a:latin typeface="Times New Roman" pitchFamily="18" charset="0"/>
                  <a:ea typeface="华文新魏" pitchFamily="2" charset="-122"/>
                </a:rPr>
                <a:t>故不同时刻    的末端轨迹始终</a:t>
              </a:r>
            </a:p>
          </p:txBody>
        </p:sp>
        <p:graphicFrame>
          <p:nvGraphicFramePr>
            <p:cNvPr id="20" name="Object 147"/>
            <p:cNvGraphicFramePr>
              <a:graphicFrameLocks noChangeAspect="1"/>
            </p:cNvGraphicFramePr>
            <p:nvPr/>
          </p:nvGraphicFramePr>
          <p:xfrm>
            <a:off x="3552" y="3456"/>
            <a:ext cx="336" cy="288"/>
          </p:xfrm>
          <a:graphic>
            <a:graphicData uri="http://schemas.openxmlformats.org/presentationml/2006/ole">
              <mc:AlternateContent xmlns:mc="http://schemas.openxmlformats.org/markup-compatibility/2006">
                <mc:Choice xmlns:v="urn:schemas-microsoft-com:vml" Requires="v">
                  <p:oleObj spid="_x0000_s300075" name="Equation" r:id="rId18" imgW="152280" imgH="203040" progId="Equation.3">
                    <p:embed/>
                  </p:oleObj>
                </mc:Choice>
                <mc:Fallback>
                  <p:oleObj name="Equation" r:id="rId18" imgW="152280" imgH="203040" progId="Equation.3">
                    <p:embed/>
                    <p:pic>
                      <p:nvPicPr>
                        <p:cNvPr id="20" name="Object 14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52" y="3456"/>
                          <a:ext cx="336"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1" name="Object 148"/>
          <p:cNvGraphicFramePr>
            <a:graphicFrameLocks noChangeAspect="1"/>
          </p:cNvGraphicFramePr>
          <p:nvPr/>
        </p:nvGraphicFramePr>
        <p:xfrm>
          <a:off x="1047720" y="4162415"/>
          <a:ext cx="404813" cy="444500"/>
        </p:xfrm>
        <a:graphic>
          <a:graphicData uri="http://schemas.openxmlformats.org/presentationml/2006/ole">
            <mc:AlternateContent xmlns:mc="http://schemas.openxmlformats.org/markup-compatibility/2006">
              <mc:Choice xmlns:v="urn:schemas-microsoft-com:vml" Requires="v">
                <p:oleObj spid="_x0000_s300076" name="Equation" r:id="rId19" imgW="126720" imgH="139680" progId="Equation.3">
                  <p:embed/>
                </p:oleObj>
              </mc:Choice>
              <mc:Fallback>
                <p:oleObj name="Equation" r:id="rId19" imgW="126720" imgH="139680" progId="Equation.3">
                  <p:embed/>
                  <p:pic>
                    <p:nvPicPr>
                      <p:cNvPr id="21" name="Object 14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47720" y="4162415"/>
                        <a:ext cx="404813"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149"/>
          <p:cNvSpPr txBox="1">
            <a:spLocks noChangeArrowheads="1"/>
          </p:cNvSpPr>
          <p:nvPr/>
        </p:nvSpPr>
        <p:spPr bwMode="auto">
          <a:xfrm>
            <a:off x="285720" y="4086215"/>
            <a:ext cx="7848600" cy="519112"/>
          </a:xfrm>
          <a:prstGeom prst="rect">
            <a:avLst/>
          </a:prstGeom>
          <a:noFill/>
          <a:ln w="9525">
            <a:noFill/>
            <a:miter lim="800000"/>
            <a:headEnd/>
            <a:tailEnd/>
          </a:ln>
          <a:effectLst/>
        </p:spPr>
        <p:txBody>
          <a:bodyPr>
            <a:spAutoFit/>
          </a:bodyPr>
          <a:lstStyle/>
          <a:p>
            <a:pPr>
              <a:spcBef>
                <a:spcPct val="50000"/>
              </a:spcBef>
            </a:pPr>
            <a:r>
              <a:rPr kumimoji="1" lang="zh-CN" altLang="en-US" sz="2800" dirty="0">
                <a:latin typeface="Times New Roman" pitchFamily="18" charset="0"/>
                <a:ea typeface="华文新魏" pitchFamily="2" charset="-122"/>
              </a:rPr>
              <a:t>在与    轴成夹角为      的直线上－－</a:t>
            </a:r>
            <a:r>
              <a:rPr kumimoji="1" lang="zh-CN" altLang="en-US" sz="2800" dirty="0">
                <a:solidFill>
                  <a:srgbClr val="FF0000"/>
                </a:solidFill>
                <a:latin typeface="Times New Roman" pitchFamily="18" charset="0"/>
                <a:ea typeface="华文新魏" pitchFamily="2" charset="-122"/>
              </a:rPr>
              <a:t>直线极化</a:t>
            </a:r>
            <a:r>
              <a:rPr kumimoji="1" lang="zh-CN" altLang="en-US" sz="2800" dirty="0">
                <a:latin typeface="Times New Roman" pitchFamily="18" charset="0"/>
                <a:ea typeface="华文新魏" pitchFamily="2" charset="-122"/>
              </a:rPr>
              <a:t>。</a:t>
            </a:r>
          </a:p>
        </p:txBody>
      </p:sp>
      <p:graphicFrame>
        <p:nvGraphicFramePr>
          <p:cNvPr id="23" name="Object 150"/>
          <p:cNvGraphicFramePr>
            <a:graphicFrameLocks noChangeAspect="1"/>
          </p:cNvGraphicFramePr>
          <p:nvPr/>
        </p:nvGraphicFramePr>
        <p:xfrm>
          <a:off x="3197195" y="4149715"/>
          <a:ext cx="542925" cy="496887"/>
        </p:xfrm>
        <a:graphic>
          <a:graphicData uri="http://schemas.openxmlformats.org/presentationml/2006/ole">
            <mc:AlternateContent xmlns:mc="http://schemas.openxmlformats.org/markup-compatibility/2006">
              <mc:Choice xmlns:v="urn:schemas-microsoft-com:vml" Requires="v">
                <p:oleObj spid="_x0000_s300077" name="Equation" r:id="rId20" imgW="152280" imgH="139680" progId="">
                  <p:embed/>
                </p:oleObj>
              </mc:Choice>
              <mc:Fallback>
                <p:oleObj name="Equation" r:id="rId20" imgW="152280" imgH="139680" progId="">
                  <p:embed/>
                  <p:pic>
                    <p:nvPicPr>
                      <p:cNvPr id="23" name="Object 15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197195" y="4149715"/>
                        <a:ext cx="542925" cy="496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373404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par>
                                <p:cTn id="11" presetID="3"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par>
                                <p:cTn id="14" presetID="3" presetClass="entr" presetSubtype="1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blinds(horizontal)">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blinds(horizontal)">
                                      <p:cBhvr>
                                        <p:cTn id="24" dur="500"/>
                                        <p:tgtEl>
                                          <p:spTgt spid="14"/>
                                        </p:tgtEl>
                                      </p:cBhvr>
                                    </p:animEffect>
                                  </p:childTnLst>
                                </p:cTn>
                              </p:par>
                              <p:par>
                                <p:cTn id="25" presetID="3" presetClass="entr" presetSubtype="1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linds(horizontal)">
                                      <p:cBhvr>
                                        <p:cTn id="27" dur="500"/>
                                        <p:tgtEl>
                                          <p:spTgt spid="21"/>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blinds(horizontal)">
                                      <p:cBhvr>
                                        <p:cTn id="30" dur="500"/>
                                        <p:tgtEl>
                                          <p:spTgt spid="22"/>
                                        </p:tgtEl>
                                      </p:cBhvr>
                                    </p:animEffect>
                                  </p:childTnLst>
                                </p:cTn>
                              </p:par>
                              <p:par>
                                <p:cTn id="31" presetID="3" presetClass="entr" presetSubtype="1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blinds(horizontal)">
                                      <p:cBhvr>
                                        <p:cTn id="3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2"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defRPr/>
            </a:pPr>
            <a:r>
              <a:rPr lang="en-US" altLang="zh-CN" smtClean="0"/>
              <a:t> </a:t>
            </a:r>
          </a:p>
        </p:txBody>
      </p:sp>
      <p:sp>
        <p:nvSpPr>
          <p:cNvPr id="24579" name="Rectangle 3" descr="Rectangle: Click to edit Master text styles&#10;Second level&#10;Third level&#10;Fourth level&#10;Fifth level"/>
          <p:cNvSpPr>
            <a:spLocks noGrp="1" noChangeArrowheads="1"/>
          </p:cNvSpPr>
          <p:nvPr>
            <p:ph type="body" idx="1"/>
          </p:nvPr>
        </p:nvSpPr>
        <p:spPr>
          <a:xfrm>
            <a:off x="685800" y="742950"/>
            <a:ext cx="4029076" cy="2257428"/>
          </a:xfrm>
        </p:spPr>
        <p:txBody>
          <a:bodyPr/>
          <a:lstStyle/>
          <a:p>
            <a:pPr lvl="1" eaLnBrk="1" hangingPunct="1"/>
            <a:r>
              <a:rPr lang="en-US" altLang="zh-CN" dirty="0" smtClean="0">
                <a:latin typeface="隶书" pitchFamily="49" charset="-122"/>
              </a:rPr>
              <a:t>4.2.2  </a:t>
            </a:r>
            <a:r>
              <a:rPr lang="zh-CN" altLang="en-US" dirty="0" smtClean="0">
                <a:solidFill>
                  <a:srgbClr val="C00000"/>
                </a:solidFill>
                <a:latin typeface="隶书" pitchFamily="49" charset="-122"/>
              </a:rPr>
              <a:t>圆极化</a:t>
            </a:r>
          </a:p>
          <a:p>
            <a:pPr eaLnBrk="1" hangingPunct="1"/>
            <a:r>
              <a:rPr lang="zh-CN" altLang="en-US" dirty="0" smtClean="0"/>
              <a:t>        如果</a:t>
            </a:r>
            <a:r>
              <a:rPr lang="en-US" altLang="zh-CN" i="1" dirty="0" smtClean="0">
                <a:solidFill>
                  <a:srgbClr val="C00000"/>
                </a:solidFill>
              </a:rPr>
              <a:t>E</a:t>
            </a:r>
            <a:r>
              <a:rPr lang="en-US" altLang="zh-CN" i="1" baseline="-25000" dirty="0" smtClean="0">
                <a:solidFill>
                  <a:srgbClr val="C00000"/>
                </a:solidFill>
              </a:rPr>
              <a:t>x</a:t>
            </a:r>
            <a:r>
              <a:rPr lang="zh-CN" altLang="en-US" dirty="0" smtClean="0">
                <a:solidFill>
                  <a:srgbClr val="C00000"/>
                </a:solidFill>
              </a:rPr>
              <a:t>和</a:t>
            </a:r>
            <a:r>
              <a:rPr lang="en-US" altLang="zh-CN" i="1" dirty="0" err="1" smtClean="0">
                <a:solidFill>
                  <a:srgbClr val="C00000"/>
                </a:solidFill>
              </a:rPr>
              <a:t>E</a:t>
            </a:r>
            <a:r>
              <a:rPr lang="en-US" altLang="zh-CN" i="1" baseline="-25000" dirty="0" err="1" smtClean="0">
                <a:solidFill>
                  <a:srgbClr val="C00000"/>
                </a:solidFill>
              </a:rPr>
              <a:t>y</a:t>
            </a:r>
            <a:r>
              <a:rPr lang="zh-CN" altLang="en-US" dirty="0" smtClean="0">
                <a:solidFill>
                  <a:srgbClr val="C00000"/>
                </a:solidFill>
              </a:rPr>
              <a:t>振幅相同</a:t>
            </a:r>
            <a:r>
              <a:rPr lang="zh-CN" altLang="en-US" dirty="0" smtClean="0"/>
              <a:t>，</a:t>
            </a:r>
            <a:r>
              <a:rPr lang="zh-CN" altLang="en-US" dirty="0" smtClean="0">
                <a:solidFill>
                  <a:srgbClr val="C00000"/>
                </a:solidFill>
              </a:rPr>
              <a:t>相位相差       </a:t>
            </a:r>
            <a:r>
              <a:rPr lang="zh-CN" altLang="en-US" dirty="0" smtClean="0"/>
              <a:t>，合成电场的矢端轨迹为圆，波为圆极化。</a:t>
            </a:r>
            <a:endParaRPr lang="zh-CN" altLang="en-US" dirty="0" smtClean="0">
              <a:latin typeface="宋体" pitchFamily="2" charset="-122"/>
            </a:endParaRPr>
          </a:p>
        </p:txBody>
      </p:sp>
      <p:sp>
        <p:nvSpPr>
          <p:cNvPr id="24580" name="Rectangle 5"/>
          <p:cNvSpPr>
            <a:spLocks noChangeArrowheads="1"/>
          </p:cNvSpPr>
          <p:nvPr/>
        </p:nvSpPr>
        <p:spPr bwMode="auto">
          <a:xfrm>
            <a:off x="0" y="224063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24581" name="Object 4"/>
          <p:cNvGraphicFramePr>
            <a:graphicFrameLocks noChangeAspect="1"/>
          </p:cNvGraphicFramePr>
          <p:nvPr/>
        </p:nvGraphicFramePr>
        <p:xfrm>
          <a:off x="3703635" y="1928808"/>
          <a:ext cx="582613" cy="578644"/>
        </p:xfrm>
        <a:graphic>
          <a:graphicData uri="http://schemas.openxmlformats.org/presentationml/2006/ole">
            <mc:AlternateContent xmlns:mc="http://schemas.openxmlformats.org/markup-compatibility/2006">
              <mc:Choice xmlns:v="urn:schemas-microsoft-com:vml" Requires="v">
                <p:oleObj spid="_x0000_s301064" name="公式" r:id="rId3" imgW="291973" imgH="393529" progId="Equation.3">
                  <p:embed/>
                </p:oleObj>
              </mc:Choice>
              <mc:Fallback>
                <p:oleObj name="公式" r:id="rId3" imgW="291973" imgH="393529" progId="Equation.3">
                  <p:embed/>
                  <p:pic>
                    <p:nvPicPr>
                      <p:cNvPr id="2458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3635" y="1928808"/>
                        <a:ext cx="582613" cy="5786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582" name="Rectangle 7"/>
          <p:cNvSpPr>
            <a:spLocks noChangeArrowheads="1"/>
          </p:cNvSpPr>
          <p:nvPr/>
        </p:nvSpPr>
        <p:spPr bwMode="auto">
          <a:xfrm>
            <a:off x="0" y="229778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24584" name="Rectangle 9"/>
          <p:cNvSpPr>
            <a:spLocks noChangeArrowheads="1"/>
          </p:cNvSpPr>
          <p:nvPr/>
        </p:nvSpPr>
        <p:spPr bwMode="auto">
          <a:xfrm>
            <a:off x="0" y="224063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24586" name="Rectangle 11"/>
          <p:cNvSpPr>
            <a:spLocks noChangeArrowheads="1"/>
          </p:cNvSpPr>
          <p:nvPr/>
        </p:nvSpPr>
        <p:spPr bwMode="auto">
          <a:xfrm>
            <a:off x="0" y="22156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13" name="Object 3"/>
          <p:cNvGraphicFramePr>
            <a:graphicFrameLocks noGrp="1" noChangeAspect="1"/>
          </p:cNvGraphicFramePr>
          <p:nvPr/>
        </p:nvGraphicFramePr>
        <p:xfrm>
          <a:off x="5000628" y="979454"/>
          <a:ext cx="4095744" cy="3041287"/>
        </p:xfrm>
        <a:graphic>
          <a:graphicData uri="http://schemas.openxmlformats.org/presentationml/2006/ole">
            <mc:AlternateContent xmlns:mc="http://schemas.openxmlformats.org/markup-compatibility/2006">
              <mc:Choice xmlns:v="urn:schemas-microsoft-com:vml" Requires="v">
                <p:oleObj spid="_x0000_s301065" r:id="rId5" imgW="10600000" imgH="10495238" progId="">
                  <p:embed/>
                </p:oleObj>
              </mc:Choice>
              <mc:Fallback>
                <p:oleObj r:id="rId5" imgW="10600000" imgH="10495238" progId="">
                  <p:embed/>
                  <p:pic>
                    <p:nvPicPr>
                      <p:cNvPr id="13" name="Object 3"/>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0628" y="979454"/>
                        <a:ext cx="4095744" cy="3041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6"/>
          <p:cNvSpPr>
            <a:spLocks noChangeArrowheads="1"/>
          </p:cNvSpPr>
          <p:nvPr/>
        </p:nvSpPr>
        <p:spPr bwMode="auto">
          <a:xfrm>
            <a:off x="5496288" y="4248870"/>
            <a:ext cx="31476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1" hangingPunct="1"/>
            <a:r>
              <a:rPr lang="zh-CN" altLang="en-US" sz="2400" b="1" dirty="0">
                <a:solidFill>
                  <a:srgbClr val="000000"/>
                </a:solidFill>
                <a:latin typeface="宋体" pitchFamily="2" charset="-122"/>
              </a:rPr>
              <a:t>图</a:t>
            </a:r>
            <a:r>
              <a:rPr lang="en-US" altLang="zh-CN" sz="2400" b="1" dirty="0">
                <a:solidFill>
                  <a:srgbClr val="000000"/>
                </a:solidFill>
                <a:latin typeface="宋体" pitchFamily="2" charset="-122"/>
              </a:rPr>
              <a:t>4.6  </a:t>
            </a:r>
            <a:r>
              <a:rPr lang="zh-CN" altLang="en-US" sz="2400" b="1" dirty="0">
                <a:solidFill>
                  <a:srgbClr val="000000"/>
                </a:solidFill>
                <a:latin typeface="宋体" pitchFamily="2" charset="-122"/>
              </a:rPr>
              <a:t>右旋圆极化 </a:t>
            </a:r>
          </a:p>
        </p:txBody>
      </p:sp>
    </p:spTree>
    <p:extLst>
      <p:ext uri="{BB962C8B-B14F-4D97-AF65-F5344CB8AC3E}">
        <p14:creationId xmlns:p14="http://schemas.microsoft.com/office/powerpoint/2010/main" val="37560127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34"/>
          <p:cNvSpPr txBox="1">
            <a:spLocks noChangeArrowheads="1"/>
          </p:cNvSpPr>
          <p:nvPr/>
        </p:nvSpPr>
        <p:spPr bwMode="auto">
          <a:xfrm>
            <a:off x="539552" y="258986"/>
            <a:ext cx="1828800" cy="519112"/>
          </a:xfrm>
          <a:prstGeom prst="rect">
            <a:avLst/>
          </a:prstGeom>
          <a:noFill/>
          <a:ln w="9525">
            <a:noFill/>
            <a:miter lim="800000"/>
            <a:headEnd/>
            <a:tailEnd/>
          </a:ln>
          <a:effectLst/>
        </p:spPr>
        <p:txBody>
          <a:bodyPr>
            <a:spAutoFit/>
          </a:bodyPr>
          <a:lstStyle/>
          <a:p>
            <a:pPr>
              <a:spcBef>
                <a:spcPct val="50000"/>
              </a:spcBef>
            </a:pPr>
            <a:r>
              <a:rPr kumimoji="1" lang="zh-CN" altLang="en-US" sz="2800" dirty="0" smtClean="0">
                <a:latin typeface="Times New Roman" pitchFamily="18" charset="0"/>
              </a:rPr>
              <a:t>证明</a:t>
            </a:r>
            <a:r>
              <a:rPr kumimoji="1" lang="zh-CN" altLang="en-US" sz="2800" dirty="0">
                <a:latin typeface="Times New Roman" pitchFamily="18" charset="0"/>
              </a:rPr>
              <a:t>：</a:t>
            </a:r>
          </a:p>
        </p:txBody>
      </p:sp>
      <p:sp>
        <p:nvSpPr>
          <p:cNvPr id="5" name="Text Box 135"/>
          <p:cNvSpPr txBox="1">
            <a:spLocks noChangeArrowheads="1"/>
          </p:cNvSpPr>
          <p:nvPr/>
        </p:nvSpPr>
        <p:spPr bwMode="auto">
          <a:xfrm>
            <a:off x="1790139" y="195486"/>
            <a:ext cx="5029200" cy="519112"/>
          </a:xfrm>
          <a:prstGeom prst="rect">
            <a:avLst/>
          </a:prstGeom>
          <a:noFill/>
          <a:ln w="9525">
            <a:noFill/>
            <a:miter lim="800000"/>
            <a:headEnd/>
            <a:tailEnd/>
          </a:ln>
          <a:effectLst/>
        </p:spPr>
        <p:txBody>
          <a:bodyPr>
            <a:spAutoFit/>
          </a:bodyPr>
          <a:lstStyle/>
          <a:p>
            <a:pPr>
              <a:spcBef>
                <a:spcPct val="50000"/>
              </a:spcBef>
            </a:pPr>
            <a:r>
              <a:rPr kumimoji="1" lang="zh-CN" altLang="en-US" sz="2800" dirty="0">
                <a:solidFill>
                  <a:srgbClr val="000000"/>
                </a:solidFill>
                <a:latin typeface="Times New Roman" pitchFamily="18" charset="0"/>
                <a:ea typeface="华文新魏" pitchFamily="2" charset="-122"/>
              </a:rPr>
              <a:t>考虑 </a:t>
            </a:r>
            <a:r>
              <a:rPr kumimoji="1" lang="en-US" altLang="zh-CN" sz="2800" dirty="0">
                <a:solidFill>
                  <a:srgbClr val="000000"/>
                </a:solidFill>
                <a:latin typeface="Times New Roman" pitchFamily="18" charset="0"/>
                <a:ea typeface="华文新魏" pitchFamily="2" charset="-122"/>
              </a:rPr>
              <a:t>z=0</a:t>
            </a:r>
            <a:r>
              <a:rPr kumimoji="1" lang="zh-CN" altLang="en-US" sz="2800" dirty="0">
                <a:solidFill>
                  <a:srgbClr val="000000"/>
                </a:solidFill>
                <a:latin typeface="Times New Roman" pitchFamily="18" charset="0"/>
                <a:ea typeface="华文新魏" pitchFamily="2" charset="-122"/>
              </a:rPr>
              <a:t>的 </a:t>
            </a:r>
            <a:r>
              <a:rPr kumimoji="1" lang="en-US" altLang="zh-CN" sz="2800" dirty="0" err="1">
                <a:solidFill>
                  <a:srgbClr val="000000"/>
                </a:solidFill>
                <a:latin typeface="Times New Roman" pitchFamily="18" charset="0"/>
                <a:ea typeface="华文新魏" pitchFamily="2" charset="-122"/>
              </a:rPr>
              <a:t>xoy</a:t>
            </a:r>
            <a:r>
              <a:rPr kumimoji="1" lang="en-US" altLang="zh-CN" sz="2800" dirty="0">
                <a:solidFill>
                  <a:srgbClr val="000000"/>
                </a:solidFill>
                <a:latin typeface="Times New Roman" pitchFamily="18" charset="0"/>
                <a:ea typeface="华文新魏" pitchFamily="2" charset="-122"/>
              </a:rPr>
              <a:t> </a:t>
            </a:r>
            <a:r>
              <a:rPr kumimoji="1" lang="zh-CN" altLang="en-US" sz="2800" dirty="0">
                <a:solidFill>
                  <a:srgbClr val="000000"/>
                </a:solidFill>
                <a:latin typeface="Times New Roman" pitchFamily="18" charset="0"/>
                <a:ea typeface="华文新魏" pitchFamily="2" charset="-122"/>
              </a:rPr>
              <a:t>平面，</a:t>
            </a:r>
          </a:p>
        </p:txBody>
      </p:sp>
      <p:sp>
        <p:nvSpPr>
          <p:cNvPr id="6" name="Text Box 136"/>
          <p:cNvSpPr txBox="1">
            <a:spLocks noChangeArrowheads="1"/>
          </p:cNvSpPr>
          <p:nvPr/>
        </p:nvSpPr>
        <p:spPr bwMode="auto">
          <a:xfrm>
            <a:off x="539552" y="868586"/>
            <a:ext cx="1219200" cy="519112"/>
          </a:xfrm>
          <a:prstGeom prst="rect">
            <a:avLst/>
          </a:prstGeom>
          <a:noFill/>
          <a:ln w="9525">
            <a:noFill/>
            <a:miter lim="800000"/>
            <a:headEnd/>
            <a:tailEnd/>
          </a:ln>
          <a:effectLst/>
        </p:spPr>
        <p:txBody>
          <a:bodyPr>
            <a:spAutoFit/>
          </a:bodyPr>
          <a:lstStyle/>
          <a:p>
            <a:pPr marL="457200" indent="-457200">
              <a:spcBef>
                <a:spcPct val="50000"/>
              </a:spcBef>
              <a:buFontTx/>
              <a:buAutoNum type="arabicParenR"/>
            </a:pPr>
            <a:r>
              <a:rPr kumimoji="1" lang="en-US" altLang="zh-CN" sz="2800" dirty="0">
                <a:latin typeface="Times New Roman" pitchFamily="18" charset="0"/>
              </a:rPr>
              <a:t> </a:t>
            </a:r>
            <a:r>
              <a:rPr kumimoji="1" lang="zh-CN" altLang="en-US" sz="2800" dirty="0">
                <a:latin typeface="Times New Roman" pitchFamily="18" charset="0"/>
              </a:rPr>
              <a:t>令</a:t>
            </a:r>
          </a:p>
        </p:txBody>
      </p:sp>
      <p:graphicFrame>
        <p:nvGraphicFramePr>
          <p:cNvPr id="7" name="Object 137"/>
          <p:cNvGraphicFramePr>
            <a:graphicFrameLocks noChangeAspect="1"/>
          </p:cNvGraphicFramePr>
          <p:nvPr>
            <p:extLst/>
          </p:nvPr>
        </p:nvGraphicFramePr>
        <p:xfrm>
          <a:off x="1822252" y="868586"/>
          <a:ext cx="3681413" cy="838200"/>
        </p:xfrm>
        <a:graphic>
          <a:graphicData uri="http://schemas.openxmlformats.org/presentationml/2006/ole">
            <mc:AlternateContent xmlns:mc="http://schemas.openxmlformats.org/markup-compatibility/2006">
              <mc:Choice xmlns:v="urn:schemas-microsoft-com:vml" Requires="v">
                <p:oleObj spid="_x0000_s302106" name="Equation" r:id="rId3" imgW="1993680" imgH="393480" progId="Equation.DSMT4">
                  <p:embed/>
                </p:oleObj>
              </mc:Choice>
              <mc:Fallback>
                <p:oleObj name="Equation" r:id="rId3" imgW="1993680" imgH="393480" progId="Equation.DSMT4">
                  <p:embed/>
                  <p:pic>
                    <p:nvPicPr>
                      <p:cNvPr id="7" name="Object 1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2252" y="868586"/>
                        <a:ext cx="3681413"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139"/>
          <p:cNvSpPr txBox="1">
            <a:spLocks noChangeArrowheads="1"/>
          </p:cNvSpPr>
          <p:nvPr/>
        </p:nvSpPr>
        <p:spPr bwMode="auto">
          <a:xfrm>
            <a:off x="704652" y="1805211"/>
            <a:ext cx="533400" cy="519113"/>
          </a:xfrm>
          <a:prstGeom prst="rect">
            <a:avLst/>
          </a:prstGeom>
          <a:noFill/>
          <a:ln w="9525">
            <a:noFill/>
            <a:miter lim="800000"/>
            <a:headEnd/>
            <a:tailEnd/>
          </a:ln>
          <a:effectLst/>
        </p:spPr>
        <p:txBody>
          <a:bodyPr>
            <a:spAutoFit/>
          </a:bodyPr>
          <a:lstStyle/>
          <a:p>
            <a:pPr>
              <a:spcBef>
                <a:spcPct val="50000"/>
              </a:spcBef>
            </a:pPr>
            <a:r>
              <a:rPr kumimoji="1" lang="zh-CN" altLang="en-US" sz="2800">
                <a:latin typeface="Times New Roman" pitchFamily="18" charset="0"/>
              </a:rPr>
              <a:t>则</a:t>
            </a:r>
          </a:p>
        </p:txBody>
      </p:sp>
      <p:graphicFrame>
        <p:nvGraphicFramePr>
          <p:cNvPr id="10" name="Object 140"/>
          <p:cNvGraphicFramePr>
            <a:graphicFrameLocks noChangeAspect="1"/>
          </p:cNvGraphicFramePr>
          <p:nvPr>
            <p:extLst/>
          </p:nvPr>
        </p:nvGraphicFramePr>
        <p:xfrm>
          <a:off x="1568252" y="1660748"/>
          <a:ext cx="3754438" cy="1125538"/>
        </p:xfrm>
        <a:graphic>
          <a:graphicData uri="http://schemas.openxmlformats.org/presentationml/2006/ole">
            <mc:AlternateContent xmlns:mc="http://schemas.openxmlformats.org/markup-compatibility/2006">
              <mc:Choice xmlns:v="urn:schemas-microsoft-com:vml" Requires="v">
                <p:oleObj spid="_x0000_s302107" name="Equation" r:id="rId5" imgW="1384200" imgH="482400" progId="Equation.DSMT4">
                  <p:embed/>
                </p:oleObj>
              </mc:Choice>
              <mc:Fallback>
                <p:oleObj name="Equation" r:id="rId5" imgW="1384200" imgH="482400" progId="Equation.DSMT4">
                  <p:embed/>
                  <p:pic>
                    <p:nvPicPr>
                      <p:cNvPr id="10" name="Object 1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68252" y="1660748"/>
                        <a:ext cx="3754438" cy="1125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AutoShape 141"/>
          <p:cNvSpPr>
            <a:spLocks/>
          </p:cNvSpPr>
          <p:nvPr/>
        </p:nvSpPr>
        <p:spPr bwMode="auto">
          <a:xfrm>
            <a:off x="1390452" y="1859186"/>
            <a:ext cx="152400" cy="685800"/>
          </a:xfrm>
          <a:prstGeom prst="leftBrace">
            <a:avLst>
              <a:gd name="adj1" fmla="val 37500"/>
              <a:gd name="adj2" fmla="val 50000"/>
            </a:avLst>
          </a:prstGeom>
          <a:noFill/>
          <a:ln w="9525">
            <a:solidFill>
              <a:schemeClr val="tx1"/>
            </a:solidFill>
            <a:round/>
            <a:headEnd/>
            <a:tailEnd/>
          </a:ln>
          <a:effectLst/>
        </p:spPr>
        <p:txBody>
          <a:bodyPr wrap="none" anchor="ctr"/>
          <a:lstStyle/>
          <a:p>
            <a:endParaRPr lang="zh-CN" altLang="en-US"/>
          </a:p>
        </p:txBody>
      </p:sp>
      <p:graphicFrame>
        <p:nvGraphicFramePr>
          <p:cNvPr id="12" name="Object 142"/>
          <p:cNvGraphicFramePr>
            <a:graphicFrameLocks noChangeAspect="1"/>
          </p:cNvGraphicFramePr>
          <p:nvPr>
            <p:extLst/>
          </p:nvPr>
        </p:nvGraphicFramePr>
        <p:xfrm>
          <a:off x="1149152" y="2849786"/>
          <a:ext cx="533400" cy="635000"/>
        </p:xfrm>
        <a:graphic>
          <a:graphicData uri="http://schemas.openxmlformats.org/presentationml/2006/ole">
            <mc:AlternateContent xmlns:mc="http://schemas.openxmlformats.org/markup-compatibility/2006">
              <mc:Choice xmlns:v="urn:schemas-microsoft-com:vml" Requires="v">
                <p:oleObj spid="_x0000_s302108" name="Equation" r:id="rId7" imgW="152280" imgH="203040" progId="Equation.3">
                  <p:embed/>
                </p:oleObj>
              </mc:Choice>
              <mc:Fallback>
                <p:oleObj name="Equation" r:id="rId7" imgW="152280" imgH="203040" progId="Equation.3">
                  <p:embed/>
                  <p:pic>
                    <p:nvPicPr>
                      <p:cNvPr id="12" name="Object 1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9152" y="2849786"/>
                        <a:ext cx="533400" cy="63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 Box 143"/>
          <p:cNvSpPr txBox="1">
            <a:spLocks noChangeArrowheads="1"/>
          </p:cNvSpPr>
          <p:nvPr/>
        </p:nvSpPr>
        <p:spPr bwMode="auto">
          <a:xfrm>
            <a:off x="1606352" y="3002186"/>
            <a:ext cx="1828800" cy="519112"/>
          </a:xfrm>
          <a:prstGeom prst="rect">
            <a:avLst/>
          </a:prstGeom>
          <a:noFill/>
          <a:ln w="9525">
            <a:noFill/>
            <a:miter lim="800000"/>
            <a:headEnd/>
            <a:tailEnd/>
          </a:ln>
          <a:effectLst/>
        </p:spPr>
        <p:txBody>
          <a:bodyPr>
            <a:spAutoFit/>
          </a:bodyPr>
          <a:lstStyle/>
          <a:p>
            <a:pPr>
              <a:spcBef>
                <a:spcPct val="50000"/>
              </a:spcBef>
            </a:pPr>
            <a:r>
              <a:rPr kumimoji="1" lang="zh-CN" altLang="en-US" sz="2800" dirty="0">
                <a:latin typeface="Times New Roman" pitchFamily="18" charset="0"/>
                <a:ea typeface="华文新魏" pitchFamily="2" charset="-122"/>
              </a:rPr>
              <a:t>的</a:t>
            </a:r>
            <a:r>
              <a:rPr kumimoji="1" lang="zh-CN" altLang="en-US" sz="2800" dirty="0">
                <a:solidFill>
                  <a:srgbClr val="FF0000"/>
                </a:solidFill>
                <a:latin typeface="Times New Roman" pitchFamily="18" charset="0"/>
                <a:ea typeface="华文新魏" pitchFamily="2" charset="-122"/>
              </a:rPr>
              <a:t>幅度</a:t>
            </a:r>
            <a:r>
              <a:rPr kumimoji="1" lang="zh-CN" altLang="en-US" sz="2800" dirty="0">
                <a:latin typeface="Times New Roman" pitchFamily="18" charset="0"/>
                <a:ea typeface="华文新魏" pitchFamily="2" charset="-122"/>
              </a:rPr>
              <a:t>为</a:t>
            </a:r>
            <a:r>
              <a:rPr kumimoji="1" lang="en-US" altLang="zh-CN" sz="2800" dirty="0">
                <a:latin typeface="Times New Roman" pitchFamily="18" charset="0"/>
                <a:ea typeface="华文新魏" pitchFamily="2" charset="-122"/>
              </a:rPr>
              <a:t>:</a:t>
            </a:r>
          </a:p>
        </p:txBody>
      </p:sp>
      <p:graphicFrame>
        <p:nvGraphicFramePr>
          <p:cNvPr id="14" name="Object 144"/>
          <p:cNvGraphicFramePr>
            <a:graphicFrameLocks noChangeAspect="1"/>
          </p:cNvGraphicFramePr>
          <p:nvPr>
            <p:extLst/>
          </p:nvPr>
        </p:nvGraphicFramePr>
        <p:xfrm>
          <a:off x="3358952" y="2773586"/>
          <a:ext cx="2667000" cy="838200"/>
        </p:xfrm>
        <a:graphic>
          <a:graphicData uri="http://schemas.openxmlformats.org/presentationml/2006/ole">
            <mc:AlternateContent xmlns:mc="http://schemas.openxmlformats.org/markup-compatibility/2006">
              <mc:Choice xmlns:v="urn:schemas-microsoft-com:vml" Requires="v">
                <p:oleObj spid="_x0000_s302109" name="公式" r:id="rId9" imgW="1320480" imgH="317160" progId="Equation.3">
                  <p:embed/>
                </p:oleObj>
              </mc:Choice>
              <mc:Fallback>
                <p:oleObj name="公式" r:id="rId9" imgW="1320480" imgH="317160" progId="Equation.3">
                  <p:embed/>
                  <p:pic>
                    <p:nvPicPr>
                      <p:cNvPr id="14" name="Object 144"/>
                      <p:cNvPicPr>
                        <a:picLocks noChangeAspect="1" noChangeArrowheads="1"/>
                      </p:cNvPicPr>
                      <p:nvPr/>
                    </p:nvPicPr>
                    <p:blipFill>
                      <a:blip r:embed="rId10"/>
                      <a:srcRect/>
                      <a:stretch>
                        <a:fillRect/>
                      </a:stretch>
                    </p:blipFill>
                    <p:spPr bwMode="auto">
                      <a:xfrm>
                        <a:off x="3358952" y="2773586"/>
                        <a:ext cx="26670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AutoShape 145"/>
          <p:cNvSpPr>
            <a:spLocks noChangeArrowheads="1"/>
          </p:cNvSpPr>
          <p:nvPr/>
        </p:nvSpPr>
        <p:spPr bwMode="auto">
          <a:xfrm>
            <a:off x="6254552" y="2925986"/>
            <a:ext cx="1295400" cy="533400"/>
          </a:xfrm>
          <a:prstGeom prst="leftArrowCallout">
            <a:avLst>
              <a:gd name="adj1" fmla="val 25000"/>
              <a:gd name="adj2" fmla="val 25000"/>
              <a:gd name="adj3" fmla="val 40476"/>
              <a:gd name="adj4" fmla="val 66667"/>
            </a:avLst>
          </a:prstGeom>
          <a:solidFill>
            <a:schemeClr val="accent1"/>
          </a:solidFill>
          <a:ln w="9525">
            <a:solidFill>
              <a:schemeClr val="tx1"/>
            </a:solidFill>
            <a:miter lim="800000"/>
            <a:headEnd/>
            <a:tailEnd/>
          </a:ln>
          <a:effectLst/>
        </p:spPr>
        <p:txBody>
          <a:bodyPr wrap="none" anchor="ctr"/>
          <a:lstStyle/>
          <a:p>
            <a:pPr algn="ctr"/>
            <a:r>
              <a:rPr kumimoji="1" lang="zh-CN" altLang="en-US" sz="2800">
                <a:latin typeface="Times New Roman" pitchFamily="18" charset="0"/>
              </a:rPr>
              <a:t>不变</a:t>
            </a:r>
          </a:p>
        </p:txBody>
      </p:sp>
      <p:grpSp>
        <p:nvGrpSpPr>
          <p:cNvPr id="16" name="Group 127"/>
          <p:cNvGrpSpPr>
            <a:grpSpLocks/>
          </p:cNvGrpSpPr>
          <p:nvPr/>
        </p:nvGrpSpPr>
        <p:grpSpPr bwMode="auto">
          <a:xfrm>
            <a:off x="1187723" y="3500784"/>
            <a:ext cx="4910137" cy="655638"/>
            <a:chOff x="649" y="477"/>
            <a:chExt cx="3312" cy="516"/>
          </a:xfrm>
        </p:grpSpPr>
        <p:graphicFrame>
          <p:nvGraphicFramePr>
            <p:cNvPr id="17" name="Object 128"/>
            <p:cNvGraphicFramePr>
              <a:graphicFrameLocks noChangeAspect="1"/>
            </p:cNvGraphicFramePr>
            <p:nvPr/>
          </p:nvGraphicFramePr>
          <p:xfrm>
            <a:off x="649" y="477"/>
            <a:ext cx="1836" cy="516"/>
          </p:xfrm>
          <a:graphic>
            <a:graphicData uri="http://schemas.openxmlformats.org/presentationml/2006/ole">
              <mc:AlternateContent xmlns:mc="http://schemas.openxmlformats.org/markup-compatibility/2006">
                <mc:Choice xmlns:v="urn:schemas-microsoft-com:vml" Requires="v">
                  <p:oleObj spid="_x0000_s302110" name="Equation" r:id="rId11" imgW="1257120" imgH="266400" progId="Equation.3">
                    <p:embed/>
                  </p:oleObj>
                </mc:Choice>
                <mc:Fallback>
                  <p:oleObj name="Equation" r:id="rId11" imgW="1257120" imgH="266400" progId="Equation.3">
                    <p:embed/>
                    <p:pic>
                      <p:nvPicPr>
                        <p:cNvPr id="17" name="Object 1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9" y="477"/>
                          <a:ext cx="1836" cy="5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AutoShape 129"/>
            <p:cNvSpPr>
              <a:spLocks noChangeArrowheads="1"/>
            </p:cNvSpPr>
            <p:nvPr/>
          </p:nvSpPr>
          <p:spPr bwMode="auto">
            <a:xfrm>
              <a:off x="2665" y="477"/>
              <a:ext cx="1296" cy="480"/>
            </a:xfrm>
            <a:prstGeom prst="leftArrowCallout">
              <a:avLst>
                <a:gd name="adj1" fmla="val 25000"/>
                <a:gd name="adj2" fmla="val 25000"/>
                <a:gd name="adj3" fmla="val 45000"/>
                <a:gd name="adj4" fmla="val 66667"/>
              </a:avLst>
            </a:prstGeom>
            <a:solidFill>
              <a:schemeClr val="accent1"/>
            </a:solidFill>
            <a:ln w="9525">
              <a:solidFill>
                <a:schemeClr val="tx1"/>
              </a:solidFill>
              <a:miter lim="800000"/>
              <a:headEnd/>
              <a:tailEnd/>
            </a:ln>
            <a:effectLst/>
          </p:spPr>
          <p:txBody>
            <a:bodyPr wrap="none" anchor="ctr"/>
            <a:lstStyle/>
            <a:p>
              <a:pPr algn="ctr"/>
              <a:r>
                <a:rPr kumimoji="1" lang="zh-CN" altLang="en-US" sz="2800" b="1">
                  <a:latin typeface="Times New Roman" pitchFamily="18" charset="0"/>
                </a:rPr>
                <a:t>圆方程</a:t>
              </a:r>
            </a:p>
          </p:txBody>
        </p:sp>
      </p:grpSp>
      <p:grpSp>
        <p:nvGrpSpPr>
          <p:cNvPr id="19" name="Group 130"/>
          <p:cNvGrpSpPr>
            <a:grpSpLocks/>
          </p:cNvGrpSpPr>
          <p:nvPr/>
        </p:nvGrpSpPr>
        <p:grpSpPr bwMode="auto">
          <a:xfrm>
            <a:off x="900385" y="4292947"/>
            <a:ext cx="2971800" cy="609600"/>
            <a:chOff x="720" y="2352"/>
            <a:chExt cx="1872" cy="384"/>
          </a:xfrm>
        </p:grpSpPr>
        <p:sp>
          <p:nvSpPr>
            <p:cNvPr id="20" name="Text Box 131"/>
            <p:cNvSpPr txBox="1">
              <a:spLocks noChangeArrowheads="1"/>
            </p:cNvSpPr>
            <p:nvPr/>
          </p:nvSpPr>
          <p:spPr bwMode="auto">
            <a:xfrm>
              <a:off x="960" y="2400"/>
              <a:ext cx="1632" cy="327"/>
            </a:xfrm>
            <a:prstGeom prst="rect">
              <a:avLst/>
            </a:prstGeom>
            <a:noFill/>
            <a:ln w="9525">
              <a:noFill/>
              <a:miter lim="800000"/>
              <a:headEnd/>
              <a:tailEnd/>
            </a:ln>
            <a:effectLst/>
          </p:spPr>
          <p:txBody>
            <a:bodyPr>
              <a:spAutoFit/>
            </a:bodyPr>
            <a:lstStyle/>
            <a:p>
              <a:pPr>
                <a:spcBef>
                  <a:spcPct val="50000"/>
                </a:spcBef>
              </a:pPr>
              <a:r>
                <a:rPr kumimoji="1" lang="zh-CN" altLang="en-US" sz="2800" b="1">
                  <a:latin typeface="Times New Roman" pitchFamily="18" charset="0"/>
                </a:rPr>
                <a:t>与      轴的夹角</a:t>
              </a:r>
            </a:p>
          </p:txBody>
        </p:sp>
        <p:graphicFrame>
          <p:nvGraphicFramePr>
            <p:cNvPr id="21" name="Object 132"/>
            <p:cNvGraphicFramePr>
              <a:graphicFrameLocks noChangeAspect="1"/>
            </p:cNvGraphicFramePr>
            <p:nvPr/>
          </p:nvGraphicFramePr>
          <p:xfrm>
            <a:off x="720" y="2352"/>
            <a:ext cx="384" cy="368"/>
          </p:xfrm>
          <a:graphic>
            <a:graphicData uri="http://schemas.openxmlformats.org/presentationml/2006/ole">
              <mc:AlternateContent xmlns:mc="http://schemas.openxmlformats.org/markup-compatibility/2006">
                <mc:Choice xmlns:v="urn:schemas-microsoft-com:vml" Requires="v">
                  <p:oleObj spid="_x0000_s302111" name="Equation" r:id="rId13" imgW="152280" imgH="203040" progId="Equation.3">
                    <p:embed/>
                  </p:oleObj>
                </mc:Choice>
                <mc:Fallback>
                  <p:oleObj name="Equation" r:id="rId13" imgW="152280" imgH="203040" progId="Equation.3">
                    <p:embed/>
                    <p:pic>
                      <p:nvPicPr>
                        <p:cNvPr id="21" name="Object 1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0" y="2352"/>
                          <a:ext cx="384" cy="3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133"/>
            <p:cNvGraphicFramePr>
              <a:graphicFrameLocks noChangeAspect="1"/>
            </p:cNvGraphicFramePr>
            <p:nvPr/>
          </p:nvGraphicFramePr>
          <p:xfrm>
            <a:off x="1296" y="2400"/>
            <a:ext cx="306" cy="336"/>
          </p:xfrm>
          <a:graphic>
            <a:graphicData uri="http://schemas.openxmlformats.org/presentationml/2006/ole">
              <mc:AlternateContent xmlns:mc="http://schemas.openxmlformats.org/markup-compatibility/2006">
                <mc:Choice xmlns:v="urn:schemas-microsoft-com:vml" Requires="v">
                  <p:oleObj spid="_x0000_s302112" name="Equation" r:id="rId15" imgW="126720" imgH="139680" progId="Equation.3">
                    <p:embed/>
                  </p:oleObj>
                </mc:Choice>
                <mc:Fallback>
                  <p:oleObj name="Equation" r:id="rId15" imgW="126720" imgH="139680" progId="Equation.3">
                    <p:embed/>
                    <p:pic>
                      <p:nvPicPr>
                        <p:cNvPr id="22" name="Object 13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96" y="2400"/>
                          <a:ext cx="306"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3" name="Object 134"/>
          <p:cNvGraphicFramePr>
            <a:graphicFrameLocks noChangeAspect="1"/>
          </p:cNvGraphicFramePr>
          <p:nvPr>
            <p:extLst/>
          </p:nvPr>
        </p:nvGraphicFramePr>
        <p:xfrm>
          <a:off x="3853135" y="4077047"/>
          <a:ext cx="3959225" cy="942975"/>
        </p:xfrm>
        <a:graphic>
          <a:graphicData uri="http://schemas.openxmlformats.org/presentationml/2006/ole">
            <mc:AlternateContent xmlns:mc="http://schemas.openxmlformats.org/markup-compatibility/2006">
              <mc:Choice xmlns:v="urn:schemas-microsoft-com:vml" Requires="v">
                <p:oleObj spid="_x0000_s302113" name="Equation" r:id="rId17" imgW="1676160" imgH="457200" progId="Equation.DSMT4">
                  <p:embed/>
                </p:oleObj>
              </mc:Choice>
              <mc:Fallback>
                <p:oleObj name="Equation" r:id="rId17" imgW="1676160" imgH="457200" progId="Equation.DSMT4">
                  <p:embed/>
                  <p:pic>
                    <p:nvPicPr>
                      <p:cNvPr id="23" name="Object 13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53135" y="4077047"/>
                        <a:ext cx="395922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99"/>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532019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linds(horizontal)">
                                      <p:cBhvr>
                                        <p:cTn id="17" dur="500"/>
                                        <p:tgtEl>
                                          <p:spTgt spid="16"/>
                                        </p:tgtEl>
                                      </p:cBhvr>
                                    </p:animEffect>
                                  </p:childTnLst>
                                </p:cTn>
                              </p:par>
                              <p:par>
                                <p:cTn id="18" presetID="3" presetClass="entr" presetSubtype="10" fill="hold"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blinds(horizontal)">
                                      <p:cBhvr>
                                        <p:cTn id="20" dur="500"/>
                                        <p:tgtEl>
                                          <p:spTgt spid="19"/>
                                        </p:tgtEl>
                                      </p:cBhvr>
                                    </p:animEffect>
                                  </p:childTnLst>
                                </p:cTn>
                              </p:par>
                              <p:par>
                                <p:cTn id="21" presetID="3" presetClass="entr" presetSubtype="1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blinds(horizontal)">
                                      <p:cBhvr>
                                        <p:cTn id="2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animBg="1"/>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04314"/>
            <a:ext cx="7772400" cy="857250"/>
          </a:xfrm>
        </p:spPr>
        <p:txBody>
          <a:bodyPr/>
          <a:lstStyle/>
          <a:p>
            <a:r>
              <a:rPr kumimoji="1" lang="zh-CN" altLang="en-US" dirty="0">
                <a:latin typeface="Times New Roman" pitchFamily="18" charset="0"/>
              </a:rPr>
              <a:t>右旋、左旋圆极化波</a:t>
            </a:r>
            <a:endParaRPr lang="zh-CN" altLang="en-US" dirty="0"/>
          </a:p>
        </p:txBody>
      </p:sp>
      <p:grpSp>
        <p:nvGrpSpPr>
          <p:cNvPr id="4" name="Group 136"/>
          <p:cNvGrpSpPr>
            <a:grpSpLocks/>
          </p:cNvGrpSpPr>
          <p:nvPr/>
        </p:nvGrpSpPr>
        <p:grpSpPr bwMode="auto">
          <a:xfrm>
            <a:off x="395288" y="968410"/>
            <a:ext cx="8255000" cy="1039812"/>
            <a:chOff x="249" y="1706"/>
            <a:chExt cx="5200" cy="655"/>
          </a:xfrm>
        </p:grpSpPr>
        <p:graphicFrame>
          <p:nvGraphicFramePr>
            <p:cNvPr id="5" name="Object 137"/>
            <p:cNvGraphicFramePr>
              <a:graphicFrameLocks noChangeAspect="1"/>
            </p:cNvGraphicFramePr>
            <p:nvPr>
              <p:extLst/>
            </p:nvPr>
          </p:nvGraphicFramePr>
          <p:xfrm>
            <a:off x="612" y="1706"/>
            <a:ext cx="3312" cy="655"/>
          </p:xfrm>
          <a:graphic>
            <a:graphicData uri="http://schemas.openxmlformats.org/presentationml/2006/ole">
              <mc:AlternateContent xmlns:mc="http://schemas.openxmlformats.org/markup-compatibility/2006">
                <mc:Choice xmlns:v="urn:schemas-microsoft-com:vml" Requires="v">
                  <p:oleObj spid="_x0000_s303118" name="Equation" r:id="rId3" imgW="1803240" imgH="393480" progId="Equation.DSMT4">
                    <p:embed/>
                  </p:oleObj>
                </mc:Choice>
                <mc:Fallback>
                  <p:oleObj name="Equation" r:id="rId3" imgW="1803240" imgH="393480" progId="Equation.DSMT4">
                    <p:embed/>
                    <p:pic>
                      <p:nvPicPr>
                        <p:cNvPr id="5" name="Object 1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 y="1706"/>
                          <a:ext cx="3312" cy="655"/>
                        </a:xfrm>
                        <a:prstGeom prst="rect">
                          <a:avLst/>
                        </a:prstGeom>
                        <a:solidFill>
                          <a:schemeClr val="accent1">
                            <a:lumMod val="20000"/>
                            <a:lumOff val="80000"/>
                          </a:schemeClr>
                        </a:solidFill>
                        <a:extLst/>
                      </p:spPr>
                    </p:pic>
                  </p:oleObj>
                </mc:Fallback>
              </mc:AlternateContent>
            </a:graphicData>
          </a:graphic>
        </p:graphicFrame>
        <p:sp>
          <p:nvSpPr>
            <p:cNvPr id="6" name="Rectangle 138"/>
            <p:cNvSpPr>
              <a:spLocks noChangeArrowheads="1"/>
            </p:cNvSpPr>
            <p:nvPr/>
          </p:nvSpPr>
          <p:spPr bwMode="auto">
            <a:xfrm>
              <a:off x="3969" y="1832"/>
              <a:ext cx="1480" cy="330"/>
            </a:xfrm>
            <a:prstGeom prst="rect">
              <a:avLst/>
            </a:prstGeom>
            <a:noFill/>
            <a:ln w="9525">
              <a:noFill/>
              <a:miter lim="800000"/>
              <a:headEnd/>
              <a:tailEnd/>
            </a:ln>
            <a:effectLst/>
          </p:spPr>
          <p:txBody>
            <a:bodyPr wrap="none">
              <a:spAutoFit/>
            </a:bodyPr>
            <a:lstStyle/>
            <a:p>
              <a:r>
                <a:rPr kumimoji="1" lang="zh-CN" altLang="en-US" sz="2800" b="1" dirty="0">
                  <a:solidFill>
                    <a:srgbClr val="C00000"/>
                  </a:solidFill>
                  <a:latin typeface="Times New Roman" pitchFamily="18" charset="0"/>
                </a:rPr>
                <a:t>右旋圆极化</a:t>
              </a:r>
              <a:r>
                <a:rPr kumimoji="1" lang="zh-CN" altLang="en-US" sz="2800" b="1" dirty="0">
                  <a:solidFill>
                    <a:schemeClr val="bg2">
                      <a:lumMod val="50000"/>
                    </a:schemeClr>
                  </a:solidFill>
                  <a:latin typeface="Times New Roman" pitchFamily="18" charset="0"/>
                </a:rPr>
                <a:t>波</a:t>
              </a:r>
            </a:p>
          </p:txBody>
        </p:sp>
        <p:sp>
          <p:nvSpPr>
            <p:cNvPr id="7" name="Rectangle 139"/>
            <p:cNvSpPr>
              <a:spLocks noChangeArrowheads="1"/>
            </p:cNvSpPr>
            <p:nvPr/>
          </p:nvSpPr>
          <p:spPr bwMode="auto">
            <a:xfrm>
              <a:off x="249" y="1888"/>
              <a:ext cx="341" cy="327"/>
            </a:xfrm>
            <a:prstGeom prst="rect">
              <a:avLst/>
            </a:prstGeom>
            <a:noFill/>
            <a:ln w="9525">
              <a:noFill/>
              <a:miter lim="800000"/>
              <a:headEnd/>
              <a:tailEnd/>
            </a:ln>
            <a:effectLst/>
          </p:spPr>
          <p:txBody>
            <a:bodyPr wrap="none">
              <a:spAutoFit/>
            </a:bodyPr>
            <a:lstStyle/>
            <a:p>
              <a:r>
                <a:rPr kumimoji="1" lang="zh-CN" altLang="en-US" sz="2800" b="1">
                  <a:solidFill>
                    <a:schemeClr val="bg2">
                      <a:lumMod val="50000"/>
                    </a:schemeClr>
                  </a:solidFill>
                  <a:latin typeface="Times New Roman" pitchFamily="18" charset="0"/>
                </a:rPr>
                <a:t>当</a:t>
              </a:r>
            </a:p>
          </p:txBody>
        </p:sp>
      </p:grpSp>
      <p:graphicFrame>
        <p:nvGraphicFramePr>
          <p:cNvPr id="8" name="Object 140"/>
          <p:cNvGraphicFramePr>
            <a:graphicFrameLocks noChangeAspect="1"/>
          </p:cNvGraphicFramePr>
          <p:nvPr>
            <p:extLst/>
          </p:nvPr>
        </p:nvGraphicFramePr>
        <p:xfrm>
          <a:off x="6572263" y="1616482"/>
          <a:ext cx="2105011" cy="2084254"/>
        </p:xfrm>
        <a:graphic>
          <a:graphicData uri="http://schemas.openxmlformats.org/presentationml/2006/ole">
            <mc:AlternateContent xmlns:mc="http://schemas.openxmlformats.org/markup-compatibility/2006">
              <mc:Choice xmlns:v="urn:schemas-microsoft-com:vml" Requires="v">
                <p:oleObj spid="_x0000_s303119" r:id="rId5" imgW="10600000" imgH="10495238" progId="">
                  <p:embed/>
                </p:oleObj>
              </mc:Choice>
              <mc:Fallback>
                <p:oleObj r:id="rId5" imgW="10600000" imgH="10495238" progId="">
                  <p:embed/>
                  <p:pic>
                    <p:nvPicPr>
                      <p:cNvPr id="8" name="Object 1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2263" y="1616482"/>
                        <a:ext cx="2105011" cy="2084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141"/>
          <p:cNvSpPr>
            <a:spLocks noChangeArrowheads="1"/>
          </p:cNvSpPr>
          <p:nvPr/>
        </p:nvSpPr>
        <p:spPr bwMode="auto">
          <a:xfrm>
            <a:off x="6300788" y="3545308"/>
            <a:ext cx="2663825" cy="457200"/>
          </a:xfrm>
          <a:prstGeom prst="rect">
            <a:avLst/>
          </a:prstGeom>
          <a:noFill/>
          <a:ln w="9525">
            <a:noFill/>
            <a:miter lim="800000"/>
            <a:headEnd/>
            <a:tailEnd/>
          </a:ln>
          <a:effectLst/>
        </p:spPr>
        <p:txBody>
          <a:bodyPr anchor="ctr">
            <a:spAutoFit/>
          </a:bodyPr>
          <a:lstStyle/>
          <a:p>
            <a:r>
              <a:rPr lang="zh-CN" altLang="en-US" sz="2000" b="1" dirty="0">
                <a:solidFill>
                  <a:srgbClr val="000000"/>
                </a:solidFill>
                <a:latin typeface="宋体" charset="-122"/>
              </a:rPr>
              <a:t>图</a:t>
            </a:r>
            <a:r>
              <a:rPr lang="en-US" altLang="zh-CN" sz="2000" b="1" dirty="0">
                <a:solidFill>
                  <a:srgbClr val="000000"/>
                </a:solidFill>
                <a:latin typeface="宋体" charset="-122"/>
              </a:rPr>
              <a:t>3.6  </a:t>
            </a:r>
            <a:r>
              <a:rPr lang="zh-CN" altLang="en-US" sz="2000" b="1" dirty="0">
                <a:solidFill>
                  <a:srgbClr val="000000"/>
                </a:solidFill>
                <a:latin typeface="宋体" charset="-122"/>
              </a:rPr>
              <a:t>右旋圆极化</a:t>
            </a:r>
            <a:r>
              <a:rPr lang="zh-CN" altLang="en-US" sz="2400" b="1" dirty="0">
                <a:solidFill>
                  <a:srgbClr val="000000"/>
                </a:solidFill>
                <a:latin typeface="宋体" charset="-122"/>
              </a:rPr>
              <a:t> </a:t>
            </a:r>
          </a:p>
        </p:txBody>
      </p:sp>
      <p:sp>
        <p:nvSpPr>
          <p:cNvPr id="10" name="Text Box 146"/>
          <p:cNvSpPr txBox="1">
            <a:spLocks noChangeArrowheads="1"/>
          </p:cNvSpPr>
          <p:nvPr/>
        </p:nvSpPr>
        <p:spPr bwMode="auto">
          <a:xfrm>
            <a:off x="250825" y="1976472"/>
            <a:ext cx="6193383" cy="946150"/>
          </a:xfrm>
          <a:prstGeom prst="rect">
            <a:avLst/>
          </a:prstGeom>
          <a:solidFill>
            <a:srgbClr val="66FFCC"/>
          </a:solidFill>
          <a:ln w="9525">
            <a:noFill/>
            <a:miter lim="800000"/>
            <a:headEnd/>
            <a:tailEnd/>
          </a:ln>
          <a:effectLst/>
        </p:spPr>
        <p:txBody>
          <a:bodyPr wrap="square">
            <a:spAutoFit/>
          </a:bodyPr>
          <a:lstStyle/>
          <a:p>
            <a:pPr>
              <a:spcBef>
                <a:spcPct val="50000"/>
              </a:spcBef>
            </a:pPr>
            <a:r>
              <a:rPr kumimoji="1" lang="zh-CN" altLang="en-US" sz="2800" b="1" dirty="0">
                <a:solidFill>
                  <a:srgbClr val="660033"/>
                </a:solidFill>
                <a:latin typeface="Times New Roman" pitchFamily="18" charset="0"/>
              </a:rPr>
              <a:t>（</a:t>
            </a:r>
            <a:r>
              <a:rPr kumimoji="1" lang="zh-CN" altLang="en-US" sz="2400" b="1" dirty="0">
                <a:solidFill>
                  <a:srgbClr val="660033"/>
                </a:solidFill>
                <a:latin typeface="Times New Roman" pitchFamily="18" charset="0"/>
              </a:rPr>
              <a:t>电场矢端旋转方向与电波传播方向成右手螺旋关系</a:t>
            </a:r>
            <a:r>
              <a:rPr kumimoji="1" lang="zh-CN" altLang="en-US" sz="2800" b="1" dirty="0">
                <a:solidFill>
                  <a:srgbClr val="660033"/>
                </a:solidFill>
                <a:latin typeface="Times New Roman" pitchFamily="18" charset="0"/>
              </a:rPr>
              <a:t>）</a:t>
            </a:r>
          </a:p>
        </p:txBody>
      </p:sp>
      <p:grpSp>
        <p:nvGrpSpPr>
          <p:cNvPr id="11" name="Group 142"/>
          <p:cNvGrpSpPr>
            <a:grpSpLocks/>
          </p:cNvGrpSpPr>
          <p:nvPr/>
        </p:nvGrpSpPr>
        <p:grpSpPr bwMode="auto">
          <a:xfrm>
            <a:off x="395983" y="2945973"/>
            <a:ext cx="6048377" cy="1214252"/>
            <a:chOff x="295" y="2741"/>
            <a:chExt cx="3810" cy="877"/>
          </a:xfrm>
        </p:grpSpPr>
        <p:graphicFrame>
          <p:nvGraphicFramePr>
            <p:cNvPr id="12" name="Object 143"/>
            <p:cNvGraphicFramePr>
              <a:graphicFrameLocks noChangeAspect="1"/>
            </p:cNvGraphicFramePr>
            <p:nvPr>
              <p:extLst/>
            </p:nvPr>
          </p:nvGraphicFramePr>
          <p:xfrm>
            <a:off x="643" y="2741"/>
            <a:ext cx="2030" cy="877"/>
          </p:xfrm>
          <a:graphic>
            <a:graphicData uri="http://schemas.openxmlformats.org/presentationml/2006/ole">
              <mc:AlternateContent xmlns:mc="http://schemas.openxmlformats.org/markup-compatibility/2006">
                <mc:Choice xmlns:v="urn:schemas-microsoft-com:vml" Requires="v">
                  <p:oleObj spid="_x0000_s303120" name="Equation" r:id="rId7" imgW="1104840" imgH="634680" progId="Equation.DSMT4">
                    <p:embed/>
                  </p:oleObj>
                </mc:Choice>
                <mc:Fallback>
                  <p:oleObj name="Equation" r:id="rId7" imgW="1104840" imgH="634680" progId="Equation.DSMT4">
                    <p:embed/>
                    <p:pic>
                      <p:nvPicPr>
                        <p:cNvPr id="12" name="Object 1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3" y="2741"/>
                          <a:ext cx="2030" cy="877"/>
                        </a:xfrm>
                        <a:prstGeom prst="rect">
                          <a:avLst/>
                        </a:prstGeom>
                        <a:solidFill>
                          <a:schemeClr val="tx2">
                            <a:lumMod val="20000"/>
                            <a:lumOff val="80000"/>
                          </a:schemeClr>
                        </a:solidFill>
                        <a:extLst/>
                      </p:spPr>
                    </p:pic>
                  </p:oleObj>
                </mc:Fallback>
              </mc:AlternateContent>
            </a:graphicData>
          </a:graphic>
        </p:graphicFrame>
        <p:sp>
          <p:nvSpPr>
            <p:cNvPr id="13" name="Rectangle 144"/>
            <p:cNvSpPr>
              <a:spLocks noChangeArrowheads="1"/>
            </p:cNvSpPr>
            <p:nvPr/>
          </p:nvSpPr>
          <p:spPr bwMode="auto">
            <a:xfrm>
              <a:off x="2632" y="3206"/>
              <a:ext cx="1473" cy="378"/>
            </a:xfrm>
            <a:prstGeom prst="rect">
              <a:avLst/>
            </a:prstGeom>
            <a:noFill/>
            <a:ln w="9525">
              <a:noFill/>
              <a:miter lim="800000"/>
              <a:headEnd/>
              <a:tailEnd/>
            </a:ln>
            <a:effectLst/>
          </p:spPr>
          <p:txBody>
            <a:bodyPr wrap="none">
              <a:spAutoFit/>
            </a:bodyPr>
            <a:lstStyle/>
            <a:p>
              <a:r>
                <a:rPr kumimoji="1" lang="zh-CN" altLang="en-US" sz="2800" b="1" dirty="0">
                  <a:solidFill>
                    <a:srgbClr val="C00000"/>
                  </a:solidFill>
                  <a:latin typeface="Times New Roman" pitchFamily="18" charset="0"/>
                </a:rPr>
                <a:t>左旋圆极化</a:t>
              </a:r>
              <a:r>
                <a:rPr kumimoji="1" lang="zh-CN" altLang="en-US" sz="2800" b="1" dirty="0">
                  <a:solidFill>
                    <a:schemeClr val="bg2">
                      <a:lumMod val="50000"/>
                    </a:schemeClr>
                  </a:solidFill>
                  <a:latin typeface="Times New Roman" pitchFamily="18" charset="0"/>
                </a:rPr>
                <a:t>波</a:t>
              </a:r>
            </a:p>
          </p:txBody>
        </p:sp>
        <p:sp>
          <p:nvSpPr>
            <p:cNvPr id="14" name="Rectangle 145"/>
            <p:cNvSpPr>
              <a:spLocks noChangeArrowheads="1"/>
            </p:cNvSpPr>
            <p:nvPr/>
          </p:nvSpPr>
          <p:spPr bwMode="auto">
            <a:xfrm>
              <a:off x="295" y="2840"/>
              <a:ext cx="343" cy="378"/>
            </a:xfrm>
            <a:prstGeom prst="rect">
              <a:avLst/>
            </a:prstGeom>
            <a:noFill/>
            <a:ln w="9525">
              <a:noFill/>
              <a:miter lim="800000"/>
              <a:headEnd/>
              <a:tailEnd/>
            </a:ln>
            <a:effectLst/>
          </p:spPr>
          <p:txBody>
            <a:bodyPr wrap="none">
              <a:spAutoFit/>
            </a:bodyPr>
            <a:lstStyle/>
            <a:p>
              <a:r>
                <a:rPr kumimoji="1" lang="zh-CN" altLang="en-US" sz="2800" b="1" dirty="0">
                  <a:solidFill>
                    <a:schemeClr val="bg2">
                      <a:lumMod val="50000"/>
                    </a:schemeClr>
                  </a:solidFill>
                  <a:latin typeface="Times New Roman" pitchFamily="18" charset="0"/>
                </a:rPr>
                <a:t>当</a:t>
              </a:r>
            </a:p>
          </p:txBody>
        </p:sp>
      </p:grpSp>
      <p:sp>
        <p:nvSpPr>
          <p:cNvPr id="15" name="Text Box 147"/>
          <p:cNvSpPr txBox="1">
            <a:spLocks noChangeArrowheads="1"/>
          </p:cNvSpPr>
          <p:nvPr/>
        </p:nvSpPr>
        <p:spPr bwMode="auto">
          <a:xfrm>
            <a:off x="251520" y="4208770"/>
            <a:ext cx="8280920" cy="523220"/>
          </a:xfrm>
          <a:prstGeom prst="rect">
            <a:avLst/>
          </a:prstGeom>
          <a:solidFill>
            <a:srgbClr val="FFCC99"/>
          </a:solidFill>
          <a:ln w="9525">
            <a:noFill/>
            <a:miter lim="800000"/>
            <a:headEnd/>
            <a:tailEnd/>
          </a:ln>
          <a:effectLst/>
        </p:spPr>
        <p:txBody>
          <a:bodyPr wrap="square">
            <a:spAutoFit/>
          </a:bodyPr>
          <a:lstStyle/>
          <a:p>
            <a:pPr>
              <a:spcBef>
                <a:spcPct val="50000"/>
              </a:spcBef>
            </a:pPr>
            <a:r>
              <a:rPr kumimoji="1" lang="zh-CN" altLang="en-US" sz="2800" b="1" dirty="0">
                <a:solidFill>
                  <a:srgbClr val="660033"/>
                </a:solidFill>
                <a:latin typeface="Times New Roman" pitchFamily="18" charset="0"/>
              </a:rPr>
              <a:t>（</a:t>
            </a:r>
            <a:r>
              <a:rPr kumimoji="1" lang="zh-CN" altLang="en-US" sz="2400" b="1" dirty="0">
                <a:solidFill>
                  <a:srgbClr val="660033"/>
                </a:solidFill>
                <a:latin typeface="Times New Roman" pitchFamily="18" charset="0"/>
              </a:rPr>
              <a:t>电场矢端旋转方向与电波传播方向成左手螺旋关系</a:t>
            </a:r>
            <a:r>
              <a:rPr kumimoji="1" lang="zh-CN" altLang="en-US" sz="2800" b="1" dirty="0">
                <a:solidFill>
                  <a:srgbClr val="660033"/>
                </a:solidFill>
                <a:latin typeface="Times New Roman" pitchFamily="18" charset="0"/>
              </a:rPr>
              <a:t>）</a:t>
            </a:r>
          </a:p>
        </p:txBody>
      </p:sp>
      <p:graphicFrame>
        <p:nvGraphicFramePr>
          <p:cNvPr id="16" name="Object 146"/>
          <p:cNvGraphicFramePr>
            <a:graphicFrameLocks noChangeAspect="1"/>
          </p:cNvGraphicFramePr>
          <p:nvPr>
            <p:extLst/>
          </p:nvPr>
        </p:nvGraphicFramePr>
        <p:xfrm>
          <a:off x="6273802" y="233397"/>
          <a:ext cx="1296988" cy="935038"/>
        </p:xfrm>
        <a:graphic>
          <a:graphicData uri="http://schemas.openxmlformats.org/presentationml/2006/ole">
            <mc:AlternateContent xmlns:mc="http://schemas.openxmlformats.org/markup-compatibility/2006">
              <mc:Choice xmlns:v="urn:schemas-microsoft-com:vml" Requires="v">
                <p:oleObj spid="_x0000_s303121" name="Equation" r:id="rId9" imgW="520560" imgH="393480" progId="Equation.DSMT4">
                  <p:embed/>
                </p:oleObj>
              </mc:Choice>
              <mc:Fallback>
                <p:oleObj name="Equation" r:id="rId9" imgW="520560" imgH="393480" progId="Equation.DSMT4">
                  <p:embed/>
                  <p:pic>
                    <p:nvPicPr>
                      <p:cNvPr id="16" name="Object 14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73802" y="233397"/>
                        <a:ext cx="1296988" cy="935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19" name="矩形 18"/>
              <p:cNvSpPr/>
              <p:nvPr/>
            </p:nvSpPr>
            <p:spPr>
              <a:xfrm>
                <a:off x="4272068" y="3023130"/>
                <a:ext cx="888077" cy="624273"/>
              </a:xfrm>
              <a:prstGeom prst="rect">
                <a:avLst/>
              </a:prstGeom>
            </p:spPr>
            <p:txBody>
              <a:bodyPr wrap="square">
                <a:spAutoFit/>
              </a:bodyPr>
              <a:lstStyle/>
              <a:p>
                <a14:m>
                  <m:oMath xmlns:m="http://schemas.openxmlformats.org/officeDocument/2006/math">
                    <m:f>
                      <m:fPr>
                        <m:ctrlPr>
                          <a:rPr lang="en-US" altLang="zh-CN" sz="2400" i="1" smtClean="0">
                            <a:latin typeface="Cambria Math" panose="02040503050406030204" pitchFamily="18" charset="0"/>
                          </a:rPr>
                        </m:ctrlPr>
                      </m:fPr>
                      <m:num>
                        <m:r>
                          <a:rPr lang="en-US" altLang="zh-CN" sz="2400" b="0" i="1" smtClean="0">
                            <a:latin typeface="Cambria Math" panose="02040503050406030204" pitchFamily="18" charset="0"/>
                          </a:rPr>
                          <m:t>𝑑</m:t>
                        </m:r>
                        <m:r>
                          <a:rPr lang="zh-CN" altLang="en-US" sz="2400" b="0" i="1" smtClean="0">
                            <a:latin typeface="Cambria Math" panose="02040503050406030204" pitchFamily="18" charset="0"/>
                          </a:rPr>
                          <m:t>𝛼</m:t>
                        </m:r>
                      </m:num>
                      <m:den>
                        <m:r>
                          <a:rPr lang="en-US" altLang="zh-CN" sz="2400" b="0" i="1" smtClean="0">
                            <a:latin typeface="Cambria Math" panose="02040503050406030204" pitchFamily="18" charset="0"/>
                          </a:rPr>
                          <m:t>𝑑𝑡</m:t>
                        </m:r>
                      </m:den>
                    </m:f>
                  </m:oMath>
                </a14:m>
                <a:r>
                  <a:rPr lang="en-US" altLang="zh-CN" sz="2400" dirty="0" smtClean="0"/>
                  <a:t>&lt;0</a:t>
                </a:r>
                <a:endParaRPr lang="zh-CN" altLang="en-US" sz="2400" dirty="0"/>
              </a:p>
            </p:txBody>
          </p:sp>
        </mc:Choice>
        <mc:Fallback xmlns="">
          <p:sp>
            <p:nvSpPr>
              <p:cNvPr id="19" name="矩形 18"/>
              <p:cNvSpPr>
                <a:spLocks noRot="1" noChangeAspect="1" noMove="1" noResize="1" noEditPoints="1" noAdjustHandles="1" noChangeArrowheads="1" noChangeShapeType="1" noTextEdit="1"/>
              </p:cNvSpPr>
              <p:nvPr/>
            </p:nvSpPr>
            <p:spPr>
              <a:xfrm>
                <a:off x="4272068" y="3023130"/>
                <a:ext cx="888077" cy="624273"/>
              </a:xfrm>
              <a:prstGeom prst="rect">
                <a:avLst/>
              </a:prstGeom>
              <a:blipFill rotWithShape="0">
                <a:blip r:embed="rId11"/>
                <a:stretch>
                  <a:fillRect r="-4138" b="-88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330818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par>
                                <p:cTn id="11" presetID="3" presetClass="entr" presetSubtype="1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linds(horizontal)">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linds(horizontal)">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blinds(horizontal)">
                                      <p:cBhvr>
                                        <p:cTn id="29" dur="500"/>
                                        <p:tgtEl>
                                          <p:spTgt spid="15"/>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5" grpId="0" animBg="1"/>
      <p:bldP spid="19" grpId="0"/>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a:xfrm>
            <a:off x="6553200" y="5840395"/>
            <a:ext cx="2133600" cy="476250"/>
          </a:xfrm>
        </p:spPr>
        <p:txBody>
          <a:bodyPr/>
          <a:lstStyle/>
          <a:p>
            <a:fld id="{27EE4665-438D-4488-9A2B-ABF809813334}" type="slidenum">
              <a:rPr lang="en-US" altLang="zh-CN" b="1"/>
              <a:pPr/>
              <a:t>202</a:t>
            </a:fld>
            <a:endParaRPr lang="en-US" altLang="zh-CN" b="1"/>
          </a:p>
        </p:txBody>
      </p:sp>
      <p:sp>
        <p:nvSpPr>
          <p:cNvPr id="6" name="Text Box 127"/>
          <p:cNvSpPr txBox="1">
            <a:spLocks noChangeArrowheads="1"/>
          </p:cNvSpPr>
          <p:nvPr/>
        </p:nvSpPr>
        <p:spPr bwMode="auto">
          <a:xfrm>
            <a:off x="0" y="71420"/>
            <a:ext cx="7993063" cy="519113"/>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ea typeface="楷体_GB2312" pitchFamily="49" charset="-122"/>
              </a:rPr>
              <a:t>        </a:t>
            </a:r>
            <a:r>
              <a:rPr kumimoji="1" lang="zh-CN" altLang="en-US" sz="2800" b="1" dirty="0">
                <a:solidFill>
                  <a:srgbClr val="0000FF"/>
                </a:solidFill>
                <a:latin typeface="Times New Roman" pitchFamily="18" charset="0"/>
                <a:ea typeface="楷体_GB2312" pitchFamily="49" charset="-122"/>
              </a:rPr>
              <a:t>固定时刻，观察电场随传播方向的变化。</a:t>
            </a:r>
          </a:p>
        </p:txBody>
      </p:sp>
      <p:graphicFrame>
        <p:nvGraphicFramePr>
          <p:cNvPr id="7" name="Object 128"/>
          <p:cNvGraphicFramePr>
            <a:graphicFrameLocks noChangeAspect="1"/>
          </p:cNvGraphicFramePr>
          <p:nvPr/>
        </p:nvGraphicFramePr>
        <p:xfrm>
          <a:off x="758823" y="571486"/>
          <a:ext cx="3527425" cy="576262"/>
        </p:xfrm>
        <a:graphic>
          <a:graphicData uri="http://schemas.openxmlformats.org/presentationml/2006/ole">
            <mc:AlternateContent xmlns:mc="http://schemas.openxmlformats.org/markup-compatibility/2006">
              <mc:Choice xmlns:v="urn:schemas-microsoft-com:vml" Requires="v">
                <p:oleObj spid="_x0000_s304139" name="Equation" r:id="rId3" imgW="1218960" imgH="228600" progId="Equation.DSMT4">
                  <p:embed/>
                </p:oleObj>
              </mc:Choice>
              <mc:Fallback>
                <p:oleObj name="Equation" r:id="rId3" imgW="1218960" imgH="228600" progId="Equation.DSMT4">
                  <p:embed/>
                  <p:pic>
                    <p:nvPicPr>
                      <p:cNvPr id="7" name="Object 1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823" y="571486"/>
                        <a:ext cx="35274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99"/>
                            </a:solidFill>
                            <a:miter lim="800000"/>
                            <a:headEnd/>
                            <a:tailEnd/>
                          </a14:hiddenLine>
                        </a:ext>
                      </a:extLst>
                    </p:spPr>
                  </p:pic>
                </p:oleObj>
              </mc:Fallback>
            </mc:AlternateContent>
          </a:graphicData>
        </a:graphic>
      </p:graphicFrame>
      <p:graphicFrame>
        <p:nvGraphicFramePr>
          <p:cNvPr id="8" name="Object 130"/>
          <p:cNvGraphicFramePr>
            <a:graphicFrameLocks noChangeAspect="1"/>
          </p:cNvGraphicFramePr>
          <p:nvPr/>
        </p:nvGraphicFramePr>
        <p:xfrm>
          <a:off x="571472" y="928676"/>
          <a:ext cx="2008187" cy="909637"/>
        </p:xfrm>
        <a:graphic>
          <a:graphicData uri="http://schemas.openxmlformats.org/presentationml/2006/ole">
            <mc:AlternateContent xmlns:mc="http://schemas.openxmlformats.org/markup-compatibility/2006">
              <mc:Choice xmlns:v="urn:schemas-microsoft-com:vml" Requires="v">
                <p:oleObj spid="_x0000_s304140" name="Equation" r:id="rId5" imgW="787320" imgH="393480" progId="Equation.DSMT4">
                  <p:embed/>
                </p:oleObj>
              </mc:Choice>
              <mc:Fallback>
                <p:oleObj name="Equation" r:id="rId5" imgW="787320" imgH="393480" progId="Equation.DSMT4">
                  <p:embed/>
                  <p:pic>
                    <p:nvPicPr>
                      <p:cNvPr id="8" name="Object 1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472" y="928676"/>
                        <a:ext cx="2008187" cy="909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131"/>
          <p:cNvSpPr>
            <a:spLocks noChangeArrowheads="1"/>
          </p:cNvSpPr>
          <p:nvPr/>
        </p:nvSpPr>
        <p:spPr bwMode="auto">
          <a:xfrm>
            <a:off x="428596" y="1785932"/>
            <a:ext cx="6804025" cy="519113"/>
          </a:xfrm>
          <a:prstGeom prst="rect">
            <a:avLst/>
          </a:prstGeom>
          <a:noFill/>
          <a:ln w="9525">
            <a:noFill/>
            <a:miter lim="800000"/>
            <a:headEnd/>
            <a:tailEnd/>
          </a:ln>
          <a:effectLst/>
        </p:spPr>
        <p:txBody>
          <a:bodyPr>
            <a:spAutoFit/>
          </a:bodyPr>
          <a:lstStyle/>
          <a:p>
            <a:r>
              <a:rPr kumimoji="1" lang="zh-CN" altLang="en-US" sz="2800" b="1" dirty="0">
                <a:latin typeface="Times New Roman" pitchFamily="18" charset="0"/>
              </a:rPr>
              <a:t>即为</a:t>
            </a:r>
            <a:r>
              <a:rPr kumimoji="1" lang="zh-CN" altLang="en-US" sz="2800" b="1" dirty="0">
                <a:solidFill>
                  <a:srgbClr val="FF3300"/>
                </a:solidFill>
                <a:latin typeface="Times New Roman" pitchFamily="18" charset="0"/>
              </a:rPr>
              <a:t>右旋圆极化时相位角随</a:t>
            </a:r>
            <a:r>
              <a:rPr kumimoji="1" lang="en-US" altLang="zh-CN" sz="2800" b="1" dirty="0">
                <a:solidFill>
                  <a:srgbClr val="FF3300"/>
                </a:solidFill>
                <a:latin typeface="Times New Roman" pitchFamily="18" charset="0"/>
              </a:rPr>
              <a:t>z</a:t>
            </a:r>
            <a:r>
              <a:rPr kumimoji="1" lang="zh-CN" altLang="en-US" sz="2800" b="1" dirty="0">
                <a:solidFill>
                  <a:srgbClr val="FF3300"/>
                </a:solidFill>
                <a:latin typeface="Times New Roman" pitchFamily="18" charset="0"/>
              </a:rPr>
              <a:t>的增加递减</a:t>
            </a:r>
          </a:p>
        </p:txBody>
      </p:sp>
      <p:sp>
        <p:nvSpPr>
          <p:cNvPr id="10" name="Rectangle 132"/>
          <p:cNvSpPr>
            <a:spLocks noChangeArrowheads="1"/>
          </p:cNvSpPr>
          <p:nvPr/>
        </p:nvSpPr>
        <p:spPr bwMode="auto">
          <a:xfrm>
            <a:off x="285720" y="2214560"/>
            <a:ext cx="3062144" cy="2677656"/>
          </a:xfrm>
          <a:prstGeom prst="rect">
            <a:avLst/>
          </a:prstGeom>
          <a:solidFill>
            <a:srgbClr val="FFFFCC"/>
          </a:solidFill>
          <a:ln w="9525">
            <a:noFill/>
            <a:miter lim="800000"/>
            <a:headEnd/>
            <a:tailEnd/>
          </a:ln>
          <a:effectLst/>
        </p:spPr>
        <p:txBody>
          <a:bodyPr wrap="square">
            <a:spAutoFit/>
          </a:bodyPr>
          <a:lstStyle/>
          <a:p>
            <a:r>
              <a:rPr kumimoji="1" lang="zh-CN" altLang="en-US" sz="2800" b="1" dirty="0" smtClean="0">
                <a:solidFill>
                  <a:srgbClr val="660033"/>
                </a:solidFill>
                <a:latin typeface="Times New Roman" pitchFamily="18" charset="0"/>
              </a:rPr>
              <a:t>右旋</a:t>
            </a:r>
            <a:r>
              <a:rPr kumimoji="1" lang="zh-CN" altLang="en-US" sz="2800" b="1" dirty="0">
                <a:solidFill>
                  <a:srgbClr val="660033"/>
                </a:solidFill>
                <a:latin typeface="Times New Roman" pitchFamily="18" charset="0"/>
              </a:rPr>
              <a:t>圆极化电场矢端沿传播方向的螺旋线与传播方向是左旋关系；反之，左旋圆极化则为右旋关系。</a:t>
            </a:r>
          </a:p>
        </p:txBody>
      </p:sp>
      <p:graphicFrame>
        <p:nvGraphicFramePr>
          <p:cNvPr id="11" name="Object 133"/>
          <p:cNvGraphicFramePr>
            <a:graphicFrameLocks noChangeAspect="1"/>
          </p:cNvGraphicFramePr>
          <p:nvPr>
            <p:extLst/>
          </p:nvPr>
        </p:nvGraphicFramePr>
        <p:xfrm>
          <a:off x="3575114" y="2285998"/>
          <a:ext cx="4813310" cy="2138488"/>
        </p:xfrm>
        <a:graphic>
          <a:graphicData uri="http://schemas.openxmlformats.org/presentationml/2006/ole">
            <mc:AlternateContent xmlns:mc="http://schemas.openxmlformats.org/markup-compatibility/2006">
              <mc:Choice xmlns:v="urn:schemas-microsoft-com:vml" Requires="v">
                <p:oleObj spid="_x0000_s304141" r:id="rId7" imgW="22447619" imgH="9971429" progId="">
                  <p:embed/>
                </p:oleObj>
              </mc:Choice>
              <mc:Fallback>
                <p:oleObj r:id="rId7" imgW="22447619" imgH="9971429" progId="">
                  <p:embed/>
                  <p:pic>
                    <p:nvPicPr>
                      <p:cNvPr id="11" name="Object 1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75114" y="2285998"/>
                        <a:ext cx="4813310" cy="2138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134"/>
          <p:cNvSpPr>
            <a:spLocks noChangeArrowheads="1"/>
          </p:cNvSpPr>
          <p:nvPr/>
        </p:nvSpPr>
        <p:spPr bwMode="auto">
          <a:xfrm>
            <a:off x="2946163" y="4467539"/>
            <a:ext cx="5298245" cy="369332"/>
          </a:xfrm>
          <a:prstGeom prst="rect">
            <a:avLst/>
          </a:prstGeom>
          <a:noFill/>
          <a:ln w="9525">
            <a:noFill/>
            <a:miter lim="800000"/>
            <a:headEnd/>
            <a:tailEnd/>
          </a:ln>
          <a:effectLst/>
        </p:spPr>
        <p:txBody>
          <a:bodyPr wrap="none" anchor="ctr">
            <a:spAutoFit/>
          </a:bodyPr>
          <a:lstStyle/>
          <a:p>
            <a:pPr indent="571500" algn="ctr"/>
            <a:r>
              <a:rPr lang="zh-CN" altLang="en-US" b="1" dirty="0" smtClean="0">
                <a:solidFill>
                  <a:srgbClr val="000000"/>
                </a:solidFill>
                <a:latin typeface="宋体" charset="-122"/>
              </a:rPr>
              <a:t>图</a:t>
            </a:r>
            <a:r>
              <a:rPr lang="en-US" altLang="zh-CN" b="1" dirty="0" smtClean="0">
                <a:solidFill>
                  <a:srgbClr val="000000"/>
                </a:solidFill>
                <a:latin typeface="宋体" charset="-122"/>
              </a:rPr>
              <a:t>4.7  </a:t>
            </a:r>
            <a:r>
              <a:rPr lang="zh-CN" altLang="en-US" b="1" dirty="0">
                <a:solidFill>
                  <a:srgbClr val="000000"/>
                </a:solidFill>
                <a:latin typeface="宋体" charset="-122"/>
              </a:rPr>
              <a:t>固定时刻圆极化波的电场在空间分布</a:t>
            </a:r>
          </a:p>
        </p:txBody>
      </p:sp>
      <p:sp>
        <p:nvSpPr>
          <p:cNvPr id="2" name="矩形 1"/>
          <p:cNvSpPr/>
          <p:nvPr/>
        </p:nvSpPr>
        <p:spPr>
          <a:xfrm>
            <a:off x="4377284" y="2473881"/>
            <a:ext cx="1346844" cy="369332"/>
          </a:xfrm>
          <a:prstGeom prst="rect">
            <a:avLst/>
          </a:prstGeom>
        </p:spPr>
        <p:txBody>
          <a:bodyPr wrap="none">
            <a:spAutoFit/>
          </a:bodyPr>
          <a:lstStyle/>
          <a:p>
            <a:r>
              <a:rPr kumimoji="1" lang="zh-CN" altLang="en-US" b="1" dirty="0" smtClean="0">
                <a:solidFill>
                  <a:srgbClr val="660033"/>
                </a:solidFill>
                <a:latin typeface="Times New Roman" pitchFamily="18" charset="0"/>
              </a:rPr>
              <a:t>右旋</a:t>
            </a:r>
            <a:r>
              <a:rPr kumimoji="1" lang="zh-CN" altLang="en-US" b="1" dirty="0">
                <a:solidFill>
                  <a:srgbClr val="660033"/>
                </a:solidFill>
                <a:latin typeface="Times New Roman" pitchFamily="18" charset="0"/>
              </a:rPr>
              <a:t>圆极化</a:t>
            </a:r>
            <a:endParaRPr lang="zh-CN" altLang="en-US" dirty="0"/>
          </a:p>
        </p:txBody>
      </p:sp>
      <p:sp>
        <p:nvSpPr>
          <p:cNvPr id="13" name="矩形 12"/>
          <p:cNvSpPr/>
          <p:nvPr/>
        </p:nvSpPr>
        <p:spPr>
          <a:xfrm>
            <a:off x="7545636" y="2929690"/>
            <a:ext cx="1346844" cy="369332"/>
          </a:xfrm>
          <a:prstGeom prst="rect">
            <a:avLst/>
          </a:prstGeom>
        </p:spPr>
        <p:txBody>
          <a:bodyPr wrap="none">
            <a:spAutoFit/>
          </a:bodyPr>
          <a:lstStyle/>
          <a:p>
            <a:r>
              <a:rPr kumimoji="1" lang="zh-CN" altLang="en-US" b="1" dirty="0" smtClean="0">
                <a:solidFill>
                  <a:srgbClr val="660033"/>
                </a:solidFill>
                <a:latin typeface="Times New Roman" pitchFamily="18" charset="0"/>
              </a:rPr>
              <a:t>左旋</a:t>
            </a:r>
            <a:r>
              <a:rPr kumimoji="1" lang="zh-CN" altLang="en-US" b="1" dirty="0">
                <a:solidFill>
                  <a:srgbClr val="660033"/>
                </a:solidFill>
                <a:latin typeface="Times New Roman" pitchFamily="18" charset="0"/>
              </a:rPr>
              <a:t>圆极化</a:t>
            </a:r>
            <a:endParaRPr lang="zh-CN" altLang="en-US" dirty="0"/>
          </a:p>
        </p:txBody>
      </p:sp>
    </p:spTree>
    <p:extLst>
      <p:ext uri="{BB962C8B-B14F-4D97-AF65-F5344CB8AC3E}">
        <p14:creationId xmlns:p14="http://schemas.microsoft.com/office/powerpoint/2010/main" val="3021058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par>
                                <p:cTn id="11" presetID="3"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linds(horizontal)">
                                      <p:cBhvr>
                                        <p:cTn id="21" dur="500"/>
                                        <p:tgtEl>
                                          <p:spTgt spid="10"/>
                                        </p:tgtEl>
                                      </p:cBhvr>
                                    </p:animEffect>
                                  </p:childTnLst>
                                </p:cTn>
                              </p:par>
                              <p:par>
                                <p:cTn id="22" presetID="1"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animBg="1"/>
      <p:bldP spid="12" grpId="0"/>
      <p:bldP spid="2" grpId="0"/>
      <p:bldP spid="13" grpId="0"/>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defRPr/>
            </a:pPr>
            <a:r>
              <a:rPr lang="en-US" altLang="zh-CN" smtClean="0"/>
              <a:t> </a:t>
            </a:r>
          </a:p>
        </p:txBody>
      </p:sp>
      <p:sp>
        <p:nvSpPr>
          <p:cNvPr id="27651" name="Rectangle 3" descr="Rectangle: Click to edit Master text styles&#10;Second level&#10;Third level&#10;Fourth level&#10;Fifth level"/>
          <p:cNvSpPr>
            <a:spLocks noGrp="1" noChangeArrowheads="1"/>
          </p:cNvSpPr>
          <p:nvPr>
            <p:ph type="body" idx="1"/>
          </p:nvPr>
        </p:nvSpPr>
        <p:spPr>
          <a:xfrm>
            <a:off x="609600" y="685800"/>
            <a:ext cx="7772400" cy="3086100"/>
          </a:xfrm>
        </p:spPr>
        <p:txBody>
          <a:bodyPr/>
          <a:lstStyle/>
          <a:p>
            <a:pPr lvl="1" eaLnBrk="1" hangingPunct="1"/>
            <a:r>
              <a:rPr lang="en-US" altLang="zh-CN" dirty="0" smtClean="0">
                <a:latin typeface="隶书" pitchFamily="49" charset="-122"/>
              </a:rPr>
              <a:t>   4.2.3  </a:t>
            </a:r>
            <a:r>
              <a:rPr lang="zh-CN" altLang="en-US" dirty="0" smtClean="0">
                <a:latin typeface="隶书" pitchFamily="49" charset="-122"/>
              </a:rPr>
              <a:t>椭圆极化</a:t>
            </a:r>
          </a:p>
          <a:p>
            <a:pPr eaLnBrk="1" hangingPunct="1"/>
            <a:r>
              <a:rPr lang="zh-CN" altLang="en-US" dirty="0" smtClean="0">
                <a:latin typeface="宋体" pitchFamily="2" charset="-122"/>
              </a:rPr>
              <a:t>    通常</a:t>
            </a:r>
            <a:r>
              <a:rPr lang="en-US" altLang="zh-CN" i="1" dirty="0" smtClean="0">
                <a:latin typeface="宋体" pitchFamily="2" charset="-122"/>
              </a:rPr>
              <a:t>E</a:t>
            </a:r>
            <a:r>
              <a:rPr lang="en-US" altLang="zh-CN" i="1" baseline="-25000" dirty="0" smtClean="0">
                <a:latin typeface="宋体" pitchFamily="2" charset="-122"/>
              </a:rPr>
              <a:t>x</a:t>
            </a:r>
            <a:r>
              <a:rPr lang="zh-CN" altLang="en-US" dirty="0" smtClean="0">
                <a:latin typeface="宋体" pitchFamily="2" charset="-122"/>
              </a:rPr>
              <a:t>和</a:t>
            </a:r>
            <a:r>
              <a:rPr lang="en-US" altLang="zh-CN" i="1" dirty="0" err="1" smtClean="0">
                <a:latin typeface="宋体" pitchFamily="2" charset="-122"/>
              </a:rPr>
              <a:t>E</a:t>
            </a:r>
            <a:r>
              <a:rPr lang="en-US" altLang="zh-CN" i="1" baseline="-25000" dirty="0" err="1" smtClean="0">
                <a:latin typeface="宋体" pitchFamily="2" charset="-122"/>
              </a:rPr>
              <a:t>y</a:t>
            </a:r>
            <a:r>
              <a:rPr lang="zh-CN" altLang="en-US" dirty="0" smtClean="0">
                <a:latin typeface="宋体" pitchFamily="2" charset="-122"/>
              </a:rPr>
              <a:t>振幅和相位都不相等，合成电场的矢端轨迹为椭圆，波为椭圆极化。 </a:t>
            </a:r>
          </a:p>
        </p:txBody>
      </p:sp>
      <p:sp>
        <p:nvSpPr>
          <p:cNvPr id="27652" name="Rectangle 5"/>
          <p:cNvSpPr>
            <a:spLocks noChangeArrowheads="1"/>
          </p:cNvSpPr>
          <p:nvPr/>
        </p:nvSpPr>
        <p:spPr bwMode="auto">
          <a:xfrm>
            <a:off x="0" y="22156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27653" name="Object 4"/>
          <p:cNvGraphicFramePr>
            <a:graphicFrameLocks noChangeAspect="1"/>
          </p:cNvGraphicFramePr>
          <p:nvPr/>
        </p:nvGraphicFramePr>
        <p:xfrm>
          <a:off x="2286000" y="2846793"/>
          <a:ext cx="4419600" cy="1082279"/>
        </p:xfrm>
        <a:graphic>
          <a:graphicData uri="http://schemas.openxmlformats.org/presentationml/2006/ole">
            <mc:AlternateContent xmlns:mc="http://schemas.openxmlformats.org/markup-compatibility/2006">
              <mc:Choice xmlns:v="urn:schemas-microsoft-com:vml" Requires="v">
                <p:oleObj spid="_x0000_s305157" name="公式" r:id="rId3" imgW="1397000" imgH="457200" progId="Equation.3">
                  <p:embed/>
                </p:oleObj>
              </mc:Choice>
              <mc:Fallback>
                <p:oleObj name="公式" r:id="rId3" imgW="1397000" imgH="457200" progId="Equation.3">
                  <p:embed/>
                  <p:pic>
                    <p:nvPicPr>
                      <p:cNvPr id="2765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2846793"/>
                        <a:ext cx="4419600" cy="10822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593931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34"/>
          <p:cNvSpPr txBox="1">
            <a:spLocks noChangeArrowheads="1"/>
          </p:cNvSpPr>
          <p:nvPr/>
        </p:nvSpPr>
        <p:spPr bwMode="auto">
          <a:xfrm>
            <a:off x="209552" y="1071552"/>
            <a:ext cx="4648200" cy="519112"/>
          </a:xfrm>
          <a:prstGeom prst="rect">
            <a:avLst/>
          </a:prstGeom>
          <a:noFill/>
          <a:ln w="9525">
            <a:noFill/>
            <a:miter lim="800000"/>
            <a:headEnd/>
            <a:tailEnd/>
          </a:ln>
          <a:effectLst/>
        </p:spPr>
        <p:txBody>
          <a:bodyPr>
            <a:spAutoFit/>
          </a:bodyPr>
          <a:lstStyle/>
          <a:p>
            <a:pPr>
              <a:spcBef>
                <a:spcPct val="50000"/>
              </a:spcBef>
            </a:pPr>
            <a:r>
              <a:rPr kumimoji="1" lang="en-US" altLang="zh-CN" sz="2800" b="1" dirty="0">
                <a:latin typeface="Times New Roman" pitchFamily="18" charset="0"/>
              </a:rPr>
              <a:t>3</a:t>
            </a:r>
            <a:r>
              <a:rPr kumimoji="1" lang="zh-CN" altLang="en-US" sz="2800" b="1" dirty="0">
                <a:latin typeface="Times New Roman" pitchFamily="18" charset="0"/>
              </a:rPr>
              <a:t>、</a:t>
            </a:r>
            <a:r>
              <a:rPr kumimoji="1" lang="zh-CN" altLang="en-US" sz="2800" b="1" dirty="0">
                <a:solidFill>
                  <a:srgbClr val="FF3399"/>
                </a:solidFill>
                <a:latin typeface="Times New Roman" pitchFamily="18" charset="0"/>
              </a:rPr>
              <a:t>左旋、右旋椭圆极化波</a:t>
            </a:r>
            <a:r>
              <a:rPr kumimoji="1" lang="zh-CN" altLang="en-US" sz="2800" b="1" dirty="0">
                <a:latin typeface="Times New Roman" pitchFamily="18" charset="0"/>
              </a:rPr>
              <a:t>：</a:t>
            </a:r>
          </a:p>
        </p:txBody>
      </p:sp>
      <p:sp>
        <p:nvSpPr>
          <p:cNvPr id="5" name="Text Box 135"/>
          <p:cNvSpPr txBox="1">
            <a:spLocks noChangeArrowheads="1"/>
          </p:cNvSpPr>
          <p:nvPr/>
        </p:nvSpPr>
        <p:spPr bwMode="auto">
          <a:xfrm>
            <a:off x="142844" y="2006590"/>
            <a:ext cx="5102225" cy="519113"/>
          </a:xfrm>
          <a:prstGeom prst="rect">
            <a:avLst/>
          </a:prstGeom>
          <a:noFill/>
          <a:ln w="9525">
            <a:noFill/>
            <a:miter lim="800000"/>
            <a:headEnd/>
            <a:tailEnd/>
          </a:ln>
          <a:effectLst/>
        </p:spPr>
        <p:txBody>
          <a:bodyPr>
            <a:spAutoFit/>
          </a:bodyPr>
          <a:lstStyle/>
          <a:p>
            <a:pPr marL="457200" indent="-457200">
              <a:spcBef>
                <a:spcPct val="50000"/>
              </a:spcBef>
            </a:pPr>
            <a:r>
              <a:rPr kumimoji="1" lang="en-US" altLang="zh-CN" sz="2800">
                <a:latin typeface="Times New Roman" pitchFamily="18" charset="0"/>
              </a:rPr>
              <a:t>   </a:t>
            </a:r>
            <a:r>
              <a:rPr kumimoji="1" lang="zh-CN" altLang="en-US" sz="2800">
                <a:solidFill>
                  <a:srgbClr val="0000FF"/>
                </a:solidFill>
                <a:latin typeface="Times New Roman" pitchFamily="18" charset="0"/>
              </a:rPr>
              <a:t>固定</a:t>
            </a:r>
            <a:r>
              <a:rPr kumimoji="1" lang="zh-CN" altLang="en-US" sz="2800">
                <a:latin typeface="Times New Roman" pitchFamily="18" charset="0"/>
              </a:rPr>
              <a:t>，        ，   变化：</a:t>
            </a:r>
          </a:p>
        </p:txBody>
      </p:sp>
      <p:graphicFrame>
        <p:nvGraphicFramePr>
          <p:cNvPr id="6" name="Object 136"/>
          <p:cNvGraphicFramePr>
            <a:graphicFrameLocks noChangeAspect="1"/>
          </p:cNvGraphicFramePr>
          <p:nvPr/>
        </p:nvGraphicFramePr>
        <p:xfrm>
          <a:off x="215869" y="2078028"/>
          <a:ext cx="277812" cy="385762"/>
        </p:xfrm>
        <a:graphic>
          <a:graphicData uri="http://schemas.openxmlformats.org/presentationml/2006/ole">
            <mc:AlternateContent xmlns:mc="http://schemas.openxmlformats.org/markup-compatibility/2006">
              <mc:Choice xmlns:v="urn:schemas-microsoft-com:vml" Requires="v">
                <p:oleObj spid="_x0000_s308247" name="Equation" r:id="rId3" imgW="126720" imgH="126720" progId="Equation.DSMT4">
                  <p:embed/>
                </p:oleObj>
              </mc:Choice>
              <mc:Fallback>
                <p:oleObj name="Equation" r:id="rId3" imgW="126720" imgH="126720" progId="Equation.DSMT4">
                  <p:embed/>
                  <p:pic>
                    <p:nvPicPr>
                      <p:cNvPr id="6" name="Object 1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869" y="2078028"/>
                        <a:ext cx="277812" cy="385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137"/>
          <p:cNvGraphicFramePr>
            <a:graphicFrameLocks noChangeAspect="1"/>
          </p:cNvGraphicFramePr>
          <p:nvPr/>
        </p:nvGraphicFramePr>
        <p:xfrm>
          <a:off x="1582706" y="2006590"/>
          <a:ext cx="722313" cy="461963"/>
        </p:xfrm>
        <a:graphic>
          <a:graphicData uri="http://schemas.openxmlformats.org/presentationml/2006/ole">
            <mc:AlternateContent xmlns:mc="http://schemas.openxmlformats.org/markup-compatibility/2006">
              <mc:Choice xmlns:v="urn:schemas-microsoft-com:vml" Requires="v">
                <p:oleObj spid="_x0000_s308248" name="Equation" r:id="rId5" imgW="457200" imgH="203040" progId="Equation.3">
                  <p:embed/>
                </p:oleObj>
              </mc:Choice>
              <mc:Fallback>
                <p:oleObj name="Equation" r:id="rId5" imgW="457200" imgH="203040" progId="Equation.3">
                  <p:embed/>
                  <p:pic>
                    <p:nvPicPr>
                      <p:cNvPr id="7" name="Object 1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2706" y="2006590"/>
                        <a:ext cx="722313" cy="461963"/>
                      </a:xfrm>
                      <a:prstGeom prst="rect">
                        <a:avLst/>
                      </a:prstGeom>
                      <a:solidFill>
                        <a:srgbClr val="FFFF99"/>
                      </a:solidFill>
                    </p:spPr>
                  </p:pic>
                </p:oleObj>
              </mc:Fallback>
            </mc:AlternateContent>
          </a:graphicData>
        </a:graphic>
      </p:graphicFrame>
      <p:graphicFrame>
        <p:nvGraphicFramePr>
          <p:cNvPr id="8" name="Object 138"/>
          <p:cNvGraphicFramePr>
            <a:graphicFrameLocks noChangeAspect="1"/>
          </p:cNvGraphicFramePr>
          <p:nvPr/>
        </p:nvGraphicFramePr>
        <p:xfrm>
          <a:off x="2590769" y="2006590"/>
          <a:ext cx="306387" cy="461963"/>
        </p:xfrm>
        <a:graphic>
          <a:graphicData uri="http://schemas.openxmlformats.org/presentationml/2006/ole">
            <mc:AlternateContent xmlns:mc="http://schemas.openxmlformats.org/markup-compatibility/2006">
              <mc:Choice xmlns:v="urn:schemas-microsoft-com:vml" Requires="v">
                <p:oleObj spid="_x0000_s308249" name="Equation" r:id="rId7" imgW="88560" imgH="152280" progId="Equation.3">
                  <p:embed/>
                </p:oleObj>
              </mc:Choice>
              <mc:Fallback>
                <p:oleObj name="Equation" r:id="rId7" imgW="88560" imgH="152280" progId="Equation.3">
                  <p:embed/>
                  <p:pic>
                    <p:nvPicPr>
                      <p:cNvPr id="8" name="Object 1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90769" y="2006590"/>
                        <a:ext cx="306387"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139"/>
          <p:cNvGraphicFramePr>
            <a:graphicFrameLocks noChangeAspect="1"/>
          </p:cNvGraphicFramePr>
          <p:nvPr/>
        </p:nvGraphicFramePr>
        <p:xfrm>
          <a:off x="4390994" y="2078028"/>
          <a:ext cx="1584325" cy="493712"/>
        </p:xfrm>
        <a:graphic>
          <a:graphicData uri="http://schemas.openxmlformats.org/presentationml/2006/ole">
            <mc:AlternateContent xmlns:mc="http://schemas.openxmlformats.org/markup-compatibility/2006">
              <mc:Choice xmlns:v="urn:schemas-microsoft-com:vml" Requires="v">
                <p:oleObj spid="_x0000_s308250" name="Equation" r:id="rId9" imgW="622080" imgH="203040" progId="Equation.DSMT4">
                  <p:embed/>
                </p:oleObj>
              </mc:Choice>
              <mc:Fallback>
                <p:oleObj name="Equation" r:id="rId9" imgW="622080" imgH="203040" progId="Equation.DSMT4">
                  <p:embed/>
                  <p:pic>
                    <p:nvPicPr>
                      <p:cNvPr id="9" name="Object 13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90994" y="2078028"/>
                        <a:ext cx="1584325" cy="493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140"/>
          <p:cNvSpPr txBox="1">
            <a:spLocks noChangeArrowheads="1"/>
          </p:cNvSpPr>
          <p:nvPr/>
        </p:nvSpPr>
        <p:spPr bwMode="auto">
          <a:xfrm>
            <a:off x="6048345" y="2006590"/>
            <a:ext cx="2809936" cy="523220"/>
          </a:xfrm>
          <a:prstGeom prst="rect">
            <a:avLst/>
          </a:prstGeom>
          <a:noFill/>
          <a:ln w="9525">
            <a:noFill/>
            <a:miter lim="800000"/>
            <a:headEnd/>
            <a:tailEnd/>
          </a:ln>
          <a:effectLst/>
        </p:spPr>
        <p:txBody>
          <a:bodyPr wrap="square">
            <a:spAutoFit/>
          </a:bodyPr>
          <a:lstStyle/>
          <a:p>
            <a:pPr>
              <a:spcBef>
                <a:spcPct val="50000"/>
              </a:spcBef>
            </a:pPr>
            <a:r>
              <a:rPr kumimoji="1" lang="zh-CN" altLang="en-US" sz="2800" dirty="0">
                <a:latin typeface="Times New Roman" pitchFamily="18" charset="0"/>
                <a:cs typeface="Times New Roman" pitchFamily="18" charset="0"/>
              </a:rPr>
              <a:t>，　　　　</a:t>
            </a:r>
            <a:r>
              <a:rPr kumimoji="1" lang="zh-CN" altLang="en-US" sz="2800" dirty="0" smtClean="0">
                <a:solidFill>
                  <a:srgbClr val="FF0000"/>
                </a:solidFill>
                <a:latin typeface="Times New Roman" pitchFamily="18" charset="0"/>
                <a:cs typeface="Times New Roman" pitchFamily="18" charset="0"/>
              </a:rPr>
              <a:t>右旋</a:t>
            </a:r>
            <a:endParaRPr kumimoji="1" lang="zh-CN" altLang="en-US" sz="2800" dirty="0">
              <a:latin typeface="Times New Roman" pitchFamily="18" charset="0"/>
            </a:endParaRPr>
          </a:p>
        </p:txBody>
      </p:sp>
      <p:graphicFrame>
        <p:nvGraphicFramePr>
          <p:cNvPr id="13" name="Object 146"/>
          <p:cNvGraphicFramePr>
            <a:graphicFrameLocks noChangeAspect="1"/>
          </p:cNvGraphicFramePr>
          <p:nvPr/>
        </p:nvGraphicFramePr>
        <p:xfrm>
          <a:off x="6335681" y="1790690"/>
          <a:ext cx="1296988" cy="935038"/>
        </p:xfrm>
        <a:graphic>
          <a:graphicData uri="http://schemas.openxmlformats.org/presentationml/2006/ole">
            <mc:AlternateContent xmlns:mc="http://schemas.openxmlformats.org/markup-compatibility/2006">
              <mc:Choice xmlns:v="urn:schemas-microsoft-com:vml" Requires="v">
                <p:oleObj spid="_x0000_s308251" name="Equation" r:id="rId11" imgW="520560" imgH="393480" progId="Equation.DSMT4">
                  <p:embed/>
                </p:oleObj>
              </mc:Choice>
              <mc:Fallback>
                <p:oleObj name="Equation" r:id="rId11" imgW="520560" imgH="393480" progId="Equation.DSMT4">
                  <p:embed/>
                  <p:pic>
                    <p:nvPicPr>
                      <p:cNvPr id="13" name="Object 14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35681" y="1790690"/>
                        <a:ext cx="1296988" cy="935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47"/>
          <p:cNvGraphicFramePr>
            <a:graphicFrameLocks noChangeAspect="1"/>
          </p:cNvGraphicFramePr>
          <p:nvPr/>
        </p:nvGraphicFramePr>
        <p:xfrm>
          <a:off x="4278281" y="3006731"/>
          <a:ext cx="1809750" cy="493713"/>
        </p:xfrm>
        <a:graphic>
          <a:graphicData uri="http://schemas.openxmlformats.org/presentationml/2006/ole">
            <mc:AlternateContent xmlns:mc="http://schemas.openxmlformats.org/markup-compatibility/2006">
              <mc:Choice xmlns:v="urn:schemas-microsoft-com:vml" Requires="v">
                <p:oleObj spid="_x0000_s308252" name="Equation" r:id="rId13" imgW="711000" imgH="203040" progId="Equation.DSMT4">
                  <p:embed/>
                </p:oleObj>
              </mc:Choice>
              <mc:Fallback>
                <p:oleObj name="Equation" r:id="rId13" imgW="711000" imgH="203040" progId="Equation.DSMT4">
                  <p:embed/>
                  <p:pic>
                    <p:nvPicPr>
                      <p:cNvPr id="14" name="Object 14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78281" y="3006731"/>
                        <a:ext cx="1809750" cy="493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 Box 148"/>
          <p:cNvSpPr txBox="1">
            <a:spLocks noChangeArrowheads="1"/>
          </p:cNvSpPr>
          <p:nvPr/>
        </p:nvSpPr>
        <p:spPr bwMode="auto">
          <a:xfrm>
            <a:off x="7858148" y="2928940"/>
            <a:ext cx="928694" cy="523220"/>
          </a:xfrm>
          <a:prstGeom prst="rect">
            <a:avLst/>
          </a:prstGeom>
          <a:noFill/>
          <a:ln w="9525">
            <a:noFill/>
            <a:miter lim="800000"/>
            <a:headEnd/>
            <a:tailEnd/>
          </a:ln>
          <a:effectLst/>
        </p:spPr>
        <p:txBody>
          <a:bodyPr wrap="square">
            <a:spAutoFit/>
          </a:bodyPr>
          <a:lstStyle/>
          <a:p>
            <a:pPr>
              <a:spcBef>
                <a:spcPct val="50000"/>
              </a:spcBef>
            </a:pPr>
            <a:r>
              <a:rPr kumimoji="1" lang="zh-CN" altLang="en-US" sz="2800" dirty="0" smtClean="0">
                <a:solidFill>
                  <a:srgbClr val="FF0000"/>
                </a:solidFill>
                <a:latin typeface="Times New Roman" pitchFamily="18" charset="0"/>
                <a:cs typeface="Times New Roman" pitchFamily="18" charset="0"/>
              </a:rPr>
              <a:t>左旋</a:t>
            </a:r>
            <a:r>
              <a:rPr kumimoji="1" lang="zh-CN" altLang="en-US" sz="2800" dirty="0">
                <a:latin typeface="Times New Roman" pitchFamily="18" charset="0"/>
                <a:cs typeface="Times New Roman" pitchFamily="18" charset="0"/>
              </a:rPr>
              <a:t>　</a:t>
            </a:r>
            <a:endParaRPr kumimoji="1" lang="zh-CN" altLang="en-US" sz="2800" dirty="0">
              <a:latin typeface="Times New Roman" pitchFamily="18" charset="0"/>
            </a:endParaRPr>
          </a:p>
        </p:txBody>
      </p:sp>
      <p:graphicFrame>
        <p:nvGraphicFramePr>
          <p:cNvPr id="16" name="Object 149"/>
          <p:cNvGraphicFramePr>
            <a:graphicFrameLocks noChangeAspect="1"/>
          </p:cNvGraphicFramePr>
          <p:nvPr/>
        </p:nvGraphicFramePr>
        <p:xfrm>
          <a:off x="6335681" y="2779721"/>
          <a:ext cx="1296988" cy="935037"/>
        </p:xfrm>
        <a:graphic>
          <a:graphicData uri="http://schemas.openxmlformats.org/presentationml/2006/ole">
            <mc:AlternateContent xmlns:mc="http://schemas.openxmlformats.org/markup-compatibility/2006">
              <mc:Choice xmlns:v="urn:schemas-microsoft-com:vml" Requires="v">
                <p:oleObj spid="_x0000_s308253" name="Equation" r:id="rId15" imgW="520560" imgH="393480" progId="Equation.DSMT4">
                  <p:embed/>
                </p:oleObj>
              </mc:Choice>
              <mc:Fallback>
                <p:oleObj name="Equation" r:id="rId15" imgW="520560" imgH="393480" progId="Equation.DSMT4">
                  <p:embed/>
                  <p:pic>
                    <p:nvPicPr>
                      <p:cNvPr id="16" name="Object 14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35681" y="2779721"/>
                        <a:ext cx="1296988" cy="935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515474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par>
                                <p:cTn id="11" presetID="3" presetClass="entr" presetSubtype="1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par>
                                <p:cTn id="14" presetID="3" presetClass="entr" presetSubtype="1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par>
                                <p:cTn id="17" presetID="3" presetClass="entr" presetSubtype="1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par>
                                <p:cTn id="20" presetID="3" presetClass="entr" presetSubtype="1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linds(horizontal)">
                                      <p:cBhvr>
                                        <p:cTn id="25" dur="500"/>
                                        <p:tgtEl>
                                          <p:spTgt spid="10"/>
                                        </p:tgtEl>
                                      </p:cBhvr>
                                    </p:animEffect>
                                  </p:childTnLst>
                                </p:cTn>
                              </p:par>
                              <p:par>
                                <p:cTn id="26" presetID="3" presetClass="entr" presetSubtype="1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linds(horizontal)">
                                      <p:cBhvr>
                                        <p:cTn id="28" dur="500"/>
                                        <p:tgtEl>
                                          <p:spTgt spid="13"/>
                                        </p:tgtEl>
                                      </p:cBhvr>
                                    </p:animEffect>
                                  </p:childTnLst>
                                </p:cTn>
                              </p:par>
                              <p:par>
                                <p:cTn id="29" presetID="3" presetClass="entr" presetSubtype="1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linds(horizontal)">
                                      <p:cBhvr>
                                        <p:cTn id="31" dur="500"/>
                                        <p:tgtEl>
                                          <p:spTgt spid="14"/>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blinds(horizontal)">
                                      <p:cBhvr>
                                        <p:cTn id="34" dur="500"/>
                                        <p:tgtEl>
                                          <p:spTgt spid="15"/>
                                        </p:tgtEl>
                                      </p:cBhvr>
                                    </p:animEffect>
                                  </p:childTnLst>
                                </p:cTn>
                              </p:par>
                              <p:par>
                                <p:cTn id="35" presetID="3" presetClass="entr" presetSubtype="1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linds(horizontal)">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0" grpId="0"/>
      <p:bldP spid="15"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  </a:t>
            </a:r>
            <a:r>
              <a:rPr lang="zh-CN" altLang="en-US" dirty="0"/>
              <a:t>无界损耗媒质中的均匀平面波 </a:t>
            </a:r>
          </a:p>
        </p:txBody>
      </p:sp>
      <p:sp>
        <p:nvSpPr>
          <p:cNvPr id="4" name="Text Box 130"/>
          <p:cNvSpPr txBox="1">
            <a:spLocks noChangeArrowheads="1"/>
          </p:cNvSpPr>
          <p:nvPr/>
        </p:nvSpPr>
        <p:spPr bwMode="auto">
          <a:xfrm>
            <a:off x="539750" y="1777603"/>
            <a:ext cx="4648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dirty="0" smtClean="0">
                <a:latin typeface="Times New Roman" pitchFamily="18" charset="0"/>
              </a:rPr>
              <a:t>麦氏</a:t>
            </a:r>
            <a:r>
              <a:rPr kumimoji="1" lang="zh-CN" altLang="en-US" sz="2800" dirty="0">
                <a:latin typeface="Times New Roman" pitchFamily="18" charset="0"/>
              </a:rPr>
              <a:t>方程的微分形式：</a:t>
            </a:r>
          </a:p>
        </p:txBody>
      </p:sp>
      <p:grpSp>
        <p:nvGrpSpPr>
          <p:cNvPr id="5" name="Group 131"/>
          <p:cNvGrpSpPr>
            <a:grpSpLocks/>
          </p:cNvGrpSpPr>
          <p:nvPr/>
        </p:nvGrpSpPr>
        <p:grpSpPr bwMode="auto">
          <a:xfrm>
            <a:off x="827088" y="2497881"/>
            <a:ext cx="4152900" cy="525463"/>
            <a:chOff x="720" y="1968"/>
            <a:chExt cx="2616" cy="331"/>
          </a:xfrm>
        </p:grpSpPr>
        <p:graphicFrame>
          <p:nvGraphicFramePr>
            <p:cNvPr id="6" name="Object 132"/>
            <p:cNvGraphicFramePr>
              <a:graphicFrameLocks noChangeAspect="1"/>
            </p:cNvGraphicFramePr>
            <p:nvPr/>
          </p:nvGraphicFramePr>
          <p:xfrm>
            <a:off x="720" y="2020"/>
            <a:ext cx="288" cy="262"/>
          </p:xfrm>
          <a:graphic>
            <a:graphicData uri="http://schemas.openxmlformats.org/presentationml/2006/ole">
              <mc:AlternateContent xmlns:mc="http://schemas.openxmlformats.org/markup-compatibility/2006">
                <mc:Choice xmlns:v="urn:schemas-microsoft-com:vml" Requires="v">
                  <p:oleObj spid="_x0000_s309265" name="Equation" r:id="rId3" imgW="139680" imgH="126720" progId="Equation.3">
                    <p:embed/>
                  </p:oleObj>
                </mc:Choice>
                <mc:Fallback>
                  <p:oleObj name="Equation" r:id="rId3" imgW="139680" imgH="126720" progId="Equation.3">
                    <p:embed/>
                    <p:pic>
                      <p:nvPicPr>
                        <p:cNvPr id="6" name="Object 1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2020"/>
                          <a:ext cx="288"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133"/>
            <p:cNvSpPr txBox="1">
              <a:spLocks noChangeArrowheads="1"/>
            </p:cNvSpPr>
            <p:nvPr/>
          </p:nvSpPr>
          <p:spPr bwMode="auto">
            <a:xfrm>
              <a:off x="1200" y="1968"/>
              <a:ext cx="16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a:latin typeface="Times New Roman" pitchFamily="18" charset="0"/>
                </a:rPr>
                <a:t>导电媒质，其</a:t>
              </a:r>
            </a:p>
          </p:txBody>
        </p:sp>
        <p:graphicFrame>
          <p:nvGraphicFramePr>
            <p:cNvPr id="8" name="Object 134"/>
            <p:cNvGraphicFramePr>
              <a:graphicFrameLocks noChangeAspect="1"/>
            </p:cNvGraphicFramePr>
            <p:nvPr>
              <p:extLst/>
            </p:nvPr>
          </p:nvGraphicFramePr>
          <p:xfrm>
            <a:off x="2832" y="2016"/>
            <a:ext cx="504" cy="283"/>
          </p:xfrm>
          <a:graphic>
            <a:graphicData uri="http://schemas.openxmlformats.org/presentationml/2006/ole">
              <mc:AlternateContent xmlns:mc="http://schemas.openxmlformats.org/markup-compatibility/2006">
                <mc:Choice xmlns:v="urn:schemas-microsoft-com:vml" Requires="v">
                  <p:oleObj spid="_x0000_s309266" name="公式" r:id="rId5" imgW="380880" imgH="177480" progId="Equation.3">
                    <p:embed/>
                  </p:oleObj>
                </mc:Choice>
                <mc:Fallback>
                  <p:oleObj name="公式" r:id="rId5" imgW="380880" imgH="177480" progId="Equation.3">
                    <p:embed/>
                    <p:pic>
                      <p:nvPicPr>
                        <p:cNvPr id="8" name="Object 134"/>
                        <p:cNvPicPr>
                          <a:picLocks noChangeAspect="1" noChangeArrowheads="1"/>
                        </p:cNvPicPr>
                        <p:nvPr/>
                      </p:nvPicPr>
                      <p:blipFill>
                        <a:blip r:embed="rId6"/>
                        <a:srcRect/>
                        <a:stretch>
                          <a:fillRect/>
                        </a:stretch>
                      </p:blipFill>
                      <p:spPr bwMode="auto">
                        <a:xfrm>
                          <a:off x="2832" y="2016"/>
                          <a:ext cx="504"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 name="Object 135"/>
          <p:cNvGraphicFramePr>
            <a:graphicFrameLocks noChangeAspect="1"/>
          </p:cNvGraphicFramePr>
          <p:nvPr>
            <p:extLst/>
          </p:nvPr>
        </p:nvGraphicFramePr>
        <p:xfrm>
          <a:off x="900113" y="3072556"/>
          <a:ext cx="2287587" cy="712788"/>
        </p:xfrm>
        <a:graphic>
          <a:graphicData uri="http://schemas.openxmlformats.org/presentationml/2006/ole">
            <mc:AlternateContent xmlns:mc="http://schemas.openxmlformats.org/markup-compatibility/2006">
              <mc:Choice xmlns:v="urn:schemas-microsoft-com:vml" Requires="v">
                <p:oleObj spid="_x0000_s309267" name="Equation" r:id="rId7" imgW="774360" imgH="215640" progId="Equation.DSMT4">
                  <p:embed/>
                </p:oleObj>
              </mc:Choice>
              <mc:Fallback>
                <p:oleObj name="Equation" r:id="rId7" imgW="774360" imgH="215640" progId="Equation.DSMT4">
                  <p:embed/>
                  <p:pic>
                    <p:nvPicPr>
                      <p:cNvPr id="9" name="Object 1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13" y="3072556"/>
                        <a:ext cx="2287587" cy="71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36"/>
          <p:cNvGraphicFramePr>
            <a:graphicFrameLocks noChangeAspect="1"/>
          </p:cNvGraphicFramePr>
          <p:nvPr>
            <p:extLst/>
          </p:nvPr>
        </p:nvGraphicFramePr>
        <p:xfrm>
          <a:off x="4139952" y="1491630"/>
          <a:ext cx="3981450" cy="1066800"/>
        </p:xfrm>
        <a:graphic>
          <a:graphicData uri="http://schemas.openxmlformats.org/presentationml/2006/ole">
            <mc:AlternateContent xmlns:mc="http://schemas.openxmlformats.org/markup-compatibility/2006">
              <mc:Choice xmlns:v="urn:schemas-microsoft-com:vml" Requires="v">
                <p:oleObj spid="_x0000_s309268" name="Equation" r:id="rId9" imgW="1892160" imgH="507960" progId="Equation.DSMT4">
                  <p:embed/>
                </p:oleObj>
              </mc:Choice>
              <mc:Fallback>
                <p:oleObj name="Equation" r:id="rId9" imgW="1892160" imgH="507960" progId="Equation.DSMT4">
                  <p:embed/>
                  <p:pic>
                    <p:nvPicPr>
                      <p:cNvPr id="10" name="Object 1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39952" y="1491630"/>
                        <a:ext cx="398145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AutoShape 145"/>
          <p:cNvSpPr>
            <a:spLocks noChangeArrowheads="1"/>
          </p:cNvSpPr>
          <p:nvPr/>
        </p:nvSpPr>
        <p:spPr bwMode="auto">
          <a:xfrm>
            <a:off x="6073080" y="3075806"/>
            <a:ext cx="2819400" cy="685800"/>
          </a:xfrm>
          <a:prstGeom prst="wedgeRectCallout">
            <a:avLst>
              <a:gd name="adj1" fmla="val -47046"/>
              <a:gd name="adj2" fmla="val -133111"/>
            </a:avLst>
          </a:prstGeom>
          <a:solidFill>
            <a:schemeClr val="accent1"/>
          </a:solidFill>
          <a:ln w="38100">
            <a:solidFill>
              <a:srgbClr val="FF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800" dirty="0" smtClean="0">
                <a:latin typeface="Times New Roman" pitchFamily="18" charset="0"/>
              </a:rPr>
              <a:t>安培全电流定律</a:t>
            </a:r>
            <a:endParaRPr kumimoji="1" lang="zh-CN" altLang="en-US" sz="2800" dirty="0">
              <a:latin typeface="Times New Roman" pitchFamily="18" charset="0"/>
            </a:endParaRPr>
          </a:p>
        </p:txBody>
      </p:sp>
      <p:sp>
        <p:nvSpPr>
          <p:cNvPr id="12" name="Line 147"/>
          <p:cNvSpPr>
            <a:spLocks noChangeShapeType="1"/>
          </p:cNvSpPr>
          <p:nvPr/>
        </p:nvSpPr>
        <p:spPr bwMode="auto">
          <a:xfrm>
            <a:off x="7308304" y="2355726"/>
            <a:ext cx="647700" cy="0"/>
          </a:xfrm>
          <a:prstGeom prst="line">
            <a:avLst/>
          </a:prstGeom>
          <a:noFill/>
          <a:ln w="3810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Rectangle 3" descr="Rectangle: Click to edit Master text styles&#10;Second level&#10;Third level&#10;Fourth level&#10;Fifth level"/>
          <p:cNvSpPr txBox="1">
            <a:spLocks noChangeArrowheads="1"/>
          </p:cNvSpPr>
          <p:nvPr/>
        </p:nvSpPr>
        <p:spPr bwMode="auto">
          <a:xfrm>
            <a:off x="467544" y="1059582"/>
            <a:ext cx="7772400"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eaLnBrk="1" hangingPunct="1"/>
            <a:r>
              <a:rPr lang="en-US" altLang="zh-CN" dirty="0" smtClean="0">
                <a:latin typeface="隶书" pitchFamily="49" charset="-122"/>
              </a:rPr>
              <a:t>   4.3.1  </a:t>
            </a:r>
            <a:r>
              <a:rPr lang="zh-CN" altLang="en-US" dirty="0" smtClean="0">
                <a:latin typeface="隶书" pitchFamily="49" charset="-122"/>
              </a:rPr>
              <a:t>等效介电常数</a:t>
            </a:r>
            <a:endParaRPr lang="zh-CN" altLang="en-US" dirty="0" smtClean="0">
              <a:latin typeface="宋体" pitchFamily="2" charset="-122"/>
            </a:endParaRPr>
          </a:p>
        </p:txBody>
      </p:sp>
      <p:graphicFrame>
        <p:nvGraphicFramePr>
          <p:cNvPr id="3" name="对象 2"/>
          <p:cNvGraphicFramePr>
            <a:graphicFrameLocks noChangeAspect="1"/>
          </p:cNvGraphicFramePr>
          <p:nvPr>
            <p:extLst/>
          </p:nvPr>
        </p:nvGraphicFramePr>
        <p:xfrm>
          <a:off x="3203848" y="3219822"/>
          <a:ext cx="649486" cy="478569"/>
        </p:xfrm>
        <a:graphic>
          <a:graphicData uri="http://schemas.openxmlformats.org/presentationml/2006/ole">
            <mc:AlternateContent xmlns:mc="http://schemas.openxmlformats.org/markup-compatibility/2006">
              <mc:Choice xmlns:v="urn:schemas-microsoft-com:vml" Requires="v">
                <p:oleObj spid="_x0000_s309269" name="公式" r:id="rId11" imgW="241200" imgH="177480" progId="Equation.3">
                  <p:embed/>
                </p:oleObj>
              </mc:Choice>
              <mc:Fallback>
                <p:oleObj name="公式" r:id="rId11" imgW="241200" imgH="177480" progId="Equation.3">
                  <p:embed/>
                  <p:pic>
                    <p:nvPicPr>
                      <p:cNvPr id="3" name="对象 2"/>
                      <p:cNvPicPr/>
                      <p:nvPr/>
                    </p:nvPicPr>
                    <p:blipFill>
                      <a:blip r:embed="rId12"/>
                      <a:stretch>
                        <a:fillRect/>
                      </a:stretch>
                    </p:blipFill>
                    <p:spPr>
                      <a:xfrm>
                        <a:off x="3203848" y="3219822"/>
                        <a:ext cx="649486" cy="478569"/>
                      </a:xfrm>
                      <a:prstGeom prst="rect">
                        <a:avLst/>
                      </a:prstGeom>
                    </p:spPr>
                  </p:pic>
                </p:oleObj>
              </mc:Fallback>
            </mc:AlternateContent>
          </a:graphicData>
        </a:graphic>
      </p:graphicFrame>
    </p:spTree>
    <p:extLst>
      <p:ext uri="{BB962C8B-B14F-4D97-AF65-F5344CB8AC3E}">
        <p14:creationId xmlns:p14="http://schemas.microsoft.com/office/powerpoint/2010/main" val="37023470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par>
                                <p:cTn id="11" presetID="3" presetClass="entr" presetSubtype="1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linds(horizontal)">
                                      <p:cBhvr>
                                        <p:cTn id="13" dur="500"/>
                                        <p:tgtEl>
                                          <p:spTgt spid="9"/>
                                        </p:tgtEl>
                                      </p:cBhvr>
                                    </p:animEffect>
                                  </p:childTnLst>
                                </p:cTn>
                              </p:par>
                              <p:par>
                                <p:cTn id="14" presetID="3" presetClass="entr" presetSubtype="1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linds(horizontal)">
                                      <p:cBhvr>
                                        <p:cTn id="16" dur="500"/>
                                        <p:tgtEl>
                                          <p:spTgt spid="10"/>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linds(horizontal)">
                                      <p:cBhvr>
                                        <p:cTn id="19" dur="500"/>
                                        <p:tgtEl>
                                          <p:spTgt spid="11"/>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par>
                                <p:cTn id="23" presetID="3" presetClass="entr" presetSubtype="10" fill="hold" grpId="1"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linds(horizontal)">
                                      <p:cBhvr>
                                        <p:cTn id="25" dur="500"/>
                                        <p:tgtEl>
                                          <p:spTgt spid="12"/>
                                        </p:tgtEl>
                                      </p:cBhvr>
                                    </p:animEffect>
                                  </p:childTnLst>
                                </p:cTn>
                              </p:par>
                              <p:par>
                                <p:cTn id="26" presetID="1" presetClass="entr" presetSubtype="0" fill="hold" nodeType="withEffect">
                                  <p:stCondLst>
                                    <p:cond delay="0"/>
                                  </p:stCondLst>
                                  <p:childTnLst>
                                    <p:set>
                                      <p:cBhvr>
                                        <p:cTn id="27"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animBg="1"/>
      <p:bldP spid="12" grpId="0" animBg="1"/>
      <p:bldP spid="12" grpId="1" animBg="1"/>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36"/>
          <p:cNvSpPr txBox="1">
            <a:spLocks noChangeArrowheads="1"/>
          </p:cNvSpPr>
          <p:nvPr/>
        </p:nvSpPr>
        <p:spPr bwMode="auto">
          <a:xfrm>
            <a:off x="636712" y="1131590"/>
            <a:ext cx="60235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smtClean="0">
                <a:latin typeface="Times New Roman" pitchFamily="18" charset="0"/>
                <a:ea typeface="华文新魏" pitchFamily="2" charset="-122"/>
              </a:rPr>
              <a:t>其中                                          为复数</a:t>
            </a:r>
            <a:endParaRPr kumimoji="1" lang="zh-CN" altLang="en-US" sz="2800" dirty="0">
              <a:latin typeface="Times New Roman" pitchFamily="18" charset="0"/>
              <a:ea typeface="华文新魏" pitchFamily="2" charset="-122"/>
            </a:endParaRPr>
          </a:p>
        </p:txBody>
      </p:sp>
      <p:graphicFrame>
        <p:nvGraphicFramePr>
          <p:cNvPr id="6" name="Object 137"/>
          <p:cNvGraphicFramePr>
            <a:graphicFrameLocks noChangeAspect="1"/>
          </p:cNvGraphicFramePr>
          <p:nvPr>
            <p:extLst/>
          </p:nvPr>
        </p:nvGraphicFramePr>
        <p:xfrm>
          <a:off x="1475656" y="411510"/>
          <a:ext cx="1828800" cy="533400"/>
        </p:xfrm>
        <a:graphic>
          <a:graphicData uri="http://schemas.openxmlformats.org/presentationml/2006/ole">
            <mc:AlternateContent xmlns:mc="http://schemas.openxmlformats.org/markup-compatibility/2006">
              <mc:Choice xmlns:v="urn:schemas-microsoft-com:vml" Requires="v">
                <p:oleObj spid="_x0000_s312337" name="Equation" r:id="rId3" imgW="812520" imgH="241200" progId="Equation.3">
                  <p:embed/>
                </p:oleObj>
              </mc:Choice>
              <mc:Fallback>
                <p:oleObj name="Equation" r:id="rId3" imgW="812520" imgH="241200" progId="Equation.3">
                  <p:embed/>
                  <p:pic>
                    <p:nvPicPr>
                      <p:cNvPr id="6" name="Object 1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411510"/>
                        <a:ext cx="18288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 name="Group 138"/>
          <p:cNvGrpSpPr>
            <a:grpSpLocks/>
          </p:cNvGrpSpPr>
          <p:nvPr/>
        </p:nvGrpSpPr>
        <p:grpSpPr bwMode="auto">
          <a:xfrm>
            <a:off x="395412" y="1635646"/>
            <a:ext cx="5499100" cy="850900"/>
            <a:chOff x="424" y="2496"/>
            <a:chExt cx="3464" cy="536"/>
          </a:xfrm>
        </p:grpSpPr>
        <p:graphicFrame>
          <p:nvGraphicFramePr>
            <p:cNvPr id="8" name="Object 139"/>
            <p:cNvGraphicFramePr>
              <a:graphicFrameLocks noChangeAspect="1"/>
            </p:cNvGraphicFramePr>
            <p:nvPr/>
          </p:nvGraphicFramePr>
          <p:xfrm>
            <a:off x="2016" y="2496"/>
            <a:ext cx="1872" cy="536"/>
          </p:xfrm>
          <a:graphic>
            <a:graphicData uri="http://schemas.openxmlformats.org/presentationml/2006/ole">
              <mc:AlternateContent xmlns:mc="http://schemas.openxmlformats.org/markup-compatibility/2006">
                <mc:Choice xmlns:v="urn:schemas-microsoft-com:vml" Requires="v">
                  <p:oleObj spid="_x0000_s312338" name="Equation" r:id="rId5" imgW="1752480" imgH="545760" progId="Equation.3">
                    <p:embed/>
                  </p:oleObj>
                </mc:Choice>
                <mc:Fallback>
                  <p:oleObj name="Equation" r:id="rId5" imgW="1752480" imgH="545760" progId="Equation.3">
                    <p:embed/>
                    <p:pic>
                      <p:nvPicPr>
                        <p:cNvPr id="8" name="Object 1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6" y="2496"/>
                          <a:ext cx="1872" cy="5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140"/>
            <p:cNvSpPr txBox="1">
              <a:spLocks noChangeArrowheads="1"/>
            </p:cNvSpPr>
            <p:nvPr/>
          </p:nvSpPr>
          <p:spPr bwMode="auto">
            <a:xfrm>
              <a:off x="424" y="2606"/>
              <a:ext cx="173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smtClean="0">
                  <a:solidFill>
                    <a:schemeClr val="bg2">
                      <a:lumMod val="50000"/>
                    </a:schemeClr>
                  </a:solidFill>
                  <a:latin typeface="Times New Roman" pitchFamily="18" charset="0"/>
                  <a:ea typeface="华文新魏" pitchFamily="2" charset="-122"/>
                </a:rPr>
                <a:t>实部：</a:t>
              </a:r>
              <a:r>
                <a:rPr kumimoji="1" lang="zh-CN" altLang="en-US" sz="2800" dirty="0" smtClean="0">
                  <a:solidFill>
                    <a:srgbClr val="FF3399"/>
                  </a:solidFill>
                  <a:latin typeface="Times New Roman" pitchFamily="18" charset="0"/>
                  <a:ea typeface="华文新魏" pitchFamily="2" charset="-122"/>
                </a:rPr>
                <a:t>衰减常数</a:t>
              </a:r>
              <a:endParaRPr kumimoji="1" lang="zh-CN" altLang="en-US" sz="2800" dirty="0">
                <a:solidFill>
                  <a:srgbClr val="FF3399"/>
                </a:solidFill>
                <a:latin typeface="Times New Roman" pitchFamily="18" charset="0"/>
                <a:ea typeface="华文新魏" pitchFamily="2" charset="-122"/>
              </a:endParaRPr>
            </a:p>
          </p:txBody>
        </p:sp>
      </p:grpSp>
      <p:grpSp>
        <p:nvGrpSpPr>
          <p:cNvPr id="11" name="Group 142"/>
          <p:cNvGrpSpPr>
            <a:grpSpLocks/>
          </p:cNvGrpSpPr>
          <p:nvPr/>
        </p:nvGrpSpPr>
        <p:grpSpPr bwMode="auto">
          <a:xfrm>
            <a:off x="323975" y="3016945"/>
            <a:ext cx="5592763" cy="850900"/>
            <a:chOff x="379" y="3171"/>
            <a:chExt cx="3523" cy="536"/>
          </a:xfrm>
        </p:grpSpPr>
        <p:graphicFrame>
          <p:nvGraphicFramePr>
            <p:cNvPr id="12" name="Object 143"/>
            <p:cNvGraphicFramePr>
              <a:graphicFrameLocks noChangeAspect="1"/>
            </p:cNvGraphicFramePr>
            <p:nvPr>
              <p:extLst/>
            </p:nvPr>
          </p:nvGraphicFramePr>
          <p:xfrm>
            <a:off x="2016" y="3171"/>
            <a:ext cx="1886" cy="536"/>
          </p:xfrm>
          <a:graphic>
            <a:graphicData uri="http://schemas.openxmlformats.org/presentationml/2006/ole">
              <mc:AlternateContent xmlns:mc="http://schemas.openxmlformats.org/markup-compatibility/2006">
                <mc:Choice xmlns:v="urn:schemas-microsoft-com:vml" Requires="v">
                  <p:oleObj spid="_x0000_s312339" name="公式" r:id="rId7" imgW="1765080" imgH="545760" progId="Equation.3">
                    <p:embed/>
                  </p:oleObj>
                </mc:Choice>
                <mc:Fallback>
                  <p:oleObj name="公式" r:id="rId7" imgW="1765080" imgH="545760" progId="Equation.3">
                    <p:embed/>
                    <p:pic>
                      <p:nvPicPr>
                        <p:cNvPr id="12" name="Object 143"/>
                        <p:cNvPicPr>
                          <a:picLocks noChangeAspect="1" noChangeArrowheads="1"/>
                        </p:cNvPicPr>
                        <p:nvPr/>
                      </p:nvPicPr>
                      <p:blipFill>
                        <a:blip r:embed="rId8"/>
                        <a:srcRect/>
                        <a:stretch>
                          <a:fillRect/>
                        </a:stretch>
                      </p:blipFill>
                      <p:spPr bwMode="auto">
                        <a:xfrm>
                          <a:off x="2016" y="3171"/>
                          <a:ext cx="1886" cy="5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 Box 144"/>
            <p:cNvSpPr txBox="1">
              <a:spLocks noChangeArrowheads="1"/>
            </p:cNvSpPr>
            <p:nvPr/>
          </p:nvSpPr>
          <p:spPr bwMode="auto">
            <a:xfrm>
              <a:off x="379" y="3241"/>
              <a:ext cx="178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smtClean="0">
                  <a:solidFill>
                    <a:schemeClr val="bg2">
                      <a:lumMod val="50000"/>
                    </a:schemeClr>
                  </a:solidFill>
                  <a:latin typeface="Times New Roman" pitchFamily="18" charset="0"/>
                  <a:ea typeface="华文新魏" pitchFamily="2" charset="-122"/>
                </a:rPr>
                <a:t>虚部：</a:t>
              </a:r>
              <a:r>
                <a:rPr kumimoji="1" lang="zh-CN" altLang="en-US" sz="2800" dirty="0" smtClean="0">
                  <a:solidFill>
                    <a:srgbClr val="0000FF"/>
                  </a:solidFill>
                  <a:latin typeface="Times New Roman" pitchFamily="18" charset="0"/>
                  <a:ea typeface="华文新魏" pitchFamily="2" charset="-122"/>
                </a:rPr>
                <a:t>相位</a:t>
              </a:r>
              <a:r>
                <a:rPr kumimoji="1" lang="zh-CN" altLang="en-US" sz="2800" dirty="0">
                  <a:solidFill>
                    <a:srgbClr val="0000FF"/>
                  </a:solidFill>
                  <a:latin typeface="Times New Roman" pitchFamily="18" charset="0"/>
                  <a:ea typeface="华文新魏" pitchFamily="2" charset="-122"/>
                </a:rPr>
                <a:t>常数</a:t>
              </a:r>
            </a:p>
          </p:txBody>
        </p:sp>
      </p:grpSp>
      <p:sp>
        <p:nvSpPr>
          <p:cNvPr id="15" name="AutoShape 146"/>
          <p:cNvSpPr>
            <a:spLocks noChangeArrowheads="1"/>
          </p:cNvSpPr>
          <p:nvPr/>
        </p:nvSpPr>
        <p:spPr bwMode="auto">
          <a:xfrm>
            <a:off x="1198687" y="3614142"/>
            <a:ext cx="1600200" cy="685800"/>
          </a:xfrm>
          <a:prstGeom prst="upArrowCallout">
            <a:avLst>
              <a:gd name="adj1" fmla="val 58333"/>
              <a:gd name="adj2" fmla="val 58333"/>
              <a:gd name="adj3" fmla="val 16667"/>
              <a:gd name="adj4" fmla="val 6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dirty="0">
                <a:latin typeface="Times New Roman" pitchFamily="18" charset="0"/>
              </a:rPr>
              <a:t>rad/m</a:t>
            </a:r>
          </a:p>
        </p:txBody>
      </p:sp>
      <p:sp>
        <p:nvSpPr>
          <p:cNvPr id="16" name="AutoShape 147"/>
          <p:cNvSpPr>
            <a:spLocks noChangeArrowheads="1"/>
          </p:cNvSpPr>
          <p:nvPr/>
        </p:nvSpPr>
        <p:spPr bwMode="auto">
          <a:xfrm>
            <a:off x="1115616" y="2503190"/>
            <a:ext cx="3817168" cy="533400"/>
          </a:xfrm>
          <a:prstGeom prst="upArrowCallout">
            <a:avLst>
              <a:gd name="adj1" fmla="val 75000"/>
              <a:gd name="adj2" fmla="val 75000"/>
              <a:gd name="adj3" fmla="val 16667"/>
              <a:gd name="adj4" fmla="val 6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800" dirty="0" err="1" smtClean="0">
                <a:latin typeface="Times New Roman" pitchFamily="18" charset="0"/>
              </a:rPr>
              <a:t>Nb</a:t>
            </a:r>
            <a:r>
              <a:rPr kumimoji="1" lang="en-US" altLang="zh-CN" sz="2800" dirty="0" smtClean="0">
                <a:latin typeface="Times New Roman" pitchFamily="18" charset="0"/>
              </a:rPr>
              <a:t>/m</a:t>
            </a:r>
            <a:r>
              <a:rPr kumimoji="1" lang="zh-CN" altLang="en-US" sz="2800" dirty="0" smtClean="0">
                <a:latin typeface="Times New Roman" pitchFamily="18" charset="0"/>
              </a:rPr>
              <a:t>，</a:t>
            </a:r>
            <a:r>
              <a:rPr lang="en-US" altLang="zh-CN" sz="2800" dirty="0"/>
              <a:t>1</a:t>
            </a:r>
            <a:r>
              <a:rPr lang="zh-CN" altLang="en-US" sz="2800" dirty="0"/>
              <a:t>奈培</a:t>
            </a:r>
            <a:r>
              <a:rPr lang="en-US" altLang="zh-CN" sz="2800" dirty="0"/>
              <a:t>=8.686</a:t>
            </a:r>
            <a:r>
              <a:rPr lang="zh-CN" altLang="en-US" sz="2800" dirty="0"/>
              <a:t>分贝</a:t>
            </a:r>
            <a:endParaRPr kumimoji="1" lang="en-US" altLang="zh-CN" sz="2800" dirty="0">
              <a:latin typeface="Times New Roman" pitchFamily="18" charset="0"/>
            </a:endParaRPr>
          </a:p>
        </p:txBody>
      </p:sp>
      <p:graphicFrame>
        <p:nvGraphicFramePr>
          <p:cNvPr id="17" name="Object 149"/>
          <p:cNvGraphicFramePr>
            <a:graphicFrameLocks noChangeAspect="1"/>
          </p:cNvGraphicFramePr>
          <p:nvPr>
            <p:extLst/>
          </p:nvPr>
        </p:nvGraphicFramePr>
        <p:xfrm>
          <a:off x="3275856" y="1034525"/>
          <a:ext cx="1728192" cy="640071"/>
        </p:xfrm>
        <a:graphic>
          <a:graphicData uri="http://schemas.openxmlformats.org/presentationml/2006/ole">
            <mc:AlternateContent xmlns:mc="http://schemas.openxmlformats.org/markup-compatibility/2006">
              <mc:Choice xmlns:v="urn:schemas-microsoft-com:vml" Requires="v">
                <p:oleObj spid="_x0000_s312340" name="Equation" r:id="rId9" imgW="698400" imgH="203040" progId="Equation.3">
                  <p:embed/>
                </p:oleObj>
              </mc:Choice>
              <mc:Fallback>
                <p:oleObj name="Equation" r:id="rId9" imgW="698400" imgH="203040" progId="Equation.3">
                  <p:embed/>
                  <p:pic>
                    <p:nvPicPr>
                      <p:cNvPr id="17" name="Object 14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75856" y="1034525"/>
                        <a:ext cx="1728192" cy="640071"/>
                      </a:xfrm>
                      <a:prstGeom prst="rect">
                        <a:avLst/>
                      </a:prstGeom>
                      <a:noFill/>
                      <a:ln w="9525">
                        <a:solidFill>
                          <a:srgbClr val="FF3300"/>
                        </a:solidFill>
                        <a:miter lim="800000"/>
                        <a:headEnd/>
                        <a:tailEnd/>
                      </a:ln>
                      <a:effectLst/>
                      <a:extLst/>
                    </p:spPr>
                  </p:pic>
                </p:oleObj>
              </mc:Fallback>
            </mc:AlternateContent>
          </a:graphicData>
        </a:graphic>
      </p:graphicFrame>
      <p:sp>
        <p:nvSpPr>
          <p:cNvPr id="19" name="矩形 18"/>
          <p:cNvSpPr/>
          <p:nvPr/>
        </p:nvSpPr>
        <p:spPr>
          <a:xfrm>
            <a:off x="1403649" y="1059582"/>
            <a:ext cx="1681842" cy="523220"/>
          </a:xfrm>
          <a:prstGeom prst="rect">
            <a:avLst/>
          </a:prstGeom>
          <a:solidFill>
            <a:schemeClr val="tx2">
              <a:lumMod val="20000"/>
              <a:lumOff val="80000"/>
            </a:schemeClr>
          </a:solidFill>
        </p:spPr>
        <p:txBody>
          <a:bodyPr wrap="square">
            <a:spAutoFit/>
          </a:bodyPr>
          <a:lstStyle/>
          <a:p>
            <a:pPr lvl="0">
              <a:spcBef>
                <a:spcPct val="50000"/>
              </a:spcBef>
            </a:pPr>
            <a:r>
              <a:rPr kumimoji="1" lang="zh-CN" altLang="en-US" sz="2800" b="1" dirty="0">
                <a:solidFill>
                  <a:srgbClr val="0000FF"/>
                </a:solidFill>
                <a:latin typeface="Times New Roman" pitchFamily="18" charset="0"/>
                <a:ea typeface="华文新魏" pitchFamily="2" charset="-122"/>
              </a:rPr>
              <a:t>传播常数</a:t>
            </a:r>
          </a:p>
        </p:txBody>
      </p:sp>
      <p:sp>
        <p:nvSpPr>
          <p:cNvPr id="21" name="矩形 20"/>
          <p:cNvSpPr/>
          <p:nvPr/>
        </p:nvSpPr>
        <p:spPr>
          <a:xfrm>
            <a:off x="6372200" y="1714912"/>
            <a:ext cx="2031325" cy="784830"/>
          </a:xfrm>
          <a:prstGeom prst="rect">
            <a:avLst/>
          </a:prstGeom>
        </p:spPr>
        <p:txBody>
          <a:bodyPr wrap="none">
            <a:spAutoFit/>
          </a:bodyPr>
          <a:lstStyle/>
          <a:p>
            <a:pPr>
              <a:spcBef>
                <a:spcPct val="50000"/>
              </a:spcBef>
            </a:pPr>
            <a:r>
              <a:rPr kumimoji="1" lang="zh-CN" altLang="en-US" dirty="0" smtClean="0">
                <a:latin typeface="Times New Roman" pitchFamily="18" charset="0"/>
                <a:ea typeface="华文新魏" pitchFamily="2" charset="-122"/>
              </a:rPr>
              <a:t>良导体中，衰减快</a:t>
            </a:r>
            <a:endParaRPr kumimoji="1" lang="en-US" altLang="zh-CN" dirty="0" smtClean="0">
              <a:latin typeface="Times New Roman" pitchFamily="18" charset="0"/>
              <a:ea typeface="华文新魏" pitchFamily="2" charset="-122"/>
            </a:endParaRPr>
          </a:p>
          <a:p>
            <a:pPr>
              <a:spcBef>
                <a:spcPct val="50000"/>
              </a:spcBef>
            </a:pPr>
            <a:r>
              <a:rPr kumimoji="1" lang="zh-CN" altLang="en-US" dirty="0" smtClean="0">
                <a:latin typeface="Times New Roman" pitchFamily="18" charset="0"/>
                <a:ea typeface="华文新魏" pitchFamily="2" charset="-122"/>
              </a:rPr>
              <a:t>良介质中，衰减慢</a:t>
            </a:r>
            <a:endParaRPr kumimoji="1" lang="zh-CN" altLang="en-US" dirty="0">
              <a:latin typeface="Times New Roman" pitchFamily="18" charset="0"/>
              <a:ea typeface="华文新魏" pitchFamily="2" charset="-122"/>
            </a:endParaRPr>
          </a:p>
        </p:txBody>
      </p:sp>
      <p:graphicFrame>
        <p:nvGraphicFramePr>
          <p:cNvPr id="18" name="Object 143"/>
          <p:cNvGraphicFramePr>
            <a:graphicFrameLocks noChangeAspect="1"/>
          </p:cNvGraphicFramePr>
          <p:nvPr>
            <p:extLst/>
          </p:nvPr>
        </p:nvGraphicFramePr>
        <p:xfrm>
          <a:off x="6660232" y="3128070"/>
          <a:ext cx="862012" cy="612775"/>
        </p:xfrm>
        <a:graphic>
          <a:graphicData uri="http://schemas.openxmlformats.org/presentationml/2006/ole">
            <mc:AlternateContent xmlns:mc="http://schemas.openxmlformats.org/markup-compatibility/2006">
              <mc:Choice xmlns:v="urn:schemas-microsoft-com:vml" Requires="v">
                <p:oleObj spid="_x0000_s312341" name="公式" r:id="rId11" imgW="507960" imgH="393480" progId="Equation.3">
                  <p:embed/>
                </p:oleObj>
              </mc:Choice>
              <mc:Fallback>
                <p:oleObj name="公式" r:id="rId11" imgW="507960" imgH="393480" progId="Equation.3">
                  <p:embed/>
                  <p:pic>
                    <p:nvPicPr>
                      <p:cNvPr id="18" name="Object 143"/>
                      <p:cNvPicPr>
                        <a:picLocks noChangeAspect="1" noChangeArrowheads="1"/>
                      </p:cNvPicPr>
                      <p:nvPr/>
                    </p:nvPicPr>
                    <p:blipFill>
                      <a:blip r:embed="rId12"/>
                      <a:srcRect/>
                      <a:stretch>
                        <a:fillRect/>
                      </a:stretch>
                    </p:blipFill>
                    <p:spPr bwMode="auto">
                      <a:xfrm>
                        <a:off x="6660232" y="3128070"/>
                        <a:ext cx="862012"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47089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blinds(horizontal)">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3" presetClass="entr" presetSubtype="1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blinds(horizontal)">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linds(horizontal)">
                                      <p:cBhvr>
                                        <p:cTn id="28" dur="500"/>
                                        <p:tgtEl>
                                          <p:spTgt spid="11"/>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blinds(horizontal)">
                                      <p:cBhvr>
                                        <p:cTn id="31" dur="500"/>
                                        <p:tgtEl>
                                          <p:spTgt spid="15"/>
                                        </p:tgtEl>
                                      </p:cBhvr>
                                    </p:animEffec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0" animBg="1"/>
      <p:bldP spid="16" grpId="0" animBg="1"/>
      <p:bldP spid="21" grpId="0"/>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7"/>
          <p:cNvSpPr txBox="1">
            <a:spLocks noChangeArrowheads="1"/>
          </p:cNvSpPr>
          <p:nvPr/>
        </p:nvSpPr>
        <p:spPr bwMode="auto">
          <a:xfrm>
            <a:off x="763588" y="528414"/>
            <a:ext cx="3352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smtClean="0">
                <a:latin typeface="Times New Roman" pitchFamily="18" charset="0"/>
              </a:rPr>
              <a:t>波动方程</a:t>
            </a:r>
            <a:r>
              <a:rPr kumimoji="1" lang="zh-CN" altLang="en-US" sz="2800" b="1" dirty="0">
                <a:latin typeface="Times New Roman" pitchFamily="18" charset="0"/>
              </a:rPr>
              <a:t>的解：</a:t>
            </a:r>
          </a:p>
        </p:txBody>
      </p:sp>
      <p:graphicFrame>
        <p:nvGraphicFramePr>
          <p:cNvPr id="5" name="Object 128"/>
          <p:cNvGraphicFramePr>
            <a:graphicFrameLocks noChangeAspect="1"/>
          </p:cNvGraphicFramePr>
          <p:nvPr>
            <p:extLst/>
          </p:nvPr>
        </p:nvGraphicFramePr>
        <p:xfrm>
          <a:off x="2339752" y="1131590"/>
          <a:ext cx="4122737" cy="725487"/>
        </p:xfrm>
        <a:graphic>
          <a:graphicData uri="http://schemas.openxmlformats.org/presentationml/2006/ole">
            <mc:AlternateContent xmlns:mc="http://schemas.openxmlformats.org/markup-compatibility/2006">
              <mc:Choice xmlns:v="urn:schemas-microsoft-com:vml" Requires="v">
                <p:oleObj spid="_x0000_s313361" name="Equation" r:id="rId3" imgW="1917360" imgH="342720" progId="Equation.DSMT4">
                  <p:embed/>
                </p:oleObj>
              </mc:Choice>
              <mc:Fallback>
                <p:oleObj name="Equation" r:id="rId3" imgW="1917360" imgH="342720" progId="Equation.DSMT4">
                  <p:embed/>
                  <p:pic>
                    <p:nvPicPr>
                      <p:cNvPr id="5" name="Object 1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752" y="1131590"/>
                        <a:ext cx="4122737" cy="725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129"/>
          <p:cNvGrpSpPr>
            <a:grpSpLocks/>
          </p:cNvGrpSpPr>
          <p:nvPr/>
        </p:nvGrpSpPr>
        <p:grpSpPr bwMode="auto">
          <a:xfrm>
            <a:off x="611188" y="2814414"/>
            <a:ext cx="7199312" cy="1600200"/>
            <a:chOff x="528" y="1824"/>
            <a:chExt cx="4535" cy="1008"/>
          </a:xfrm>
        </p:grpSpPr>
        <p:graphicFrame>
          <p:nvGraphicFramePr>
            <p:cNvPr id="7" name="Object 130"/>
            <p:cNvGraphicFramePr>
              <a:graphicFrameLocks noChangeAspect="1"/>
            </p:cNvGraphicFramePr>
            <p:nvPr/>
          </p:nvGraphicFramePr>
          <p:xfrm>
            <a:off x="1177" y="1824"/>
            <a:ext cx="3886" cy="1008"/>
          </p:xfrm>
          <a:graphic>
            <a:graphicData uri="http://schemas.openxmlformats.org/presentationml/2006/ole">
              <mc:AlternateContent xmlns:mc="http://schemas.openxmlformats.org/markup-compatibility/2006">
                <mc:Choice xmlns:v="urn:schemas-microsoft-com:vml" Requires="v">
                  <p:oleObj spid="_x0000_s313362" name="Equation" r:id="rId5" imgW="2971800" imgH="660240" progId="Equation.DSMT4">
                    <p:embed/>
                  </p:oleObj>
                </mc:Choice>
                <mc:Fallback>
                  <p:oleObj name="Equation" r:id="rId5" imgW="2971800" imgH="660240" progId="Equation.DSMT4">
                    <p:embed/>
                    <p:pic>
                      <p:nvPicPr>
                        <p:cNvPr id="7" name="Object 1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7" y="1824"/>
                          <a:ext cx="3886" cy="10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131"/>
            <p:cNvSpPr txBox="1">
              <a:spLocks noChangeArrowheads="1"/>
            </p:cNvSpPr>
            <p:nvPr/>
          </p:nvSpPr>
          <p:spPr bwMode="auto">
            <a:xfrm>
              <a:off x="528" y="2064"/>
              <a:ext cx="5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a:latin typeface="Times New Roman" pitchFamily="18" charset="0"/>
                </a:rPr>
                <a:t>其中</a:t>
              </a:r>
            </a:p>
          </p:txBody>
        </p:sp>
      </p:grpSp>
      <p:sp>
        <p:nvSpPr>
          <p:cNvPr id="9" name="AutoShape 137"/>
          <p:cNvSpPr>
            <a:spLocks noChangeArrowheads="1"/>
          </p:cNvSpPr>
          <p:nvPr/>
        </p:nvSpPr>
        <p:spPr bwMode="auto">
          <a:xfrm>
            <a:off x="992188" y="4338414"/>
            <a:ext cx="1447800" cy="609600"/>
          </a:xfrm>
          <a:prstGeom prst="wedgeEllipseCallout">
            <a:avLst>
              <a:gd name="adj1" fmla="val 10199"/>
              <a:gd name="adj2" fmla="val -157032"/>
            </a:avLst>
          </a:prstGeom>
          <a:solidFill>
            <a:schemeClr val="accent1"/>
          </a:solidFill>
          <a:ln w="57150">
            <a:solidFill>
              <a:srgbClr val="FF0000"/>
            </a:solidFill>
            <a:prstDash val="lg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800" b="1">
                <a:solidFill>
                  <a:srgbClr val="0000FF"/>
                </a:solidFill>
                <a:latin typeface="Times New Roman" pitchFamily="18" charset="0"/>
              </a:rPr>
              <a:t>复数</a:t>
            </a:r>
          </a:p>
        </p:txBody>
      </p:sp>
      <p:graphicFrame>
        <p:nvGraphicFramePr>
          <p:cNvPr id="10" name="Object 138"/>
          <p:cNvGraphicFramePr>
            <a:graphicFrameLocks noChangeAspect="1"/>
          </p:cNvGraphicFramePr>
          <p:nvPr>
            <p:extLst/>
          </p:nvPr>
        </p:nvGraphicFramePr>
        <p:xfrm>
          <a:off x="2227263" y="1903189"/>
          <a:ext cx="4970462" cy="966787"/>
        </p:xfrm>
        <a:graphic>
          <a:graphicData uri="http://schemas.openxmlformats.org/presentationml/2006/ole">
            <mc:AlternateContent xmlns:mc="http://schemas.openxmlformats.org/markup-compatibility/2006">
              <mc:Choice xmlns:v="urn:schemas-microsoft-com:vml" Requires="v">
                <p:oleObj spid="_x0000_s313363" name="Equation" r:id="rId7" imgW="2311200" imgH="457200" progId="Equation.DSMT4">
                  <p:embed/>
                </p:oleObj>
              </mc:Choice>
              <mc:Fallback>
                <p:oleObj name="Equation" r:id="rId7" imgW="2311200" imgH="457200" progId="Equation.DSMT4">
                  <p:embed/>
                  <p:pic>
                    <p:nvPicPr>
                      <p:cNvPr id="10" name="Object 1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7263" y="1903189"/>
                        <a:ext cx="4970462" cy="966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内容占位符 2"/>
          <p:cNvSpPr>
            <a:spLocks noGrp="1"/>
          </p:cNvSpPr>
          <p:nvPr>
            <p:ph idx="1"/>
          </p:nvPr>
        </p:nvSpPr>
        <p:spPr>
          <a:xfrm>
            <a:off x="4211961" y="133722"/>
            <a:ext cx="4176463" cy="1141884"/>
          </a:xfrm>
          <a:solidFill>
            <a:srgbClr val="92D050"/>
          </a:solidFill>
        </p:spPr>
        <p:txBody>
          <a:bodyPr/>
          <a:lstStyle/>
          <a:p>
            <a:r>
              <a:rPr lang="en-US" altLang="zh-CN" sz="1800" dirty="0" smtClean="0">
                <a:solidFill>
                  <a:schemeClr val="accent5">
                    <a:lumMod val="10000"/>
                  </a:schemeClr>
                </a:solidFill>
                <a:latin typeface="+mj-ea"/>
                <a:ea typeface="+mj-ea"/>
              </a:rPr>
              <a:t>	</a:t>
            </a:r>
            <a:r>
              <a:rPr lang="zh-CN" altLang="en-US" sz="1800" dirty="0" smtClean="0">
                <a:solidFill>
                  <a:schemeClr val="accent5">
                    <a:lumMod val="10000"/>
                  </a:schemeClr>
                </a:solidFill>
                <a:latin typeface="+mj-ea"/>
                <a:ea typeface="+mj-ea"/>
              </a:rPr>
              <a:t>：振幅随传播距离增大而减小</a:t>
            </a:r>
            <a:endParaRPr lang="en-US" altLang="zh-CN" sz="1800" dirty="0" smtClean="0">
              <a:solidFill>
                <a:schemeClr val="accent5">
                  <a:lumMod val="10000"/>
                </a:schemeClr>
              </a:solidFill>
              <a:latin typeface="+mj-ea"/>
              <a:ea typeface="+mj-ea"/>
            </a:endParaRPr>
          </a:p>
          <a:p>
            <a:endParaRPr lang="en-US" altLang="zh-CN" sz="1800" dirty="0" smtClean="0">
              <a:solidFill>
                <a:schemeClr val="accent5">
                  <a:lumMod val="10000"/>
                </a:schemeClr>
              </a:solidFill>
              <a:latin typeface="+mj-ea"/>
              <a:ea typeface="+mj-ea"/>
            </a:endParaRPr>
          </a:p>
          <a:p>
            <a:r>
              <a:rPr lang="en-US" altLang="zh-CN" sz="1800" dirty="0" smtClean="0">
                <a:solidFill>
                  <a:schemeClr val="accent5">
                    <a:lumMod val="10000"/>
                  </a:schemeClr>
                </a:solidFill>
                <a:latin typeface="+mj-ea"/>
                <a:ea typeface="+mj-ea"/>
              </a:rPr>
              <a:t>	</a:t>
            </a:r>
            <a:r>
              <a:rPr lang="zh-CN" altLang="en-US" sz="1800" dirty="0" smtClean="0">
                <a:solidFill>
                  <a:schemeClr val="accent5">
                    <a:lumMod val="10000"/>
                  </a:schemeClr>
                </a:solidFill>
                <a:latin typeface="+mj-ea"/>
                <a:ea typeface="+mj-ea"/>
              </a:rPr>
              <a:t>：相位随传播距离增大而滞后</a:t>
            </a:r>
            <a:endParaRPr lang="en-US" altLang="zh-CN" sz="1800" dirty="0">
              <a:solidFill>
                <a:schemeClr val="accent5">
                  <a:lumMod val="10000"/>
                </a:schemeClr>
              </a:solidFill>
              <a:latin typeface="+mj-ea"/>
              <a:ea typeface="+mj-ea"/>
            </a:endParaRPr>
          </a:p>
          <a:p>
            <a:endParaRPr lang="zh-CN" altLang="en-US" sz="1800" dirty="0">
              <a:solidFill>
                <a:schemeClr val="accent5">
                  <a:lumMod val="10000"/>
                </a:schemeClr>
              </a:solidFill>
              <a:latin typeface="+mj-ea"/>
              <a:ea typeface="+mj-ea"/>
            </a:endParaRPr>
          </a:p>
        </p:txBody>
      </p:sp>
      <p:graphicFrame>
        <p:nvGraphicFramePr>
          <p:cNvPr id="12" name="对象 11"/>
          <p:cNvGraphicFramePr>
            <a:graphicFrameLocks noChangeAspect="1"/>
          </p:cNvGraphicFramePr>
          <p:nvPr>
            <p:extLst/>
          </p:nvPr>
        </p:nvGraphicFramePr>
        <p:xfrm>
          <a:off x="4652673" y="195486"/>
          <a:ext cx="423383" cy="344934"/>
        </p:xfrm>
        <a:graphic>
          <a:graphicData uri="http://schemas.openxmlformats.org/presentationml/2006/ole">
            <mc:AlternateContent xmlns:mc="http://schemas.openxmlformats.org/markup-compatibility/2006">
              <mc:Choice xmlns:v="urn:schemas-microsoft-com:vml" Requires="v">
                <p:oleObj spid="_x0000_s313364" name="公式" r:id="rId9" imgW="253800" imgH="203040" progId="Equation.3">
                  <p:embed/>
                </p:oleObj>
              </mc:Choice>
              <mc:Fallback>
                <p:oleObj name="公式" r:id="rId9" imgW="253800" imgH="203040" progId="Equation.3">
                  <p:embed/>
                  <p:pic>
                    <p:nvPicPr>
                      <p:cNvPr id="12" name="对象 11"/>
                      <p:cNvPicPr/>
                      <p:nvPr/>
                    </p:nvPicPr>
                    <p:blipFill>
                      <a:blip r:embed="rId10"/>
                      <a:stretch>
                        <a:fillRect/>
                      </a:stretch>
                    </p:blipFill>
                    <p:spPr>
                      <a:xfrm>
                        <a:off x="4652673" y="195486"/>
                        <a:ext cx="423383" cy="344934"/>
                      </a:xfrm>
                      <a:prstGeom prst="rect">
                        <a:avLst/>
                      </a:prstGeom>
                    </p:spPr>
                  </p:pic>
                </p:oleObj>
              </mc:Fallback>
            </mc:AlternateContent>
          </a:graphicData>
        </a:graphic>
      </p:graphicFrame>
      <p:graphicFrame>
        <p:nvGraphicFramePr>
          <p:cNvPr id="13" name="对象 12"/>
          <p:cNvGraphicFramePr>
            <a:graphicFrameLocks noChangeAspect="1"/>
          </p:cNvGraphicFramePr>
          <p:nvPr>
            <p:extLst/>
          </p:nvPr>
        </p:nvGraphicFramePr>
        <p:xfrm>
          <a:off x="4639715" y="822468"/>
          <a:ext cx="436341" cy="309122"/>
        </p:xfrm>
        <a:graphic>
          <a:graphicData uri="http://schemas.openxmlformats.org/presentationml/2006/ole">
            <mc:AlternateContent xmlns:mc="http://schemas.openxmlformats.org/markup-compatibility/2006">
              <mc:Choice xmlns:v="urn:schemas-microsoft-com:vml" Requires="v">
                <p:oleObj spid="_x0000_s313365" name="公式" r:id="rId11" imgW="291960" imgH="203040" progId="Equation.3">
                  <p:embed/>
                </p:oleObj>
              </mc:Choice>
              <mc:Fallback>
                <p:oleObj name="公式" r:id="rId11" imgW="291960" imgH="203040" progId="Equation.3">
                  <p:embed/>
                  <p:pic>
                    <p:nvPicPr>
                      <p:cNvPr id="13" name="对象 12"/>
                      <p:cNvPicPr/>
                      <p:nvPr/>
                    </p:nvPicPr>
                    <p:blipFill>
                      <a:blip r:embed="rId12"/>
                      <a:stretch>
                        <a:fillRect/>
                      </a:stretch>
                    </p:blipFill>
                    <p:spPr>
                      <a:xfrm>
                        <a:off x="4639715" y="822468"/>
                        <a:ext cx="436341" cy="309122"/>
                      </a:xfrm>
                      <a:prstGeom prst="rect">
                        <a:avLst/>
                      </a:prstGeom>
                    </p:spPr>
                  </p:pic>
                </p:oleObj>
              </mc:Fallback>
            </mc:AlternateContent>
          </a:graphicData>
        </a:graphic>
      </p:graphicFrame>
    </p:spTree>
    <p:extLst>
      <p:ext uri="{BB962C8B-B14F-4D97-AF65-F5344CB8AC3E}">
        <p14:creationId xmlns:p14="http://schemas.microsoft.com/office/powerpoint/2010/main" val="4126960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7"/>
          <p:cNvSpPr txBox="1">
            <a:spLocks noChangeArrowheads="1"/>
          </p:cNvSpPr>
          <p:nvPr/>
        </p:nvSpPr>
        <p:spPr bwMode="auto">
          <a:xfrm>
            <a:off x="611560" y="620713"/>
            <a:ext cx="68405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dirty="0" smtClean="0">
                <a:latin typeface="Times New Roman" pitchFamily="18" charset="0"/>
              </a:rPr>
              <a:t>损耗</a:t>
            </a:r>
            <a:r>
              <a:rPr kumimoji="1" lang="zh-CN" altLang="en-US" sz="2800" dirty="0">
                <a:latin typeface="Times New Roman" pitchFamily="18" charset="0"/>
              </a:rPr>
              <a:t>媒质中电场和磁场的瞬时值：</a:t>
            </a:r>
          </a:p>
        </p:txBody>
      </p:sp>
      <p:graphicFrame>
        <p:nvGraphicFramePr>
          <p:cNvPr id="5" name="Object 128"/>
          <p:cNvGraphicFramePr>
            <a:graphicFrameLocks noChangeAspect="1"/>
          </p:cNvGraphicFramePr>
          <p:nvPr>
            <p:extLst/>
          </p:nvPr>
        </p:nvGraphicFramePr>
        <p:xfrm>
          <a:off x="719510" y="1341438"/>
          <a:ext cx="8208962" cy="1781175"/>
        </p:xfrm>
        <a:graphic>
          <a:graphicData uri="http://schemas.openxmlformats.org/presentationml/2006/ole">
            <mc:AlternateContent xmlns:mc="http://schemas.openxmlformats.org/markup-compatibility/2006">
              <mc:Choice xmlns:v="urn:schemas-microsoft-com:vml" Requires="v">
                <p:oleObj spid="_x0000_s314373" name="Equation" r:id="rId3" imgW="2679480" imgH="711000" progId="Equation.DSMT4">
                  <p:embed/>
                </p:oleObj>
              </mc:Choice>
              <mc:Fallback>
                <p:oleObj name="Equation" r:id="rId3" imgW="2679480" imgH="711000" progId="Equation.DSMT4">
                  <p:embed/>
                  <p:pic>
                    <p:nvPicPr>
                      <p:cNvPr id="5" name="Object 1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510" y="1341438"/>
                        <a:ext cx="8208962" cy="178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137"/>
          <p:cNvSpPr txBox="1">
            <a:spLocks noChangeArrowheads="1"/>
          </p:cNvSpPr>
          <p:nvPr/>
        </p:nvSpPr>
        <p:spPr bwMode="auto">
          <a:xfrm>
            <a:off x="323528" y="3097007"/>
            <a:ext cx="7921625" cy="1382712"/>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Times New Roman" pitchFamily="18" charset="0"/>
              </a:rPr>
              <a:t>　可见：</a:t>
            </a:r>
            <a:r>
              <a:rPr kumimoji="1" lang="zh-CN" altLang="en-US" sz="2800" b="1" dirty="0">
                <a:solidFill>
                  <a:srgbClr val="FF3300"/>
                </a:solidFill>
                <a:latin typeface="Times New Roman" pitchFamily="18" charset="0"/>
              </a:rPr>
              <a:t>无界损耗媒质中的电场和磁场仍相互垂直，但电磁波沿</a:t>
            </a:r>
            <a:r>
              <a:rPr kumimoji="1" lang="en-US" altLang="zh-CN" sz="2800" b="1" dirty="0">
                <a:solidFill>
                  <a:srgbClr val="FF3300"/>
                </a:solidFill>
                <a:latin typeface="Times New Roman" pitchFamily="18" charset="0"/>
              </a:rPr>
              <a:t>z</a:t>
            </a:r>
            <a:r>
              <a:rPr kumimoji="1" lang="zh-CN" altLang="en-US" sz="2800" b="1" dirty="0">
                <a:solidFill>
                  <a:srgbClr val="FF3300"/>
                </a:solidFill>
                <a:latin typeface="Times New Roman" pitchFamily="18" charset="0"/>
              </a:rPr>
              <a:t>方向传播时振幅一指数衰减，电场和磁场有相位差</a:t>
            </a:r>
            <a:r>
              <a:rPr kumimoji="1" lang="zh-CN" altLang="en-US" sz="2800" b="1" dirty="0">
                <a:latin typeface="Times New Roman" pitchFamily="18" charset="0"/>
              </a:rPr>
              <a:t>。</a:t>
            </a:r>
          </a:p>
        </p:txBody>
      </p:sp>
    </p:spTree>
    <p:extLst>
      <p:ext uri="{BB962C8B-B14F-4D97-AF65-F5344CB8AC3E}">
        <p14:creationId xmlns:p14="http://schemas.microsoft.com/office/powerpoint/2010/main" val="39249826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29"/>
          <p:cNvGrpSpPr>
            <a:grpSpLocks/>
          </p:cNvGrpSpPr>
          <p:nvPr/>
        </p:nvGrpSpPr>
        <p:grpSpPr bwMode="auto">
          <a:xfrm>
            <a:off x="539998" y="2154535"/>
            <a:ext cx="3352800" cy="519112"/>
            <a:chOff x="230" y="463"/>
            <a:chExt cx="2112" cy="327"/>
          </a:xfrm>
        </p:grpSpPr>
        <p:sp>
          <p:nvSpPr>
            <p:cNvPr id="5" name="Text Box 130"/>
            <p:cNvSpPr txBox="1">
              <a:spLocks noChangeArrowheads="1"/>
            </p:cNvSpPr>
            <p:nvPr/>
          </p:nvSpPr>
          <p:spPr bwMode="auto">
            <a:xfrm>
              <a:off x="230" y="463"/>
              <a:ext cx="21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smtClean="0">
                  <a:solidFill>
                    <a:srgbClr val="0000FF"/>
                  </a:solidFill>
                  <a:latin typeface="Times New Roman" pitchFamily="18" charset="0"/>
                </a:rPr>
                <a:t>相速度 </a:t>
              </a:r>
              <a:r>
                <a:rPr kumimoji="1" lang="zh-CN" altLang="en-US" sz="2800" b="1" dirty="0" smtClean="0">
                  <a:latin typeface="Times New Roman" pitchFamily="18" charset="0"/>
                </a:rPr>
                <a:t>   </a:t>
              </a:r>
              <a:r>
                <a:rPr kumimoji="1" lang="zh-CN" altLang="en-US" sz="2800" b="1" dirty="0">
                  <a:latin typeface="Times New Roman" pitchFamily="18" charset="0"/>
                </a:rPr>
                <a:t>：</a:t>
              </a:r>
            </a:p>
          </p:txBody>
        </p:sp>
        <p:graphicFrame>
          <p:nvGraphicFramePr>
            <p:cNvPr id="6" name="Object 131"/>
            <p:cNvGraphicFramePr>
              <a:graphicFrameLocks noChangeAspect="1"/>
            </p:cNvGraphicFramePr>
            <p:nvPr>
              <p:extLst/>
            </p:nvPr>
          </p:nvGraphicFramePr>
          <p:xfrm>
            <a:off x="964" y="550"/>
            <a:ext cx="218" cy="238"/>
          </p:xfrm>
          <a:graphic>
            <a:graphicData uri="http://schemas.openxmlformats.org/presentationml/2006/ole">
              <mc:AlternateContent xmlns:mc="http://schemas.openxmlformats.org/markup-compatibility/2006">
                <mc:Choice xmlns:v="urn:schemas-microsoft-com:vml" Requires="v">
                  <p:oleObj spid="_x0000_s315412" name="Equation" r:id="rId3" imgW="126720" imgH="139680" progId="Equation.DSMT4">
                    <p:embed/>
                  </p:oleObj>
                </mc:Choice>
                <mc:Fallback>
                  <p:oleObj name="Equation" r:id="rId3" imgW="126720" imgH="139680" progId="Equation.DSMT4">
                    <p:embed/>
                    <p:pic>
                      <p:nvPicPr>
                        <p:cNvPr id="6" name="Object 1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4" y="550"/>
                          <a:ext cx="218"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 name="Object 132"/>
          <p:cNvGraphicFramePr>
            <a:graphicFrameLocks noChangeAspect="1"/>
          </p:cNvGraphicFramePr>
          <p:nvPr>
            <p:extLst/>
          </p:nvPr>
        </p:nvGraphicFramePr>
        <p:xfrm>
          <a:off x="2987824" y="1867197"/>
          <a:ext cx="1377950" cy="1135063"/>
        </p:xfrm>
        <a:graphic>
          <a:graphicData uri="http://schemas.openxmlformats.org/presentationml/2006/ole">
            <mc:AlternateContent xmlns:mc="http://schemas.openxmlformats.org/markup-compatibility/2006">
              <mc:Choice xmlns:v="urn:schemas-microsoft-com:vml" Requires="v">
                <p:oleObj spid="_x0000_s315413" name="Equation" r:id="rId5" imgW="507960" imgH="419040" progId="Equation.DSMT4">
                  <p:embed/>
                </p:oleObj>
              </mc:Choice>
              <mc:Fallback>
                <p:oleObj name="Equation" r:id="rId5" imgW="507960" imgH="419040" progId="Equation.DSMT4">
                  <p:embed/>
                  <p:pic>
                    <p:nvPicPr>
                      <p:cNvPr id="7" name="Object 1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824" y="1867197"/>
                        <a:ext cx="1377950" cy="1135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 name="Group 133"/>
          <p:cNvGrpSpPr>
            <a:grpSpLocks/>
          </p:cNvGrpSpPr>
          <p:nvPr/>
        </p:nvGrpSpPr>
        <p:grpSpPr bwMode="auto">
          <a:xfrm>
            <a:off x="539552" y="3091160"/>
            <a:ext cx="3233738" cy="528637"/>
            <a:chOff x="240" y="480"/>
            <a:chExt cx="2037" cy="333"/>
          </a:xfrm>
        </p:grpSpPr>
        <p:sp>
          <p:nvSpPr>
            <p:cNvPr id="9" name="Text Box 134"/>
            <p:cNvSpPr txBox="1">
              <a:spLocks noChangeArrowheads="1"/>
            </p:cNvSpPr>
            <p:nvPr/>
          </p:nvSpPr>
          <p:spPr bwMode="auto">
            <a:xfrm>
              <a:off x="240" y="480"/>
              <a:ext cx="203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smtClean="0">
                  <a:latin typeface="Times New Roman" pitchFamily="18" charset="0"/>
                </a:rPr>
                <a:t>相波长    </a:t>
              </a:r>
              <a:r>
                <a:rPr kumimoji="1" lang="zh-CN" altLang="en-US" sz="2800" b="1" dirty="0">
                  <a:latin typeface="Times New Roman" pitchFamily="18" charset="0"/>
                </a:rPr>
                <a:t>：</a:t>
              </a:r>
            </a:p>
          </p:txBody>
        </p:sp>
        <p:graphicFrame>
          <p:nvGraphicFramePr>
            <p:cNvPr id="10" name="Object 135"/>
            <p:cNvGraphicFramePr>
              <a:graphicFrameLocks noChangeAspect="1"/>
            </p:cNvGraphicFramePr>
            <p:nvPr>
              <p:extLst/>
            </p:nvPr>
          </p:nvGraphicFramePr>
          <p:xfrm>
            <a:off x="946" y="530"/>
            <a:ext cx="247" cy="283"/>
          </p:xfrm>
          <a:graphic>
            <a:graphicData uri="http://schemas.openxmlformats.org/presentationml/2006/ole">
              <mc:AlternateContent xmlns:mc="http://schemas.openxmlformats.org/markup-compatibility/2006">
                <mc:Choice xmlns:v="urn:schemas-microsoft-com:vml" Requires="v">
                  <p:oleObj spid="_x0000_s315414" name="Equation" r:id="rId7" imgW="139680" imgH="177480" progId="Equation.DSMT4">
                    <p:embed/>
                  </p:oleObj>
                </mc:Choice>
                <mc:Fallback>
                  <p:oleObj name="Equation" r:id="rId7" imgW="139680" imgH="177480" progId="Equation.DSMT4">
                    <p:embed/>
                    <p:pic>
                      <p:nvPicPr>
                        <p:cNvPr id="10" name="Object 1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6" y="530"/>
                          <a:ext cx="247"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1" name="Object 136"/>
          <p:cNvGraphicFramePr>
            <a:graphicFrameLocks noChangeAspect="1"/>
          </p:cNvGraphicFramePr>
          <p:nvPr>
            <p:extLst/>
          </p:nvPr>
        </p:nvGraphicFramePr>
        <p:xfrm>
          <a:off x="2915816" y="2875260"/>
          <a:ext cx="1344612" cy="1136650"/>
        </p:xfrm>
        <a:graphic>
          <a:graphicData uri="http://schemas.openxmlformats.org/presentationml/2006/ole">
            <mc:AlternateContent xmlns:mc="http://schemas.openxmlformats.org/markup-compatibility/2006">
              <mc:Choice xmlns:v="urn:schemas-microsoft-com:vml" Requires="v">
                <p:oleObj spid="_x0000_s315415" name="Equation" r:id="rId9" imgW="495000" imgH="419040" progId="Equation.DSMT4">
                  <p:embed/>
                </p:oleObj>
              </mc:Choice>
              <mc:Fallback>
                <p:oleObj name="Equation" r:id="rId9" imgW="495000" imgH="419040" progId="Equation.DSMT4">
                  <p:embed/>
                  <p:pic>
                    <p:nvPicPr>
                      <p:cNvPr id="11" name="Object 1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15816" y="2875260"/>
                        <a:ext cx="1344612" cy="1136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138"/>
          <p:cNvGraphicFramePr>
            <a:graphicFrameLocks noChangeAspect="1"/>
          </p:cNvGraphicFramePr>
          <p:nvPr>
            <p:extLst/>
          </p:nvPr>
        </p:nvGraphicFramePr>
        <p:xfrm>
          <a:off x="4788148" y="1794172"/>
          <a:ext cx="4140200" cy="1954213"/>
        </p:xfrm>
        <a:graphic>
          <a:graphicData uri="http://schemas.openxmlformats.org/presentationml/2006/ole">
            <mc:AlternateContent xmlns:mc="http://schemas.openxmlformats.org/markup-compatibility/2006">
              <mc:Choice xmlns:v="urn:schemas-microsoft-com:vml" Requires="v">
                <p:oleObj spid="_x0000_s315416" r:id="rId11" imgW="19142857" imgH="8533333" progId="">
                  <p:embed/>
                </p:oleObj>
              </mc:Choice>
              <mc:Fallback>
                <p:oleObj r:id="rId11" imgW="19142857" imgH="8533333" progId="">
                  <p:embed/>
                  <p:pic>
                    <p:nvPicPr>
                      <p:cNvPr id="13" name="Object 1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88148" y="1794172"/>
                        <a:ext cx="4140200" cy="195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椭圆形标注 13"/>
          <p:cNvSpPr/>
          <p:nvPr/>
        </p:nvSpPr>
        <p:spPr>
          <a:xfrm>
            <a:off x="5364088" y="1002084"/>
            <a:ext cx="2664296" cy="720403"/>
          </a:xfrm>
          <a:prstGeom prst="wedgeEllipseCallout">
            <a:avLst>
              <a:gd name="adj1" fmla="val -81865"/>
              <a:gd name="adj2" fmla="val 13014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2">
                    <a:lumMod val="50000"/>
                  </a:schemeClr>
                </a:solidFill>
              </a:rPr>
              <a:t>频率</a:t>
            </a:r>
            <a:r>
              <a:rPr lang="zh-CN" altLang="en-US" b="1" dirty="0" smtClean="0">
                <a:solidFill>
                  <a:schemeClr val="tx2">
                    <a:lumMod val="50000"/>
                  </a:schemeClr>
                </a:solidFill>
              </a:rPr>
              <a:t>不同速度不同，引起色散</a:t>
            </a:r>
            <a:endParaRPr lang="zh-CN" altLang="en-US" b="1" dirty="0">
              <a:solidFill>
                <a:schemeClr val="tx2">
                  <a:lumMod val="50000"/>
                </a:schemeClr>
              </a:solidFill>
            </a:endParaRPr>
          </a:p>
        </p:txBody>
      </p:sp>
      <p:graphicFrame>
        <p:nvGraphicFramePr>
          <p:cNvPr id="15" name="Object 143"/>
          <p:cNvGraphicFramePr>
            <a:graphicFrameLocks noChangeAspect="1"/>
          </p:cNvGraphicFramePr>
          <p:nvPr>
            <p:extLst/>
          </p:nvPr>
        </p:nvGraphicFramePr>
        <p:xfrm>
          <a:off x="2395785" y="933747"/>
          <a:ext cx="2994025" cy="850900"/>
        </p:xfrm>
        <a:graphic>
          <a:graphicData uri="http://schemas.openxmlformats.org/presentationml/2006/ole">
            <mc:AlternateContent xmlns:mc="http://schemas.openxmlformats.org/markup-compatibility/2006">
              <mc:Choice xmlns:v="urn:schemas-microsoft-com:vml" Requires="v">
                <p:oleObj spid="_x0000_s315417" name="公式" r:id="rId13" imgW="1765080" imgH="545760" progId="Equation.3">
                  <p:embed/>
                </p:oleObj>
              </mc:Choice>
              <mc:Fallback>
                <p:oleObj name="公式" r:id="rId13" imgW="1765080" imgH="545760" progId="Equation.3">
                  <p:embed/>
                  <p:pic>
                    <p:nvPicPr>
                      <p:cNvPr id="15" name="Object 143"/>
                      <p:cNvPicPr>
                        <a:picLocks noChangeAspect="1" noChangeArrowheads="1"/>
                      </p:cNvPicPr>
                      <p:nvPr/>
                    </p:nvPicPr>
                    <p:blipFill>
                      <a:blip r:embed="rId14"/>
                      <a:srcRect/>
                      <a:stretch>
                        <a:fillRect/>
                      </a:stretch>
                    </p:blipFill>
                    <p:spPr bwMode="auto">
                      <a:xfrm>
                        <a:off x="2395785" y="933747"/>
                        <a:ext cx="2994025" cy="850900"/>
                      </a:xfrm>
                      <a:prstGeom prst="rect">
                        <a:avLst/>
                      </a:prstGeom>
                      <a:solidFill>
                        <a:srgbClr val="66FFCC"/>
                      </a:solidFill>
                      <a:ln>
                        <a:noFill/>
                      </a:ln>
                      <a:effectLst/>
                      <a:extLst/>
                    </p:spPr>
                  </p:pic>
                </p:oleObj>
              </mc:Fallback>
            </mc:AlternateContent>
          </a:graphicData>
        </a:graphic>
      </p:graphicFrame>
    </p:spTree>
    <p:extLst>
      <p:ext uri="{BB962C8B-B14F-4D97-AF65-F5344CB8AC3E}">
        <p14:creationId xmlns:p14="http://schemas.microsoft.com/office/powerpoint/2010/main" val="20772806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par>
                                <p:cTn id="11" presetID="3"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par>
                                <p:cTn id="14" presetID="3" presetClass="entr" presetSubtype="1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linds(horizontal)">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en-US" altLang="zh-CN" dirty="0">
                <a:latin typeface="隶书" pitchFamily="49" charset="-122"/>
              </a:rPr>
              <a:t>4.3.3  </a:t>
            </a:r>
            <a:r>
              <a:rPr lang="zh-CN" altLang="en-US" dirty="0">
                <a:latin typeface="隶书" pitchFamily="49" charset="-122"/>
              </a:rPr>
              <a:t>良介质和良导体中的</a:t>
            </a:r>
            <a:r>
              <a:rPr lang="zh-CN" altLang="en-US" dirty="0" smtClean="0">
                <a:latin typeface="隶书" pitchFamily="49" charset="-122"/>
              </a:rPr>
              <a:t>参数</a:t>
            </a:r>
            <a:endParaRPr lang="zh-CN" altLang="en-US" dirty="0"/>
          </a:p>
        </p:txBody>
      </p:sp>
      <p:graphicFrame>
        <p:nvGraphicFramePr>
          <p:cNvPr id="4" name="Object 128"/>
          <p:cNvGraphicFramePr>
            <a:graphicFrameLocks noChangeAspect="1"/>
          </p:cNvGraphicFramePr>
          <p:nvPr>
            <p:extLst/>
          </p:nvPr>
        </p:nvGraphicFramePr>
        <p:xfrm>
          <a:off x="3256384" y="937270"/>
          <a:ext cx="2971800" cy="914400"/>
        </p:xfrm>
        <a:graphic>
          <a:graphicData uri="http://schemas.openxmlformats.org/presentationml/2006/ole">
            <mc:AlternateContent xmlns:mc="http://schemas.openxmlformats.org/markup-compatibility/2006">
              <mc:Choice xmlns:v="urn:schemas-microsoft-com:vml" Requires="v">
                <p:oleObj spid="_x0000_s316439" name="Microsoft 公式 3.0" r:id="rId3" imgW="1002960" imgH="393480" progId="Equation.3">
                  <p:embed/>
                </p:oleObj>
              </mc:Choice>
              <mc:Fallback>
                <p:oleObj name="Microsoft 公式 3.0" r:id="rId3" imgW="1002960" imgH="393480" progId="Equation.3">
                  <p:embed/>
                  <p:pic>
                    <p:nvPicPr>
                      <p:cNvPr id="4" name="Object 1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6384" y="937270"/>
                        <a:ext cx="2971800" cy="914400"/>
                      </a:xfrm>
                      <a:prstGeom prst="rect">
                        <a:avLst/>
                      </a:prstGeom>
                      <a:noFill/>
                      <a:ln w="9525">
                        <a:solidFill>
                          <a:srgbClr val="000099"/>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Group 129"/>
          <p:cNvGrpSpPr>
            <a:grpSpLocks/>
          </p:cNvGrpSpPr>
          <p:nvPr/>
        </p:nvGrpSpPr>
        <p:grpSpPr bwMode="auto">
          <a:xfrm>
            <a:off x="827088" y="1780059"/>
            <a:ext cx="5203825" cy="603250"/>
            <a:chOff x="1008" y="1392"/>
            <a:chExt cx="3072" cy="380"/>
          </a:xfrm>
        </p:grpSpPr>
        <p:graphicFrame>
          <p:nvGraphicFramePr>
            <p:cNvPr id="6" name="Object 130"/>
            <p:cNvGraphicFramePr>
              <a:graphicFrameLocks noChangeAspect="1"/>
            </p:cNvGraphicFramePr>
            <p:nvPr/>
          </p:nvGraphicFramePr>
          <p:xfrm>
            <a:off x="1008" y="1392"/>
            <a:ext cx="1632" cy="380"/>
          </p:xfrm>
          <a:graphic>
            <a:graphicData uri="http://schemas.openxmlformats.org/presentationml/2006/ole">
              <mc:AlternateContent xmlns:mc="http://schemas.openxmlformats.org/markup-compatibility/2006">
                <mc:Choice xmlns:v="urn:schemas-microsoft-com:vml" Requires="v">
                  <p:oleObj spid="_x0000_s316440" name="Equation" r:id="rId5" imgW="1117440" imgH="228600" progId="Equation.3">
                    <p:embed/>
                  </p:oleObj>
                </mc:Choice>
                <mc:Fallback>
                  <p:oleObj name="Equation" r:id="rId5" imgW="1117440" imgH="228600" progId="Equation.3">
                    <p:embed/>
                    <p:pic>
                      <p:nvPicPr>
                        <p:cNvPr id="6" name="Object 1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8" y="1392"/>
                          <a:ext cx="1632" cy="3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131"/>
            <p:cNvSpPr txBox="1">
              <a:spLocks noChangeArrowheads="1"/>
            </p:cNvSpPr>
            <p:nvPr/>
          </p:nvSpPr>
          <p:spPr bwMode="auto">
            <a:xfrm>
              <a:off x="1584" y="1440"/>
              <a:ext cx="249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dirty="0">
                  <a:latin typeface="Times New Roman" pitchFamily="18" charset="0"/>
                </a:rPr>
                <a:t>时，           ，</a:t>
              </a:r>
              <a:r>
                <a:rPr kumimoji="1" lang="zh-CN" altLang="en-US" sz="2800" dirty="0">
                  <a:solidFill>
                    <a:srgbClr val="FF0000"/>
                  </a:solidFill>
                  <a:latin typeface="Times New Roman" pitchFamily="18" charset="0"/>
                </a:rPr>
                <a:t>理想介质</a:t>
              </a:r>
              <a:r>
                <a:rPr kumimoji="1" lang="zh-CN" altLang="en-US" sz="2800" dirty="0">
                  <a:latin typeface="Times New Roman" pitchFamily="18" charset="0"/>
                </a:rPr>
                <a:t>。</a:t>
              </a:r>
            </a:p>
          </p:txBody>
        </p:sp>
      </p:grpSp>
      <p:graphicFrame>
        <p:nvGraphicFramePr>
          <p:cNvPr id="8" name="Object 132"/>
          <p:cNvGraphicFramePr>
            <a:graphicFrameLocks noChangeAspect="1"/>
          </p:cNvGraphicFramePr>
          <p:nvPr>
            <p:extLst/>
          </p:nvPr>
        </p:nvGraphicFramePr>
        <p:xfrm>
          <a:off x="3741738" y="2891309"/>
          <a:ext cx="114300" cy="215900"/>
        </p:xfrm>
        <a:graphic>
          <a:graphicData uri="http://schemas.openxmlformats.org/presentationml/2006/ole">
            <mc:AlternateContent xmlns:mc="http://schemas.openxmlformats.org/markup-compatibility/2006">
              <mc:Choice xmlns:v="urn:schemas-microsoft-com:vml" Requires="v">
                <p:oleObj spid="_x0000_s316441" name="Equation" r:id="rId7" imgW="114120" imgH="215640" progId="Equation.3">
                  <p:embed/>
                </p:oleObj>
              </mc:Choice>
              <mc:Fallback>
                <p:oleObj name="Equation" r:id="rId7" imgW="114120" imgH="215640" progId="Equation.3">
                  <p:embed/>
                  <p:pic>
                    <p:nvPicPr>
                      <p:cNvPr id="8" name="Object 1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1738" y="2891309"/>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 name="Group 133"/>
          <p:cNvGrpSpPr>
            <a:grpSpLocks/>
          </p:cNvGrpSpPr>
          <p:nvPr/>
        </p:nvGrpSpPr>
        <p:grpSpPr bwMode="auto">
          <a:xfrm>
            <a:off x="827088" y="2465859"/>
            <a:ext cx="5943600" cy="609600"/>
            <a:chOff x="1008" y="1824"/>
            <a:chExt cx="3744" cy="384"/>
          </a:xfrm>
        </p:grpSpPr>
        <p:graphicFrame>
          <p:nvGraphicFramePr>
            <p:cNvPr id="10" name="Object 134"/>
            <p:cNvGraphicFramePr>
              <a:graphicFrameLocks noChangeAspect="1"/>
            </p:cNvGraphicFramePr>
            <p:nvPr/>
          </p:nvGraphicFramePr>
          <p:xfrm>
            <a:off x="1008" y="1824"/>
            <a:ext cx="2042" cy="384"/>
          </p:xfrm>
          <a:graphic>
            <a:graphicData uri="http://schemas.openxmlformats.org/presentationml/2006/ole">
              <mc:AlternateContent xmlns:mc="http://schemas.openxmlformats.org/markup-compatibility/2006">
                <mc:Choice xmlns:v="urn:schemas-microsoft-com:vml" Requires="v">
                  <p:oleObj spid="_x0000_s316442" name="Equation" r:id="rId9" imgW="1091880" imgH="228600" progId="Equation.3">
                    <p:embed/>
                  </p:oleObj>
                </mc:Choice>
                <mc:Fallback>
                  <p:oleObj name="Equation" r:id="rId9" imgW="1091880" imgH="228600" progId="Equation.3">
                    <p:embed/>
                    <p:pic>
                      <p:nvPicPr>
                        <p:cNvPr id="10" name="Object 1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8" y="1824"/>
                          <a:ext cx="204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Text Box 135"/>
            <p:cNvSpPr txBox="1">
              <a:spLocks noChangeArrowheads="1"/>
            </p:cNvSpPr>
            <p:nvPr/>
          </p:nvSpPr>
          <p:spPr bwMode="auto">
            <a:xfrm>
              <a:off x="1200" y="1872"/>
              <a:ext cx="35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dirty="0">
                  <a:latin typeface="Times New Roman" pitchFamily="18" charset="0"/>
                  <a:cs typeface="Times New Roman" pitchFamily="18" charset="0"/>
                </a:rPr>
                <a:t>&lt;&lt;        </a:t>
              </a:r>
              <a:r>
                <a:rPr kumimoji="1" lang="zh-CN" altLang="en-US" sz="2800" dirty="0">
                  <a:latin typeface="Times New Roman" pitchFamily="18" charset="0"/>
                  <a:cs typeface="Times New Roman" pitchFamily="18" charset="0"/>
                </a:rPr>
                <a:t>时，              </a:t>
              </a:r>
              <a:r>
                <a:rPr kumimoji="1" lang="zh-CN" altLang="en-US" sz="2800" dirty="0">
                  <a:solidFill>
                    <a:srgbClr val="FF3399"/>
                  </a:solidFill>
                  <a:latin typeface="Times New Roman" pitchFamily="18" charset="0"/>
                  <a:cs typeface="Times New Roman" pitchFamily="18" charset="0"/>
                </a:rPr>
                <a:t>低损耗媒质</a:t>
              </a:r>
              <a:r>
                <a:rPr kumimoji="1" lang="zh-CN" altLang="en-US" sz="2800" dirty="0">
                  <a:latin typeface="Times New Roman" pitchFamily="18" charset="0"/>
                  <a:cs typeface="Times New Roman" pitchFamily="18" charset="0"/>
                </a:rPr>
                <a:t>。</a:t>
              </a:r>
              <a:endParaRPr kumimoji="1" lang="zh-CN" altLang="en-US" sz="2800" dirty="0">
                <a:latin typeface="Times New Roman" pitchFamily="18" charset="0"/>
              </a:endParaRPr>
            </a:p>
          </p:txBody>
        </p:sp>
      </p:grpSp>
      <p:grpSp>
        <p:nvGrpSpPr>
          <p:cNvPr id="12" name="Group 136"/>
          <p:cNvGrpSpPr>
            <a:grpSpLocks/>
          </p:cNvGrpSpPr>
          <p:nvPr/>
        </p:nvGrpSpPr>
        <p:grpSpPr bwMode="auto">
          <a:xfrm>
            <a:off x="736600" y="3219822"/>
            <a:ext cx="8731250" cy="864146"/>
            <a:chOff x="249" y="3521"/>
            <a:chExt cx="5296" cy="565"/>
          </a:xfrm>
        </p:grpSpPr>
        <p:graphicFrame>
          <p:nvGraphicFramePr>
            <p:cNvPr id="13" name="Object 137"/>
            <p:cNvGraphicFramePr>
              <a:graphicFrameLocks noChangeAspect="1"/>
            </p:cNvGraphicFramePr>
            <p:nvPr/>
          </p:nvGraphicFramePr>
          <p:xfrm>
            <a:off x="249" y="3521"/>
            <a:ext cx="3087" cy="565"/>
          </p:xfrm>
          <a:graphic>
            <a:graphicData uri="http://schemas.openxmlformats.org/presentationml/2006/ole">
              <mc:AlternateContent xmlns:mc="http://schemas.openxmlformats.org/markup-compatibility/2006">
                <mc:Choice xmlns:v="urn:schemas-microsoft-com:vml" Requires="v">
                  <p:oleObj spid="_x0000_s316443" name="Equation" r:id="rId11" imgW="1650960" imgH="393480" progId="Equation.3">
                    <p:embed/>
                  </p:oleObj>
                </mc:Choice>
                <mc:Fallback>
                  <p:oleObj name="Equation" r:id="rId11" imgW="1650960" imgH="393480" progId="Equation.3">
                    <p:embed/>
                    <p:pic>
                      <p:nvPicPr>
                        <p:cNvPr id="13" name="Object 13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9" y="3521"/>
                          <a:ext cx="3087" cy="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Text Box 138"/>
            <p:cNvSpPr txBox="1">
              <a:spLocks noChangeArrowheads="1"/>
            </p:cNvSpPr>
            <p:nvPr/>
          </p:nvSpPr>
          <p:spPr bwMode="auto">
            <a:xfrm>
              <a:off x="385" y="3662"/>
              <a:ext cx="51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dirty="0">
                  <a:latin typeface="Times New Roman" pitchFamily="18" charset="0"/>
                  <a:cs typeface="Times New Roman" pitchFamily="18" charset="0"/>
                </a:rPr>
                <a:t>&gt;&gt;      </a:t>
              </a:r>
              <a:r>
                <a:rPr kumimoji="1" lang="zh-CN" altLang="en-US" sz="2800" dirty="0">
                  <a:latin typeface="Times New Roman" pitchFamily="18" charset="0"/>
                  <a:cs typeface="Times New Roman" pitchFamily="18" charset="0"/>
                </a:rPr>
                <a:t>时，                                 </a:t>
              </a:r>
              <a:r>
                <a:rPr kumimoji="1" lang="zh-CN" altLang="en-US" sz="2800" dirty="0">
                  <a:solidFill>
                    <a:srgbClr val="FF0000"/>
                  </a:solidFill>
                  <a:latin typeface="Times New Roman" pitchFamily="18" charset="0"/>
                  <a:cs typeface="Times New Roman" pitchFamily="18" charset="0"/>
                </a:rPr>
                <a:t>良导电媒质（良导体）</a:t>
              </a:r>
              <a:endParaRPr kumimoji="1" lang="zh-CN" altLang="en-US" sz="2800" dirty="0">
                <a:latin typeface="Times New Roman" pitchFamily="18" charset="0"/>
              </a:endParaRPr>
            </a:p>
          </p:txBody>
        </p:sp>
      </p:grpSp>
      <p:grpSp>
        <p:nvGrpSpPr>
          <p:cNvPr id="15" name="Group 139"/>
          <p:cNvGrpSpPr>
            <a:grpSpLocks/>
          </p:cNvGrpSpPr>
          <p:nvPr/>
        </p:nvGrpSpPr>
        <p:grpSpPr bwMode="auto">
          <a:xfrm>
            <a:off x="755650" y="4083524"/>
            <a:ext cx="6934200" cy="1122363"/>
            <a:chOff x="912" y="2837"/>
            <a:chExt cx="4368" cy="707"/>
          </a:xfrm>
        </p:grpSpPr>
        <p:sp>
          <p:nvSpPr>
            <p:cNvPr id="16" name="Text Box 140"/>
            <p:cNvSpPr txBox="1">
              <a:spLocks noChangeArrowheads="1"/>
            </p:cNvSpPr>
            <p:nvPr/>
          </p:nvSpPr>
          <p:spPr bwMode="auto">
            <a:xfrm>
              <a:off x="912" y="2837"/>
              <a:ext cx="4368" cy="596"/>
            </a:xfrm>
            <a:prstGeom prst="rect">
              <a:avLst/>
            </a:prstGeom>
            <a:solidFill>
              <a:schemeClr val="accent1">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latin typeface="Times New Roman" pitchFamily="18" charset="0"/>
                  <a:ea typeface="楷体_GB2312" pitchFamily="49" charset="-122"/>
                </a:rPr>
                <a:t>        </a:t>
              </a:r>
              <a:r>
                <a:rPr kumimoji="1" lang="zh-CN" altLang="en-US" sz="2800" b="1" dirty="0">
                  <a:solidFill>
                    <a:schemeClr val="tx1">
                      <a:lumMod val="50000"/>
                    </a:schemeClr>
                  </a:solidFill>
                  <a:latin typeface="Times New Roman" pitchFamily="18" charset="0"/>
                  <a:ea typeface="楷体_GB2312" pitchFamily="49" charset="-122"/>
                </a:rPr>
                <a:t>对同一种媒质而言，当      不同时，其导电能力          将会不同。</a:t>
              </a:r>
            </a:p>
          </p:txBody>
        </p:sp>
        <p:graphicFrame>
          <p:nvGraphicFramePr>
            <p:cNvPr id="17" name="Object 141"/>
            <p:cNvGraphicFramePr>
              <a:graphicFrameLocks noChangeAspect="1"/>
            </p:cNvGraphicFramePr>
            <p:nvPr>
              <p:extLst/>
            </p:nvPr>
          </p:nvGraphicFramePr>
          <p:xfrm>
            <a:off x="3696" y="2883"/>
            <a:ext cx="288" cy="264"/>
          </p:xfrm>
          <a:graphic>
            <a:graphicData uri="http://schemas.openxmlformats.org/presentationml/2006/ole">
              <mc:AlternateContent xmlns:mc="http://schemas.openxmlformats.org/markup-compatibility/2006">
                <mc:Choice xmlns:v="urn:schemas-microsoft-com:vml" Requires="v">
                  <p:oleObj spid="_x0000_s316444" name="Equation" r:id="rId13" imgW="152280" imgH="139680" progId="Equation.3">
                    <p:embed/>
                  </p:oleObj>
                </mc:Choice>
                <mc:Fallback>
                  <p:oleObj name="Equation" r:id="rId13" imgW="152280" imgH="139680" progId="Equation.3">
                    <p:embed/>
                    <p:pic>
                      <p:nvPicPr>
                        <p:cNvPr id="17" name="Object 14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96" y="2883"/>
                          <a:ext cx="288"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42"/>
            <p:cNvGraphicFramePr>
              <a:graphicFrameLocks noChangeAspect="1"/>
            </p:cNvGraphicFramePr>
            <p:nvPr>
              <p:extLst/>
            </p:nvPr>
          </p:nvGraphicFramePr>
          <p:xfrm>
            <a:off x="1920" y="3064"/>
            <a:ext cx="528" cy="480"/>
          </p:xfrm>
          <a:graphic>
            <a:graphicData uri="http://schemas.openxmlformats.org/presentationml/2006/ole">
              <mc:AlternateContent xmlns:mc="http://schemas.openxmlformats.org/markup-compatibility/2006">
                <mc:Choice xmlns:v="urn:schemas-microsoft-com:vml" Requires="v">
                  <p:oleObj spid="_x0000_s316445" name="Equation" r:id="rId15" imgW="253800" imgH="393480" progId="Equation.3">
                    <p:embed/>
                  </p:oleObj>
                </mc:Choice>
                <mc:Fallback>
                  <p:oleObj name="Equation" r:id="rId15" imgW="253800" imgH="393480" progId="Equation.3">
                    <p:embed/>
                    <p:pic>
                      <p:nvPicPr>
                        <p:cNvPr id="18" name="Object 14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20" y="3064"/>
                          <a:ext cx="528"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0" name="Text Box 144"/>
          <p:cNvSpPr txBox="1">
            <a:spLocks noChangeArrowheads="1"/>
          </p:cNvSpPr>
          <p:nvPr/>
        </p:nvSpPr>
        <p:spPr bwMode="auto">
          <a:xfrm>
            <a:off x="6660232" y="2628701"/>
            <a:ext cx="1403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solidFill>
                  <a:srgbClr val="0000CC"/>
                </a:solidFill>
              </a:rPr>
              <a:t>良介质</a:t>
            </a:r>
          </a:p>
        </p:txBody>
      </p:sp>
      <p:sp>
        <p:nvSpPr>
          <p:cNvPr id="21" name="矩形 20"/>
          <p:cNvSpPr/>
          <p:nvPr/>
        </p:nvSpPr>
        <p:spPr>
          <a:xfrm>
            <a:off x="539552" y="1131590"/>
            <a:ext cx="2880320" cy="523220"/>
          </a:xfrm>
          <a:prstGeom prst="rect">
            <a:avLst/>
          </a:prstGeom>
        </p:spPr>
        <p:txBody>
          <a:bodyPr wrap="square">
            <a:spAutoFit/>
          </a:bodyPr>
          <a:lstStyle/>
          <a:p>
            <a:r>
              <a:rPr lang="zh-CN" altLang="en-US" sz="2800" b="1" dirty="0" smtClean="0">
                <a:solidFill>
                  <a:srgbClr val="FF0000"/>
                </a:solidFill>
              </a:rPr>
              <a:t>等效介电常数</a:t>
            </a:r>
            <a:endParaRPr lang="zh-CN" altLang="en-US" sz="2800" b="1" dirty="0">
              <a:solidFill>
                <a:srgbClr val="FF0000"/>
              </a:solidFill>
            </a:endParaRPr>
          </a:p>
        </p:txBody>
      </p:sp>
    </p:spTree>
    <p:extLst>
      <p:ext uri="{BB962C8B-B14F-4D97-AF65-F5344CB8AC3E}">
        <p14:creationId xmlns:p14="http://schemas.microsoft.com/office/powerpoint/2010/main" val="2714082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par>
                                <p:cTn id="13" presetID="3" presetClass="entr" presetSubtype="1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linds(horizontal)">
                                      <p:cBhvr>
                                        <p:cTn id="25" dur="500"/>
                                        <p:tgtEl>
                                          <p:spTgt spid="12"/>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blinds(horizontal)">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blinds(horizontal)">
                                      <p:cBhvr>
                                        <p:cTn id="3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defRPr/>
            </a:pPr>
            <a:r>
              <a:rPr lang="en-US" altLang="zh-CN" smtClean="0"/>
              <a:t> </a:t>
            </a:r>
          </a:p>
        </p:txBody>
      </p:sp>
      <p:sp>
        <p:nvSpPr>
          <p:cNvPr id="35843" name="Rectangle 3" descr="Rectangle: Click to edit Master text styles&#10;Second level&#10;Third level&#10;Fourth level&#10;Fifth level"/>
          <p:cNvSpPr>
            <a:spLocks noGrp="1" noChangeArrowheads="1"/>
          </p:cNvSpPr>
          <p:nvPr>
            <p:ph type="body" idx="1"/>
          </p:nvPr>
        </p:nvSpPr>
        <p:spPr>
          <a:xfrm>
            <a:off x="609600" y="571500"/>
            <a:ext cx="7772400" cy="3086100"/>
          </a:xfrm>
        </p:spPr>
        <p:txBody>
          <a:bodyPr/>
          <a:lstStyle/>
          <a:p>
            <a:pPr lvl="1" eaLnBrk="1" hangingPunct="1"/>
            <a:r>
              <a:rPr lang="en-US" altLang="zh-CN" dirty="0" smtClean="0">
                <a:latin typeface="华文行楷" pitchFamily="2" charset="-122"/>
              </a:rPr>
              <a:t>1 </a:t>
            </a:r>
            <a:r>
              <a:rPr lang="zh-CN" altLang="en-US" dirty="0" smtClean="0">
                <a:latin typeface="华文行楷" pitchFamily="2" charset="-122"/>
              </a:rPr>
              <a:t>良介质（</a:t>
            </a:r>
            <a:r>
              <a:rPr lang="en-US" altLang="zh-CN" dirty="0" smtClean="0">
                <a:latin typeface="华文行楷" pitchFamily="2" charset="-122"/>
              </a:rPr>
              <a:t>σ/</a:t>
            </a:r>
            <a:r>
              <a:rPr lang="en-US" altLang="zh-CN" dirty="0" err="1" smtClean="0">
                <a:latin typeface="华文行楷" pitchFamily="2" charset="-122"/>
              </a:rPr>
              <a:t>ωε</a:t>
            </a:r>
            <a:r>
              <a:rPr lang="en-US" altLang="zh-CN" dirty="0" smtClean="0">
                <a:latin typeface="华文行楷" pitchFamily="2" charset="-122"/>
              </a:rPr>
              <a:t>&lt;&lt;1</a:t>
            </a:r>
            <a:r>
              <a:rPr lang="zh-CN" altLang="en-US" dirty="0" smtClean="0">
                <a:latin typeface="华文行楷" pitchFamily="2" charset="-122"/>
              </a:rPr>
              <a:t>）</a:t>
            </a:r>
          </a:p>
        </p:txBody>
      </p:sp>
      <p:sp>
        <p:nvSpPr>
          <p:cNvPr id="35844" name="Rectangle 5"/>
          <p:cNvSpPr>
            <a:spLocks noChangeArrowheads="1"/>
          </p:cNvSpPr>
          <p:nvPr/>
        </p:nvSpPr>
        <p:spPr bwMode="auto">
          <a:xfrm>
            <a:off x="0" y="221920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35845" name="Object 4"/>
          <p:cNvGraphicFramePr>
            <a:graphicFrameLocks noChangeAspect="1"/>
          </p:cNvGraphicFramePr>
          <p:nvPr>
            <p:extLst/>
          </p:nvPr>
        </p:nvGraphicFramePr>
        <p:xfrm>
          <a:off x="2843808" y="1765101"/>
          <a:ext cx="1447800" cy="698897"/>
        </p:xfrm>
        <a:graphic>
          <a:graphicData uri="http://schemas.openxmlformats.org/presentationml/2006/ole">
            <mc:AlternateContent xmlns:mc="http://schemas.openxmlformats.org/markup-compatibility/2006">
              <mc:Choice xmlns:v="urn:schemas-microsoft-com:vml" Requires="v">
                <p:oleObj spid="_x0000_s317451" name="公式" r:id="rId3" imgW="698197" imgH="444307" progId="Equation.3">
                  <p:embed/>
                </p:oleObj>
              </mc:Choice>
              <mc:Fallback>
                <p:oleObj name="公式" r:id="rId3" imgW="698197" imgH="444307" progId="Equation.3">
                  <p:embed/>
                  <p:pic>
                    <p:nvPicPr>
                      <p:cNvPr id="3584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8" y="1765101"/>
                        <a:ext cx="1447800" cy="6988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6" name="Rectangle 7"/>
          <p:cNvSpPr>
            <a:spLocks noChangeArrowheads="1"/>
          </p:cNvSpPr>
          <p:nvPr/>
        </p:nvSpPr>
        <p:spPr bwMode="auto">
          <a:xfrm>
            <a:off x="0" y="22156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35847" name="Object 6"/>
          <p:cNvGraphicFramePr>
            <a:graphicFrameLocks noChangeAspect="1"/>
          </p:cNvGraphicFramePr>
          <p:nvPr>
            <p:extLst/>
          </p:nvPr>
        </p:nvGraphicFramePr>
        <p:xfrm>
          <a:off x="2724964" y="2596755"/>
          <a:ext cx="3124200" cy="795338"/>
        </p:xfrm>
        <a:graphic>
          <a:graphicData uri="http://schemas.openxmlformats.org/presentationml/2006/ole">
            <mc:AlternateContent xmlns:mc="http://schemas.openxmlformats.org/markup-compatibility/2006">
              <mc:Choice xmlns:v="urn:schemas-microsoft-com:vml" Requires="v">
                <p:oleObj spid="_x0000_s317452" name="公式" r:id="rId5" imgW="1574800" imgH="533400" progId="Equation.3">
                  <p:embed/>
                </p:oleObj>
              </mc:Choice>
              <mc:Fallback>
                <p:oleObj name="公式" r:id="rId5" imgW="1574800" imgH="533400" progId="Equation.3">
                  <p:embed/>
                  <p:pic>
                    <p:nvPicPr>
                      <p:cNvPr id="3584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24964" y="2596755"/>
                        <a:ext cx="3124200" cy="795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8" name="Rectangle 9"/>
          <p:cNvSpPr>
            <a:spLocks noChangeArrowheads="1"/>
          </p:cNvSpPr>
          <p:nvPr/>
        </p:nvSpPr>
        <p:spPr bwMode="auto">
          <a:xfrm>
            <a:off x="-762000" y="19298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35849" name="Object 8"/>
          <p:cNvGraphicFramePr>
            <a:graphicFrameLocks noChangeAspect="1"/>
          </p:cNvGraphicFramePr>
          <p:nvPr>
            <p:extLst/>
          </p:nvPr>
        </p:nvGraphicFramePr>
        <p:xfrm>
          <a:off x="2754102" y="3524850"/>
          <a:ext cx="4343400" cy="872729"/>
        </p:xfrm>
        <a:graphic>
          <a:graphicData uri="http://schemas.openxmlformats.org/presentationml/2006/ole">
            <mc:AlternateContent xmlns:mc="http://schemas.openxmlformats.org/markup-compatibility/2006">
              <mc:Choice xmlns:v="urn:schemas-microsoft-com:vml" Requires="v">
                <p:oleObj spid="_x0000_s317453" name="公式" r:id="rId7" imgW="1993900" imgH="533400" progId="Equation.3">
                  <p:embed/>
                </p:oleObj>
              </mc:Choice>
              <mc:Fallback>
                <p:oleObj name="公式" r:id="rId7" imgW="1993900" imgH="533400" progId="Equation.3">
                  <p:embed/>
                  <p:pic>
                    <p:nvPicPr>
                      <p:cNvPr id="35849"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4102" y="3524850"/>
                        <a:ext cx="4343400" cy="8727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24500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defRPr/>
            </a:pPr>
            <a:r>
              <a:rPr lang="en-US" altLang="zh-CN" smtClean="0"/>
              <a:t> </a:t>
            </a:r>
          </a:p>
        </p:txBody>
      </p:sp>
      <p:sp>
        <p:nvSpPr>
          <p:cNvPr id="36867" name="Rectangle 3" descr="Rectangle: Click to edit Master text styles&#10;Second level&#10;Third level&#10;Fourth level&#10;Fifth level"/>
          <p:cNvSpPr>
            <a:spLocks noGrp="1" noChangeArrowheads="1"/>
          </p:cNvSpPr>
          <p:nvPr>
            <p:ph type="body" idx="1"/>
          </p:nvPr>
        </p:nvSpPr>
        <p:spPr>
          <a:xfrm>
            <a:off x="253008" y="167126"/>
            <a:ext cx="7772400" cy="3086100"/>
          </a:xfrm>
        </p:spPr>
        <p:txBody>
          <a:bodyPr/>
          <a:lstStyle/>
          <a:p>
            <a:pPr lvl="2" eaLnBrk="1" hangingPunct="1"/>
            <a:r>
              <a:rPr lang="en-US" altLang="zh-CN" dirty="0" smtClean="0">
                <a:latin typeface="宋体" pitchFamily="2" charset="-122"/>
              </a:rPr>
              <a:t>    </a:t>
            </a:r>
            <a:r>
              <a:rPr lang="en-US" altLang="zh-CN" dirty="0" smtClean="0">
                <a:latin typeface="华文行楷" pitchFamily="2" charset="-122"/>
              </a:rPr>
              <a:t>2 </a:t>
            </a:r>
            <a:r>
              <a:rPr lang="zh-CN" altLang="en-US" dirty="0" smtClean="0">
                <a:latin typeface="华文行楷" pitchFamily="2" charset="-122"/>
              </a:rPr>
              <a:t>良导体（</a:t>
            </a:r>
            <a:r>
              <a:rPr lang="en-US" altLang="zh-CN" dirty="0" smtClean="0">
                <a:latin typeface="华文行楷" pitchFamily="2" charset="-122"/>
              </a:rPr>
              <a:t>σ/</a:t>
            </a:r>
            <a:r>
              <a:rPr lang="en-US" altLang="zh-CN" dirty="0" err="1" smtClean="0">
                <a:latin typeface="华文行楷" pitchFamily="2" charset="-122"/>
              </a:rPr>
              <a:t>ωε</a:t>
            </a:r>
            <a:r>
              <a:rPr lang="en-US" altLang="zh-CN" dirty="0" smtClean="0">
                <a:latin typeface="华文行楷" pitchFamily="2" charset="-122"/>
              </a:rPr>
              <a:t>&gt;&gt;1</a:t>
            </a:r>
            <a:r>
              <a:rPr lang="zh-CN" altLang="en-US" dirty="0" smtClean="0">
                <a:latin typeface="华文行楷" pitchFamily="2" charset="-122"/>
              </a:rPr>
              <a:t>）良导体中，  </a:t>
            </a:r>
            <a:r>
              <a:rPr lang="en-US" altLang="zh-CN" dirty="0" smtClean="0">
                <a:latin typeface="华文行楷" pitchFamily="2" charset="-122"/>
              </a:rPr>
              <a:t>α </a:t>
            </a:r>
            <a:r>
              <a:rPr lang="zh-CN" altLang="en-US" dirty="0" smtClean="0">
                <a:latin typeface="华文行楷" pitchFamily="2" charset="-122"/>
              </a:rPr>
              <a:t>、</a:t>
            </a:r>
            <a:r>
              <a:rPr lang="en-US" altLang="zh-CN" dirty="0" smtClean="0">
                <a:latin typeface="华文行楷" pitchFamily="2" charset="-122"/>
              </a:rPr>
              <a:t>β</a:t>
            </a:r>
            <a:r>
              <a:rPr lang="zh-CN" altLang="en-US" dirty="0" smtClean="0">
                <a:latin typeface="华文行楷" pitchFamily="2" charset="-122"/>
              </a:rPr>
              <a:t>和</a:t>
            </a:r>
            <a:r>
              <a:rPr lang="en-US" altLang="zh-CN" dirty="0" err="1" smtClean="0">
                <a:latin typeface="华文行楷" pitchFamily="2" charset="-122"/>
              </a:rPr>
              <a:t>η</a:t>
            </a:r>
            <a:r>
              <a:rPr lang="en-US" altLang="zh-CN" baseline="-25000" dirty="0" err="1" smtClean="0">
                <a:latin typeface="华文行楷" pitchFamily="2" charset="-122"/>
              </a:rPr>
              <a:t>c</a:t>
            </a:r>
            <a:r>
              <a:rPr lang="zh-CN" altLang="en-US" dirty="0" smtClean="0">
                <a:latin typeface="华文行楷" pitchFamily="2" charset="-122"/>
              </a:rPr>
              <a:t>近似为</a:t>
            </a:r>
          </a:p>
        </p:txBody>
      </p:sp>
      <p:sp>
        <p:nvSpPr>
          <p:cNvPr id="36868" name="Rectangle 5"/>
          <p:cNvSpPr>
            <a:spLocks noChangeArrowheads="1"/>
          </p:cNvSpPr>
          <p:nvPr/>
        </p:nvSpPr>
        <p:spPr bwMode="auto">
          <a:xfrm>
            <a:off x="0" y="221920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36869" name="Object 4"/>
          <p:cNvGraphicFramePr>
            <a:graphicFrameLocks noChangeAspect="1"/>
          </p:cNvGraphicFramePr>
          <p:nvPr>
            <p:extLst/>
          </p:nvPr>
        </p:nvGraphicFramePr>
        <p:xfrm>
          <a:off x="2267744" y="1809631"/>
          <a:ext cx="4052887" cy="819150"/>
        </p:xfrm>
        <a:graphic>
          <a:graphicData uri="http://schemas.openxmlformats.org/presentationml/2006/ole">
            <mc:AlternateContent xmlns:mc="http://schemas.openxmlformats.org/markup-compatibility/2006">
              <mc:Choice xmlns:v="urn:schemas-microsoft-com:vml" Requires="v">
                <p:oleObj spid="_x0000_s318472" name="公式" r:id="rId3" imgW="1663560" imgH="444240" progId="Equation.3">
                  <p:embed/>
                </p:oleObj>
              </mc:Choice>
              <mc:Fallback>
                <p:oleObj name="公式" r:id="rId3" imgW="1663560" imgH="444240" progId="Equation.3">
                  <p:embed/>
                  <p:pic>
                    <p:nvPicPr>
                      <p:cNvPr id="36869" name="Object 4"/>
                      <p:cNvPicPr>
                        <a:picLocks noChangeAspect="1" noChangeArrowheads="1"/>
                      </p:cNvPicPr>
                      <p:nvPr/>
                    </p:nvPicPr>
                    <p:blipFill>
                      <a:blip r:embed="rId4"/>
                      <a:srcRect/>
                      <a:stretch>
                        <a:fillRect/>
                      </a:stretch>
                    </p:blipFill>
                    <p:spPr bwMode="auto">
                      <a:xfrm>
                        <a:off x="2267744" y="1809631"/>
                        <a:ext cx="4052887"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0" name="Rectangle 7"/>
          <p:cNvSpPr>
            <a:spLocks noChangeArrowheads="1"/>
          </p:cNvSpPr>
          <p:nvPr/>
        </p:nvSpPr>
        <p:spPr bwMode="auto">
          <a:xfrm>
            <a:off x="0" y="221920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36871" name="Object 6"/>
          <p:cNvGraphicFramePr>
            <a:graphicFrameLocks noChangeAspect="1"/>
          </p:cNvGraphicFramePr>
          <p:nvPr>
            <p:extLst/>
          </p:nvPr>
        </p:nvGraphicFramePr>
        <p:xfrm>
          <a:off x="2051720" y="2854366"/>
          <a:ext cx="4800600" cy="797719"/>
        </p:xfrm>
        <a:graphic>
          <a:graphicData uri="http://schemas.openxmlformats.org/presentationml/2006/ole">
            <mc:AlternateContent xmlns:mc="http://schemas.openxmlformats.org/markup-compatibility/2006">
              <mc:Choice xmlns:v="urn:schemas-microsoft-com:vml" Requires="v">
                <p:oleObj spid="_x0000_s318473" name="公式" r:id="rId5" imgW="2019300" imgH="444500" progId="Equation.3">
                  <p:embed/>
                </p:oleObj>
              </mc:Choice>
              <mc:Fallback>
                <p:oleObj name="公式" r:id="rId5" imgW="2019300" imgH="444500" progId="Equation.3">
                  <p:embed/>
                  <p:pic>
                    <p:nvPicPr>
                      <p:cNvPr id="3687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720" y="2854366"/>
                        <a:ext cx="4800600" cy="7977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圆角矩形标注 1"/>
          <p:cNvSpPr/>
          <p:nvPr/>
        </p:nvSpPr>
        <p:spPr>
          <a:xfrm>
            <a:off x="3551920" y="4227934"/>
            <a:ext cx="1800200" cy="576064"/>
          </a:xfrm>
          <a:prstGeom prst="wedgeRoundRectCallout">
            <a:avLst>
              <a:gd name="adj1" fmla="val 51080"/>
              <a:gd name="adj2" fmla="val -18327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2">
                    <a:lumMod val="50000"/>
                  </a:schemeClr>
                </a:solidFill>
              </a:rPr>
              <a:t>磁场相位滞后</a:t>
            </a:r>
            <a:r>
              <a:rPr lang="en-US" altLang="zh-CN" b="1" dirty="0" smtClean="0">
                <a:solidFill>
                  <a:schemeClr val="bg2">
                    <a:lumMod val="50000"/>
                  </a:schemeClr>
                </a:solidFill>
              </a:rPr>
              <a:t>45</a:t>
            </a:r>
            <a:r>
              <a:rPr lang="zh-CN" altLang="en-US" b="1" dirty="0" smtClean="0">
                <a:solidFill>
                  <a:schemeClr val="bg2">
                    <a:lumMod val="50000"/>
                  </a:schemeClr>
                </a:solidFill>
              </a:rPr>
              <a:t>度</a:t>
            </a:r>
            <a:endParaRPr lang="zh-CN" altLang="en-US" b="1" dirty="0">
              <a:solidFill>
                <a:schemeClr val="bg2">
                  <a:lumMod val="50000"/>
                </a:schemeClr>
              </a:solidFill>
            </a:endParaRPr>
          </a:p>
        </p:txBody>
      </p:sp>
    </p:spTree>
    <p:extLst>
      <p:ext uri="{BB962C8B-B14F-4D97-AF65-F5344CB8AC3E}">
        <p14:creationId xmlns:p14="http://schemas.microsoft.com/office/powerpoint/2010/main" val="26813350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defRPr/>
            </a:pPr>
            <a:r>
              <a:rPr lang="en-US" altLang="zh-CN" smtClean="0"/>
              <a:t> </a:t>
            </a:r>
          </a:p>
        </p:txBody>
      </p:sp>
      <p:sp>
        <p:nvSpPr>
          <p:cNvPr id="37891" name="Rectangle 3" descr="Rectangle: Click to edit Master text styles&#10;Second level&#10;Third level&#10;Fourth level&#10;Fifth level"/>
          <p:cNvSpPr>
            <a:spLocks noGrp="1" noChangeArrowheads="1"/>
          </p:cNvSpPr>
          <p:nvPr>
            <p:ph type="body" idx="1"/>
          </p:nvPr>
        </p:nvSpPr>
        <p:spPr/>
        <p:txBody>
          <a:bodyPr/>
          <a:lstStyle/>
          <a:p>
            <a:pPr eaLnBrk="1" hangingPunct="1"/>
            <a:r>
              <a:rPr lang="en-US" altLang="zh-CN" dirty="0" smtClean="0"/>
              <a:t> </a:t>
            </a:r>
          </a:p>
        </p:txBody>
      </p:sp>
      <p:sp>
        <p:nvSpPr>
          <p:cNvPr id="37892" name="Rectangle 5"/>
          <p:cNvSpPr>
            <a:spLocks noChangeArrowheads="1"/>
          </p:cNvSpPr>
          <p:nvPr/>
        </p:nvSpPr>
        <p:spPr bwMode="auto">
          <a:xfrm>
            <a:off x="0" y="221206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37893" name="Object 4"/>
          <p:cNvGraphicFramePr>
            <a:graphicFrameLocks noChangeAspect="1"/>
          </p:cNvGraphicFramePr>
          <p:nvPr>
            <p:extLst/>
          </p:nvPr>
        </p:nvGraphicFramePr>
        <p:xfrm>
          <a:off x="2759075" y="1257300"/>
          <a:ext cx="3014663" cy="925513"/>
        </p:xfrm>
        <a:graphic>
          <a:graphicData uri="http://schemas.openxmlformats.org/presentationml/2006/ole">
            <mc:AlternateContent xmlns:mc="http://schemas.openxmlformats.org/markup-compatibility/2006">
              <mc:Choice xmlns:v="urn:schemas-microsoft-com:vml" Requires="v">
                <p:oleObj spid="_x0000_s319496" name="公式" r:id="rId3" imgW="1143000" imgH="469800" progId="Equation.3">
                  <p:embed/>
                </p:oleObj>
              </mc:Choice>
              <mc:Fallback>
                <p:oleObj name="公式" r:id="rId3" imgW="1143000" imgH="469800" progId="Equation.3">
                  <p:embed/>
                  <p:pic>
                    <p:nvPicPr>
                      <p:cNvPr id="37893" name="Object 4"/>
                      <p:cNvPicPr>
                        <a:picLocks noChangeAspect="1" noChangeArrowheads="1"/>
                      </p:cNvPicPr>
                      <p:nvPr/>
                    </p:nvPicPr>
                    <p:blipFill>
                      <a:blip r:embed="rId4"/>
                      <a:srcRect/>
                      <a:stretch>
                        <a:fillRect/>
                      </a:stretch>
                    </p:blipFill>
                    <p:spPr bwMode="auto">
                      <a:xfrm>
                        <a:off x="2759075" y="1257300"/>
                        <a:ext cx="3014663" cy="925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4" name="Rectangle 7"/>
          <p:cNvSpPr>
            <a:spLocks noChangeArrowheads="1"/>
          </p:cNvSpPr>
          <p:nvPr/>
        </p:nvSpPr>
        <p:spPr bwMode="auto">
          <a:xfrm>
            <a:off x="0" y="221206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37895" name="Object 6"/>
          <p:cNvGraphicFramePr>
            <a:graphicFrameLocks noChangeAspect="1"/>
          </p:cNvGraphicFramePr>
          <p:nvPr/>
        </p:nvGraphicFramePr>
        <p:xfrm>
          <a:off x="2819400" y="2857501"/>
          <a:ext cx="2590800" cy="889397"/>
        </p:xfrm>
        <a:graphic>
          <a:graphicData uri="http://schemas.openxmlformats.org/presentationml/2006/ole">
            <mc:AlternateContent xmlns:mc="http://schemas.openxmlformats.org/markup-compatibility/2006">
              <mc:Choice xmlns:v="urn:schemas-microsoft-com:vml" Requires="v">
                <p:oleObj spid="_x0000_s319497" name="公式" r:id="rId5" imgW="1016000" imgH="469900" progId="Equation.3">
                  <p:embed/>
                </p:oleObj>
              </mc:Choice>
              <mc:Fallback>
                <p:oleObj name="公式" r:id="rId5" imgW="1016000" imgH="469900" progId="Equation.3">
                  <p:embed/>
                  <p:pic>
                    <p:nvPicPr>
                      <p:cNvPr id="3789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2857501"/>
                        <a:ext cx="2590800" cy="8893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755576" y="657225"/>
            <a:ext cx="2656496" cy="584775"/>
          </a:xfrm>
          <a:prstGeom prst="rect">
            <a:avLst/>
          </a:prstGeom>
        </p:spPr>
        <p:txBody>
          <a:bodyPr wrap="none">
            <a:spAutoFit/>
          </a:bodyPr>
          <a:lstStyle/>
          <a:p>
            <a:r>
              <a:rPr lang="zh-CN" altLang="en-US" sz="3200" b="1" dirty="0" smtClean="0">
                <a:solidFill>
                  <a:srgbClr val="000000"/>
                </a:solidFill>
                <a:latin typeface="Times New Roman"/>
                <a:ea typeface="宋体"/>
              </a:rPr>
              <a:t>电磁波的波长</a:t>
            </a:r>
            <a:endParaRPr lang="zh-CN" altLang="en-US" dirty="0"/>
          </a:p>
        </p:txBody>
      </p:sp>
      <p:sp>
        <p:nvSpPr>
          <p:cNvPr id="10" name="矩形 9"/>
          <p:cNvSpPr/>
          <p:nvPr/>
        </p:nvSpPr>
        <p:spPr>
          <a:xfrm>
            <a:off x="609600" y="2221713"/>
            <a:ext cx="3068469" cy="584775"/>
          </a:xfrm>
          <a:prstGeom prst="rect">
            <a:avLst/>
          </a:prstGeom>
        </p:spPr>
        <p:txBody>
          <a:bodyPr wrap="none">
            <a:spAutoFit/>
          </a:bodyPr>
          <a:lstStyle/>
          <a:p>
            <a:r>
              <a:rPr lang="zh-CN" altLang="en-US" sz="3200" b="1" dirty="0" smtClean="0">
                <a:solidFill>
                  <a:srgbClr val="000000"/>
                </a:solidFill>
                <a:latin typeface="Times New Roman"/>
                <a:ea typeface="宋体"/>
              </a:rPr>
              <a:t>电磁波的相速度</a:t>
            </a:r>
            <a:endParaRPr lang="zh-CN" altLang="en-US" dirty="0"/>
          </a:p>
        </p:txBody>
      </p:sp>
    </p:spTree>
    <p:extLst>
      <p:ext uri="{BB962C8B-B14F-4D97-AF65-F5344CB8AC3E}">
        <p14:creationId xmlns:p14="http://schemas.microsoft.com/office/powerpoint/2010/main" val="37761031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zh-CN" altLang="en-US" dirty="0" smtClean="0"/>
              <a:t>例</a:t>
            </a:r>
            <a:r>
              <a:rPr lang="en-US" altLang="zh-CN" dirty="0" smtClean="0"/>
              <a:t>4.4 </a:t>
            </a:r>
            <a:r>
              <a:rPr lang="zh-CN" altLang="en-US" dirty="0" smtClean="0"/>
              <a:t>平面波在良导体中沿</a:t>
            </a:r>
            <a:r>
              <a:rPr lang="en-US" altLang="zh-CN" dirty="0" smtClean="0"/>
              <a:t>z</a:t>
            </a:r>
            <a:r>
              <a:rPr lang="zh-CN" altLang="en-US" dirty="0" smtClean="0"/>
              <a:t>传播时，振幅以指数规律</a:t>
            </a:r>
            <a:r>
              <a:rPr lang="zh-CN" altLang="en-US" dirty="0"/>
              <a:t>衰减</a:t>
            </a:r>
            <a:r>
              <a:rPr lang="zh-CN" altLang="en-US" dirty="0" smtClean="0"/>
              <a:t>。假定电场在</a:t>
            </a:r>
            <a:r>
              <a:rPr lang="en-US" altLang="zh-CN" dirty="0" smtClean="0"/>
              <a:t>z=0</a:t>
            </a:r>
            <a:r>
              <a:rPr lang="zh-CN" altLang="en-US" dirty="0" smtClean="0"/>
              <a:t>时振幅为</a:t>
            </a:r>
            <a:r>
              <a:rPr lang="en-US" altLang="zh-CN" dirty="0" smtClean="0"/>
              <a:t>E</a:t>
            </a:r>
            <a:r>
              <a:rPr lang="en-US" altLang="zh-CN" baseline="-25000" dirty="0" smtClean="0"/>
              <a:t>0</a:t>
            </a:r>
            <a:r>
              <a:rPr lang="zh-CN" altLang="en-US" dirty="0" smtClean="0"/>
              <a:t>，试确定</a:t>
            </a:r>
            <a:r>
              <a:rPr lang="en-US" altLang="zh-CN" dirty="0" smtClean="0"/>
              <a:t>z=</a:t>
            </a:r>
            <a:r>
              <a:rPr lang="el-GR" altLang="zh-CN" dirty="0" smtClean="0"/>
              <a:t>λ</a:t>
            </a:r>
            <a:r>
              <a:rPr lang="zh-CN" altLang="en-US" dirty="0" smtClean="0"/>
              <a:t>时的振幅</a:t>
            </a:r>
            <a:r>
              <a:rPr lang="en-US" altLang="zh-CN" dirty="0" smtClean="0"/>
              <a:t>E(</a:t>
            </a:r>
            <a:r>
              <a:rPr lang="el-GR" altLang="zh-CN" dirty="0"/>
              <a:t>λ</a:t>
            </a:r>
            <a:r>
              <a:rPr lang="en-US" altLang="zh-CN" dirty="0" smtClean="0"/>
              <a:t>)</a:t>
            </a:r>
            <a:r>
              <a:rPr lang="zh-CN" altLang="en-US" dirty="0" smtClean="0"/>
              <a:t>。</a:t>
            </a:r>
            <a:endParaRPr lang="zh-CN" altLang="en-US" dirty="0"/>
          </a:p>
        </p:txBody>
      </p:sp>
    </p:spTree>
    <p:extLst>
      <p:ext uri="{BB962C8B-B14F-4D97-AF65-F5344CB8AC3E}">
        <p14:creationId xmlns:p14="http://schemas.microsoft.com/office/powerpoint/2010/main" val="8658304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5951" y="93304"/>
            <a:ext cx="7772400" cy="3086100"/>
          </a:xfrm>
        </p:spPr>
        <p:txBody>
          <a:bodyPr/>
          <a:lstStyle/>
          <a:p>
            <a:r>
              <a:rPr lang="zh-CN" altLang="en-US" dirty="0" smtClean="0"/>
              <a:t>解：平面波在导电媒质中传播时，振幅的变化为</a:t>
            </a:r>
            <a:endParaRPr lang="zh-CN" altLang="en-US" dirty="0"/>
          </a:p>
        </p:txBody>
      </p:sp>
      <p:graphicFrame>
        <p:nvGraphicFramePr>
          <p:cNvPr id="6" name="Object 4"/>
          <p:cNvGraphicFramePr>
            <a:graphicFrameLocks noChangeAspect="1"/>
          </p:cNvGraphicFramePr>
          <p:nvPr>
            <p:extLst/>
          </p:nvPr>
        </p:nvGraphicFramePr>
        <p:xfrm>
          <a:off x="2214513" y="994835"/>
          <a:ext cx="2714625" cy="450850"/>
        </p:xfrm>
        <a:graphic>
          <a:graphicData uri="http://schemas.openxmlformats.org/presentationml/2006/ole">
            <mc:AlternateContent xmlns:mc="http://schemas.openxmlformats.org/markup-compatibility/2006">
              <mc:Choice xmlns:v="urn:schemas-microsoft-com:vml" Requires="v">
                <p:oleObj spid="_x0000_s320532" name="公式" r:id="rId3" imgW="1028520" imgH="228600" progId="Equation.3">
                  <p:embed/>
                </p:oleObj>
              </mc:Choice>
              <mc:Fallback>
                <p:oleObj name="公式" r:id="rId3" imgW="1028520" imgH="228600" progId="Equation.3">
                  <p:embed/>
                  <p:pic>
                    <p:nvPicPr>
                      <p:cNvPr id="6" name="Object 4"/>
                      <p:cNvPicPr>
                        <a:picLocks noChangeAspect="1" noChangeArrowheads="1"/>
                      </p:cNvPicPr>
                      <p:nvPr/>
                    </p:nvPicPr>
                    <p:blipFill>
                      <a:blip r:embed="rId4"/>
                      <a:srcRect/>
                      <a:stretch>
                        <a:fillRect/>
                      </a:stretch>
                    </p:blipFill>
                    <p:spPr bwMode="auto">
                      <a:xfrm>
                        <a:off x="2214513" y="994835"/>
                        <a:ext cx="2714625" cy="45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矩形 8"/>
          <p:cNvSpPr/>
          <p:nvPr/>
        </p:nvSpPr>
        <p:spPr>
          <a:xfrm>
            <a:off x="754165" y="1685288"/>
            <a:ext cx="2656496" cy="584775"/>
          </a:xfrm>
          <a:prstGeom prst="rect">
            <a:avLst/>
          </a:prstGeom>
        </p:spPr>
        <p:txBody>
          <a:bodyPr wrap="none">
            <a:spAutoFit/>
          </a:bodyPr>
          <a:lstStyle/>
          <a:p>
            <a:r>
              <a:rPr lang="zh-CN" altLang="en-US" sz="3200" b="1" dirty="0" smtClean="0">
                <a:solidFill>
                  <a:srgbClr val="000000"/>
                </a:solidFill>
                <a:latin typeface="Times New Roman"/>
                <a:ea typeface="宋体"/>
              </a:rPr>
              <a:t>在良导体中，</a:t>
            </a:r>
            <a:endParaRPr lang="zh-CN" altLang="en-US" dirty="0"/>
          </a:p>
        </p:txBody>
      </p:sp>
      <p:graphicFrame>
        <p:nvGraphicFramePr>
          <p:cNvPr id="10" name="对象 9"/>
          <p:cNvGraphicFramePr>
            <a:graphicFrameLocks noChangeAspect="1"/>
          </p:cNvGraphicFramePr>
          <p:nvPr>
            <p:extLst/>
          </p:nvPr>
        </p:nvGraphicFramePr>
        <p:xfrm>
          <a:off x="1892818" y="2877331"/>
          <a:ext cx="409575" cy="320675"/>
        </p:xfrm>
        <a:graphic>
          <a:graphicData uri="http://schemas.openxmlformats.org/presentationml/2006/ole">
            <mc:AlternateContent xmlns:mc="http://schemas.openxmlformats.org/markup-compatibility/2006">
              <mc:Choice xmlns:v="urn:schemas-microsoft-com:vml" Requires="v">
                <p:oleObj spid="_x0000_s320533" name="公式" r:id="rId5" imgW="228600" imgH="177480" progId="Equation.3">
                  <p:embed/>
                </p:oleObj>
              </mc:Choice>
              <mc:Fallback>
                <p:oleObj name="公式" r:id="rId5" imgW="228600" imgH="177480" progId="Equation.3">
                  <p:embed/>
                  <p:pic>
                    <p:nvPicPr>
                      <p:cNvPr id="10" name="对象 9"/>
                      <p:cNvPicPr/>
                      <p:nvPr/>
                    </p:nvPicPr>
                    <p:blipFill>
                      <a:blip r:embed="rId6"/>
                      <a:stretch>
                        <a:fillRect/>
                      </a:stretch>
                    </p:blipFill>
                    <p:spPr>
                      <a:xfrm>
                        <a:off x="1892818" y="2877331"/>
                        <a:ext cx="409575" cy="320675"/>
                      </a:xfrm>
                      <a:prstGeom prst="rect">
                        <a:avLst/>
                      </a:prstGeom>
                      <a:solidFill>
                        <a:srgbClr val="FFFFCC"/>
                      </a:solidFill>
                    </p:spPr>
                  </p:pic>
                </p:oleObj>
              </mc:Fallback>
            </mc:AlternateContent>
          </a:graphicData>
        </a:graphic>
      </p:graphicFrame>
      <p:graphicFrame>
        <p:nvGraphicFramePr>
          <p:cNvPr id="11" name="Object 4"/>
          <p:cNvGraphicFramePr>
            <a:graphicFrameLocks noChangeAspect="1"/>
          </p:cNvGraphicFramePr>
          <p:nvPr>
            <p:extLst/>
          </p:nvPr>
        </p:nvGraphicFramePr>
        <p:xfrm>
          <a:off x="3190200" y="1531430"/>
          <a:ext cx="3867150" cy="842962"/>
        </p:xfrm>
        <a:graphic>
          <a:graphicData uri="http://schemas.openxmlformats.org/presentationml/2006/ole">
            <mc:AlternateContent xmlns:mc="http://schemas.openxmlformats.org/markup-compatibility/2006">
              <mc:Choice xmlns:v="urn:schemas-microsoft-com:vml" Requires="v">
                <p:oleObj spid="_x0000_s320534" name="公式" r:id="rId7" imgW="1587240" imgH="457200" progId="Equation.3">
                  <p:embed/>
                </p:oleObj>
              </mc:Choice>
              <mc:Fallback>
                <p:oleObj name="公式" r:id="rId7" imgW="1587240" imgH="457200" progId="Equation.3">
                  <p:embed/>
                  <p:pic>
                    <p:nvPicPr>
                      <p:cNvPr id="11" name="Object 4"/>
                      <p:cNvPicPr>
                        <a:picLocks noChangeAspect="1" noChangeArrowheads="1"/>
                      </p:cNvPicPr>
                      <p:nvPr/>
                    </p:nvPicPr>
                    <p:blipFill>
                      <a:blip r:embed="rId8"/>
                      <a:srcRect/>
                      <a:stretch>
                        <a:fillRect/>
                      </a:stretch>
                    </p:blipFill>
                    <p:spPr bwMode="auto">
                      <a:xfrm>
                        <a:off x="3190200" y="1531430"/>
                        <a:ext cx="3867150" cy="842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4"/>
          <p:cNvGraphicFramePr>
            <a:graphicFrameLocks noChangeAspect="1"/>
          </p:cNvGraphicFramePr>
          <p:nvPr>
            <p:extLst/>
          </p:nvPr>
        </p:nvGraphicFramePr>
        <p:xfrm>
          <a:off x="1259631" y="3346045"/>
          <a:ext cx="7339013" cy="450850"/>
        </p:xfrm>
        <a:graphic>
          <a:graphicData uri="http://schemas.openxmlformats.org/presentationml/2006/ole">
            <mc:AlternateContent xmlns:mc="http://schemas.openxmlformats.org/markup-compatibility/2006">
              <mc:Choice xmlns:v="urn:schemas-microsoft-com:vml" Requires="v">
                <p:oleObj spid="_x0000_s320535" name="公式" r:id="rId9" imgW="2781000" imgH="228600" progId="Equation.3">
                  <p:embed/>
                </p:oleObj>
              </mc:Choice>
              <mc:Fallback>
                <p:oleObj name="公式" r:id="rId9" imgW="2781000" imgH="228600" progId="Equation.3">
                  <p:embed/>
                  <p:pic>
                    <p:nvPicPr>
                      <p:cNvPr id="12" name="Object 4"/>
                      <p:cNvPicPr>
                        <a:picLocks noChangeAspect="1" noChangeArrowheads="1"/>
                      </p:cNvPicPr>
                      <p:nvPr/>
                    </p:nvPicPr>
                    <p:blipFill>
                      <a:blip r:embed="rId10"/>
                      <a:srcRect/>
                      <a:stretch>
                        <a:fillRect/>
                      </a:stretch>
                    </p:blipFill>
                    <p:spPr bwMode="auto">
                      <a:xfrm>
                        <a:off x="1259631" y="3346045"/>
                        <a:ext cx="7339013" cy="45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矩形 13"/>
          <p:cNvSpPr/>
          <p:nvPr/>
        </p:nvSpPr>
        <p:spPr>
          <a:xfrm>
            <a:off x="525951" y="3899725"/>
            <a:ext cx="7560840" cy="1077218"/>
          </a:xfrm>
          <a:prstGeom prst="rect">
            <a:avLst/>
          </a:prstGeom>
          <a:solidFill>
            <a:schemeClr val="tx2">
              <a:lumMod val="20000"/>
              <a:lumOff val="80000"/>
            </a:schemeClr>
          </a:solidFill>
        </p:spPr>
        <p:txBody>
          <a:bodyPr wrap="square">
            <a:spAutoFit/>
          </a:bodyPr>
          <a:lstStyle/>
          <a:p>
            <a:r>
              <a:rPr lang="zh-CN" altLang="en-US" sz="3200" b="1" dirty="0" smtClean="0">
                <a:solidFill>
                  <a:srgbClr val="000000"/>
                </a:solidFill>
                <a:latin typeface="Times New Roman"/>
                <a:ea typeface="宋体"/>
              </a:rPr>
              <a:t>在良导体中，沿传播方向每前进</a:t>
            </a:r>
            <a:r>
              <a:rPr lang="el-GR" altLang="zh-CN" sz="3200" b="1" dirty="0" smtClean="0">
                <a:solidFill>
                  <a:srgbClr val="000000"/>
                </a:solidFill>
                <a:latin typeface="Times New Roman"/>
                <a:ea typeface="宋体"/>
              </a:rPr>
              <a:t>λ</a:t>
            </a:r>
            <a:r>
              <a:rPr lang="zh-CN" altLang="en-US" sz="3200" b="1" dirty="0" smtClean="0">
                <a:solidFill>
                  <a:srgbClr val="000000"/>
                </a:solidFill>
                <a:latin typeface="Times New Roman"/>
                <a:ea typeface="宋体"/>
              </a:rPr>
              <a:t>，电场振幅衰减为原来的千分之二</a:t>
            </a:r>
            <a:endParaRPr lang="zh-CN" altLang="en-US" dirty="0"/>
          </a:p>
        </p:txBody>
      </p:sp>
      <p:sp>
        <p:nvSpPr>
          <p:cNvPr id="15" name="矩形 14"/>
          <p:cNvSpPr/>
          <p:nvPr/>
        </p:nvSpPr>
        <p:spPr>
          <a:xfrm>
            <a:off x="323528" y="3114654"/>
            <a:ext cx="1008609" cy="584775"/>
          </a:xfrm>
          <a:prstGeom prst="rect">
            <a:avLst/>
          </a:prstGeom>
        </p:spPr>
        <p:txBody>
          <a:bodyPr wrap="none">
            <a:spAutoFit/>
          </a:bodyPr>
          <a:lstStyle/>
          <a:p>
            <a:r>
              <a:rPr lang="zh-CN" altLang="en-US" sz="3200" b="1" dirty="0" smtClean="0">
                <a:solidFill>
                  <a:srgbClr val="000000"/>
                </a:solidFill>
                <a:latin typeface="Times New Roman"/>
                <a:ea typeface="宋体"/>
              </a:rPr>
              <a:t>所以</a:t>
            </a:r>
            <a:endParaRPr lang="zh-CN" altLang="en-US" dirty="0"/>
          </a:p>
        </p:txBody>
      </p:sp>
      <p:graphicFrame>
        <p:nvGraphicFramePr>
          <p:cNvPr id="16" name="对象 15"/>
          <p:cNvGraphicFramePr>
            <a:graphicFrameLocks noChangeAspect="1"/>
          </p:cNvGraphicFramePr>
          <p:nvPr>
            <p:extLst/>
          </p:nvPr>
        </p:nvGraphicFramePr>
        <p:xfrm>
          <a:off x="2357155" y="2754424"/>
          <a:ext cx="1221411" cy="591621"/>
        </p:xfrm>
        <a:graphic>
          <a:graphicData uri="http://schemas.openxmlformats.org/presentationml/2006/ole">
            <mc:AlternateContent xmlns:mc="http://schemas.openxmlformats.org/markup-compatibility/2006">
              <mc:Choice xmlns:v="urn:schemas-microsoft-com:vml" Requires="v">
                <p:oleObj spid="_x0000_s320536" name="公式" r:id="rId11" imgW="812520" imgH="393480" progId="Equation.3">
                  <p:embed/>
                </p:oleObj>
              </mc:Choice>
              <mc:Fallback>
                <p:oleObj name="公式" r:id="rId11" imgW="812520" imgH="393480" progId="Equation.3">
                  <p:embed/>
                  <p:pic>
                    <p:nvPicPr>
                      <p:cNvPr id="16" name="对象 15"/>
                      <p:cNvPicPr/>
                      <p:nvPr/>
                    </p:nvPicPr>
                    <p:blipFill>
                      <a:blip r:embed="rId12"/>
                      <a:stretch>
                        <a:fillRect/>
                      </a:stretch>
                    </p:blipFill>
                    <p:spPr>
                      <a:xfrm>
                        <a:off x="2357155" y="2754424"/>
                        <a:ext cx="1221411" cy="591621"/>
                      </a:xfrm>
                      <a:prstGeom prst="rect">
                        <a:avLst/>
                      </a:prstGeom>
                      <a:solidFill>
                        <a:srgbClr val="FFFFCC"/>
                      </a:solidFill>
                    </p:spPr>
                  </p:pic>
                </p:oleObj>
              </mc:Fallback>
            </mc:AlternateContent>
          </a:graphicData>
        </a:graphic>
      </p:graphicFrame>
      <p:graphicFrame>
        <p:nvGraphicFramePr>
          <p:cNvPr id="18" name="Object 4"/>
          <p:cNvGraphicFramePr>
            <a:graphicFrameLocks noChangeAspect="1"/>
          </p:cNvGraphicFramePr>
          <p:nvPr>
            <p:extLst/>
          </p:nvPr>
        </p:nvGraphicFramePr>
        <p:xfrm>
          <a:off x="3237640" y="2192514"/>
          <a:ext cx="3014663" cy="925513"/>
        </p:xfrm>
        <a:graphic>
          <a:graphicData uri="http://schemas.openxmlformats.org/presentationml/2006/ole">
            <mc:AlternateContent xmlns:mc="http://schemas.openxmlformats.org/markup-compatibility/2006">
              <mc:Choice xmlns:v="urn:schemas-microsoft-com:vml" Requires="v">
                <p:oleObj spid="_x0000_s320537" name="公式" r:id="rId13" imgW="1143000" imgH="469800" progId="Equation.3">
                  <p:embed/>
                </p:oleObj>
              </mc:Choice>
              <mc:Fallback>
                <p:oleObj name="公式" r:id="rId13" imgW="1143000" imgH="469800" progId="Equation.3">
                  <p:embed/>
                  <p:pic>
                    <p:nvPicPr>
                      <p:cNvPr id="18" name="Object 4"/>
                      <p:cNvPicPr>
                        <a:picLocks noChangeAspect="1" noChangeArrowheads="1"/>
                      </p:cNvPicPr>
                      <p:nvPr/>
                    </p:nvPicPr>
                    <p:blipFill>
                      <a:blip r:embed="rId14"/>
                      <a:srcRect/>
                      <a:stretch>
                        <a:fillRect/>
                      </a:stretch>
                    </p:blipFill>
                    <p:spPr bwMode="auto">
                      <a:xfrm>
                        <a:off x="3237640" y="2192514"/>
                        <a:ext cx="3014663" cy="925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206195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animBg="1"/>
      <p:bldP spid="15" grpId="0"/>
    </p:bld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defRPr/>
            </a:pPr>
            <a:r>
              <a:rPr lang="en-US" altLang="zh-CN" smtClean="0"/>
              <a:t> </a:t>
            </a:r>
          </a:p>
        </p:txBody>
      </p:sp>
      <p:sp>
        <p:nvSpPr>
          <p:cNvPr id="38915" name="Rectangle 3" descr="Rectangle: Click to edit Master text styles&#10;Second level&#10;Third level&#10;Fourth level&#10;Fifth level"/>
          <p:cNvSpPr>
            <a:spLocks noGrp="1" noChangeArrowheads="1"/>
          </p:cNvSpPr>
          <p:nvPr>
            <p:ph type="body" idx="1"/>
          </p:nvPr>
        </p:nvSpPr>
        <p:spPr>
          <a:xfrm>
            <a:off x="762000" y="1143000"/>
            <a:ext cx="7772400" cy="3086100"/>
          </a:xfrm>
        </p:spPr>
        <p:txBody>
          <a:bodyPr/>
          <a:lstStyle/>
          <a:p>
            <a:pPr eaLnBrk="1" hangingPunct="1"/>
            <a:r>
              <a:rPr lang="en-US" altLang="zh-CN" dirty="0" smtClean="0">
                <a:latin typeface="宋体" pitchFamily="2" charset="-122"/>
              </a:rPr>
              <a:t>    </a:t>
            </a:r>
            <a:r>
              <a:rPr lang="zh-CN" altLang="en-US" dirty="0" smtClean="0">
                <a:latin typeface="宋体" pitchFamily="2" charset="-122"/>
              </a:rPr>
              <a:t>例</a:t>
            </a:r>
            <a:r>
              <a:rPr lang="en-US" altLang="zh-CN" dirty="0" smtClean="0">
                <a:latin typeface="宋体" pitchFamily="2" charset="-122"/>
              </a:rPr>
              <a:t>4.5  </a:t>
            </a:r>
            <a:r>
              <a:rPr lang="zh-CN" altLang="en-US" dirty="0" smtClean="0">
                <a:latin typeface="宋体" pitchFamily="2" charset="-122"/>
              </a:rPr>
              <a:t>海水的媒质参数为</a:t>
            </a:r>
            <a:r>
              <a:rPr lang="en-US" altLang="zh-CN" dirty="0" smtClean="0">
                <a:latin typeface="宋体" pitchFamily="2" charset="-122"/>
              </a:rPr>
              <a:t>μ=μ</a:t>
            </a:r>
            <a:r>
              <a:rPr lang="en-US" altLang="zh-CN" baseline="-25000" dirty="0" smtClean="0">
                <a:latin typeface="宋体" pitchFamily="2" charset="-122"/>
              </a:rPr>
              <a:t>0</a:t>
            </a:r>
            <a:r>
              <a:rPr lang="zh-CN" altLang="en-US" dirty="0" smtClean="0">
                <a:latin typeface="宋体" pitchFamily="2" charset="-122"/>
              </a:rPr>
              <a:t>、</a:t>
            </a:r>
            <a:r>
              <a:rPr lang="en-US" altLang="zh-CN" dirty="0" smtClean="0">
                <a:latin typeface="宋体" pitchFamily="2" charset="-122"/>
              </a:rPr>
              <a:t>ε=81ε</a:t>
            </a:r>
            <a:r>
              <a:rPr lang="en-US" altLang="zh-CN" baseline="-25000" dirty="0" smtClean="0">
                <a:latin typeface="宋体" pitchFamily="2" charset="-122"/>
              </a:rPr>
              <a:t>0</a:t>
            </a:r>
            <a:r>
              <a:rPr lang="zh-CN" altLang="en-US" dirty="0" smtClean="0">
                <a:latin typeface="宋体" pitchFamily="2" charset="-122"/>
              </a:rPr>
              <a:t>、</a:t>
            </a:r>
            <a:r>
              <a:rPr lang="en-US" altLang="zh-CN" dirty="0" smtClean="0">
                <a:latin typeface="宋体" pitchFamily="2" charset="-122"/>
              </a:rPr>
              <a:t>σ=4S/m</a:t>
            </a:r>
            <a:r>
              <a:rPr lang="zh-CN" altLang="en-US" dirty="0" smtClean="0">
                <a:latin typeface="宋体" pitchFamily="2" charset="-122"/>
              </a:rPr>
              <a:t>。已知频率为</a:t>
            </a:r>
            <a:r>
              <a:rPr lang="en-US" altLang="zh-CN" dirty="0" smtClean="0">
                <a:latin typeface="宋体" pitchFamily="2" charset="-122"/>
              </a:rPr>
              <a:t>f=100Hz</a:t>
            </a:r>
            <a:r>
              <a:rPr lang="zh-CN" altLang="en-US" dirty="0" smtClean="0">
                <a:latin typeface="宋体" pitchFamily="2" charset="-122"/>
              </a:rPr>
              <a:t>的均匀平面波在海水中沿</a:t>
            </a:r>
            <a:r>
              <a:rPr lang="en-US" altLang="zh-CN" dirty="0" smtClean="0">
                <a:latin typeface="宋体" pitchFamily="2" charset="-122"/>
              </a:rPr>
              <a:t>z</a:t>
            </a:r>
            <a:r>
              <a:rPr lang="zh-CN" altLang="en-US" dirty="0" smtClean="0">
                <a:latin typeface="宋体" pitchFamily="2" charset="-122"/>
              </a:rPr>
              <a:t>方向传播，电场在</a:t>
            </a:r>
            <a:r>
              <a:rPr lang="en-US" altLang="zh-CN" dirty="0" smtClean="0">
                <a:latin typeface="宋体" pitchFamily="2" charset="-122"/>
              </a:rPr>
              <a:t>x</a:t>
            </a:r>
            <a:r>
              <a:rPr lang="zh-CN" altLang="en-US" dirty="0" smtClean="0">
                <a:latin typeface="宋体" pitchFamily="2" charset="-122"/>
              </a:rPr>
              <a:t>方向，其振幅为</a:t>
            </a:r>
            <a:r>
              <a:rPr lang="en-US" altLang="zh-CN" dirty="0" smtClean="0">
                <a:latin typeface="宋体" pitchFamily="2" charset="-122"/>
              </a:rPr>
              <a:t>1V/m</a:t>
            </a:r>
            <a:r>
              <a:rPr lang="zh-CN" altLang="en-US" dirty="0" smtClean="0">
                <a:latin typeface="宋体" pitchFamily="2" charset="-122"/>
              </a:rPr>
              <a:t>，求：</a:t>
            </a:r>
          </a:p>
          <a:p>
            <a:pPr eaLnBrk="1" hangingPunct="1"/>
            <a:r>
              <a:rPr lang="zh-CN" altLang="en-US" dirty="0" smtClean="0">
                <a:latin typeface="宋体" pitchFamily="2" charset="-122"/>
              </a:rPr>
              <a:t>（</a:t>
            </a:r>
            <a:r>
              <a:rPr lang="en-US" altLang="zh-CN" dirty="0" smtClean="0">
                <a:latin typeface="宋体" pitchFamily="2" charset="-122"/>
              </a:rPr>
              <a:t>1</a:t>
            </a:r>
            <a:r>
              <a:rPr lang="zh-CN" altLang="en-US" dirty="0" smtClean="0">
                <a:latin typeface="宋体" pitchFamily="2" charset="-122"/>
              </a:rPr>
              <a:t>）衰减常数、相位常数、波阻抗、相速度和波长；</a:t>
            </a:r>
          </a:p>
          <a:p>
            <a:pPr eaLnBrk="1" hangingPunct="1"/>
            <a:r>
              <a:rPr lang="zh-CN" altLang="en-US" dirty="0" smtClean="0">
                <a:latin typeface="宋体" pitchFamily="2" charset="-122"/>
              </a:rPr>
              <a:t>（</a:t>
            </a:r>
            <a:r>
              <a:rPr lang="en-US" altLang="zh-CN" dirty="0" smtClean="0">
                <a:latin typeface="宋体" pitchFamily="2" charset="-122"/>
              </a:rPr>
              <a:t>2</a:t>
            </a:r>
            <a:r>
              <a:rPr lang="zh-CN" altLang="en-US" dirty="0" smtClean="0">
                <a:latin typeface="宋体" pitchFamily="2" charset="-122"/>
              </a:rPr>
              <a:t>）电场和磁场的瞬时表达式。</a:t>
            </a:r>
          </a:p>
          <a:p>
            <a:pPr eaLnBrk="1" hangingPunct="1"/>
            <a:endParaRPr lang="en-US" altLang="zh-CN" dirty="0" smtClean="0">
              <a:latin typeface="宋体" pitchFamily="2" charset="-122"/>
            </a:endParaRPr>
          </a:p>
        </p:txBody>
      </p:sp>
    </p:spTree>
    <p:extLst>
      <p:ext uri="{BB962C8B-B14F-4D97-AF65-F5344CB8AC3E}">
        <p14:creationId xmlns:p14="http://schemas.microsoft.com/office/powerpoint/2010/main" val="35914214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52536" y="562372"/>
            <a:ext cx="9396536" cy="857250"/>
          </a:xfrm>
        </p:spPr>
        <p:txBody>
          <a:bodyPr/>
          <a:lstStyle/>
          <a:p>
            <a:pPr algn="ctr" eaLnBrk="1" hangingPunct="1">
              <a:defRPr/>
            </a:pPr>
            <a:r>
              <a:rPr lang="en-US" altLang="zh-CN" dirty="0" smtClean="0"/>
              <a:t>4.4  </a:t>
            </a:r>
            <a:r>
              <a:rPr lang="zh-CN" altLang="en-US" dirty="0" smtClean="0"/>
              <a:t>均匀平面波对</a:t>
            </a:r>
            <a:r>
              <a:rPr lang="en-US" altLang="zh-CN" dirty="0" smtClean="0"/>
              <a:t/>
            </a:r>
            <a:br>
              <a:rPr lang="en-US" altLang="zh-CN" dirty="0" smtClean="0"/>
            </a:br>
            <a:r>
              <a:rPr lang="zh-CN" altLang="en-US" dirty="0" smtClean="0"/>
              <a:t>平面分界面的垂直入射</a:t>
            </a:r>
          </a:p>
        </p:txBody>
      </p:sp>
      <p:sp>
        <p:nvSpPr>
          <p:cNvPr id="43011" name="Rectangle 3" descr="Rectangle: Click to edit Master text styles&#10;Second level&#10;Third level&#10;Fourth level&#10;Fifth level"/>
          <p:cNvSpPr>
            <a:spLocks noGrp="1" noChangeArrowheads="1"/>
          </p:cNvSpPr>
          <p:nvPr>
            <p:ph type="body" idx="1"/>
          </p:nvPr>
        </p:nvSpPr>
        <p:spPr>
          <a:xfrm>
            <a:off x="611560" y="1429866"/>
            <a:ext cx="8187539" cy="3086100"/>
          </a:xfrm>
        </p:spPr>
        <p:txBody>
          <a:bodyPr/>
          <a:lstStyle/>
          <a:p>
            <a:pPr lvl="1" eaLnBrk="1" hangingPunct="1">
              <a:lnSpc>
                <a:spcPct val="90000"/>
              </a:lnSpc>
            </a:pPr>
            <a:r>
              <a:rPr lang="en-US" altLang="zh-CN" dirty="0" smtClean="0">
                <a:latin typeface="隶书" pitchFamily="49" charset="-122"/>
              </a:rPr>
              <a:t>   </a:t>
            </a:r>
            <a:r>
              <a:rPr lang="zh-CN" altLang="en-US" dirty="0" smtClean="0">
                <a:latin typeface="隶书" pitchFamily="49" charset="-122"/>
              </a:rPr>
              <a:t>传播不可能在单一介质中，总有介质间的分界面</a:t>
            </a:r>
          </a:p>
          <a:p>
            <a:pPr eaLnBrk="1" hangingPunct="1">
              <a:lnSpc>
                <a:spcPct val="90000"/>
              </a:lnSpc>
            </a:pPr>
            <a:r>
              <a:rPr lang="zh-CN" altLang="en-US" dirty="0" smtClean="0"/>
              <a:t>        研究不同介质时电磁波的传播问题，就是</a:t>
            </a:r>
            <a:r>
              <a:rPr lang="zh-CN" altLang="en-US" dirty="0" smtClean="0">
                <a:solidFill>
                  <a:srgbClr val="FF0000"/>
                </a:solidFill>
              </a:rPr>
              <a:t>电磁场边值问题</a:t>
            </a:r>
            <a:endParaRPr lang="zh-CN" altLang="en-US" dirty="0" smtClean="0">
              <a:solidFill>
                <a:srgbClr val="FF0000"/>
              </a:solidFill>
              <a:latin typeface="宋体" pitchFamily="2" charset="-122"/>
            </a:endParaRPr>
          </a:p>
          <a:p>
            <a:pPr algn="r" eaLnBrk="1" hangingPunct="1">
              <a:lnSpc>
                <a:spcPct val="90000"/>
              </a:lnSpc>
            </a:pPr>
            <a:r>
              <a:rPr lang="zh-CN" altLang="en-US" dirty="0" smtClean="0">
                <a:latin typeface="宋体" pitchFamily="2" charset="-122"/>
              </a:rPr>
              <a:t>       </a:t>
            </a:r>
          </a:p>
        </p:txBody>
      </p:sp>
      <p:sp>
        <p:nvSpPr>
          <p:cNvPr id="43012" name="Rectangle 5"/>
          <p:cNvSpPr>
            <a:spLocks noChangeArrowheads="1"/>
          </p:cNvSpPr>
          <p:nvPr/>
        </p:nvSpPr>
        <p:spPr bwMode="auto">
          <a:xfrm>
            <a:off x="0" y="229778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43014" name="Rectangle 7"/>
          <p:cNvSpPr>
            <a:spLocks noChangeArrowheads="1"/>
          </p:cNvSpPr>
          <p:nvPr/>
        </p:nvSpPr>
        <p:spPr bwMode="auto">
          <a:xfrm>
            <a:off x="0" y="221920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Tree>
    <p:extLst>
      <p:ext uri="{BB962C8B-B14F-4D97-AF65-F5344CB8AC3E}">
        <p14:creationId xmlns:p14="http://schemas.microsoft.com/office/powerpoint/2010/main" val="35190488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79512" y="-20538"/>
            <a:ext cx="8100392" cy="857250"/>
          </a:xfrm>
        </p:spPr>
        <p:txBody>
          <a:bodyPr/>
          <a:lstStyle/>
          <a:p>
            <a:pPr lvl="1" algn="ctr" eaLnBrk="1" hangingPunct="1">
              <a:defRPr/>
            </a:pPr>
            <a:r>
              <a:rPr lang="en-US" altLang="zh-CN" dirty="0" smtClean="0">
                <a:latin typeface="隶书" pitchFamily="49" charset="-122"/>
              </a:rPr>
              <a:t>4.4.1  </a:t>
            </a:r>
            <a:r>
              <a:rPr lang="zh-CN" altLang="en-US" dirty="0">
                <a:latin typeface="隶书" pitchFamily="49" charset="-122"/>
              </a:rPr>
              <a:t>对理想导体平面的垂直</a:t>
            </a:r>
            <a:r>
              <a:rPr lang="zh-CN" altLang="en-US" dirty="0" smtClean="0">
                <a:latin typeface="隶书" pitchFamily="49" charset="-122"/>
              </a:rPr>
              <a:t>入射</a:t>
            </a:r>
            <a:endParaRPr lang="zh-CN" altLang="en-US" dirty="0" smtClean="0"/>
          </a:p>
        </p:txBody>
      </p:sp>
      <p:sp>
        <p:nvSpPr>
          <p:cNvPr id="43011" name="Rectangle 3" descr="Rectangle: Click to edit Master text styles&#10;Second level&#10;Third level&#10;Fourth level&#10;Fifth level"/>
          <p:cNvSpPr>
            <a:spLocks noGrp="1" noChangeArrowheads="1"/>
          </p:cNvSpPr>
          <p:nvPr>
            <p:ph type="body" idx="1"/>
          </p:nvPr>
        </p:nvSpPr>
        <p:spPr>
          <a:xfrm>
            <a:off x="-87147" y="843558"/>
            <a:ext cx="9051635" cy="3086100"/>
          </a:xfrm>
        </p:spPr>
        <p:txBody>
          <a:bodyPr/>
          <a:lstStyle/>
          <a:p>
            <a:pPr lvl="1" eaLnBrk="1" hangingPunct="1">
              <a:lnSpc>
                <a:spcPct val="90000"/>
              </a:lnSpc>
            </a:pPr>
            <a:r>
              <a:rPr lang="zh-CN" altLang="en-US" sz="2400" dirty="0" smtClean="0"/>
              <a:t>电场</a:t>
            </a:r>
            <a:r>
              <a:rPr lang="en-US" altLang="zh-CN" sz="2400" dirty="0" smtClean="0"/>
              <a:t>x</a:t>
            </a:r>
            <a:r>
              <a:rPr lang="zh-CN" altLang="en-US" sz="2400" dirty="0" smtClean="0"/>
              <a:t>方向，磁场</a:t>
            </a:r>
            <a:r>
              <a:rPr lang="en-US" altLang="zh-CN" sz="2400" dirty="0" smtClean="0"/>
              <a:t>y</a:t>
            </a:r>
            <a:r>
              <a:rPr lang="zh-CN" altLang="en-US" sz="2400" dirty="0" smtClean="0"/>
              <a:t>方向，能量</a:t>
            </a:r>
            <a:r>
              <a:rPr lang="en-US" altLang="zh-CN" sz="2400" dirty="0" smtClean="0"/>
              <a:t>z</a:t>
            </a:r>
            <a:r>
              <a:rPr lang="zh-CN" altLang="en-US" sz="2400" dirty="0"/>
              <a:t>方向</a:t>
            </a:r>
            <a:endParaRPr lang="en-US" altLang="zh-CN" sz="2400" dirty="0" smtClean="0"/>
          </a:p>
          <a:p>
            <a:pPr lvl="1" eaLnBrk="1" hangingPunct="1">
              <a:lnSpc>
                <a:spcPct val="90000"/>
              </a:lnSpc>
            </a:pPr>
            <a:r>
              <a:rPr lang="zh-CN" altLang="en-US" dirty="0" smtClean="0"/>
              <a:t>入射波场量可以表示为</a:t>
            </a:r>
          </a:p>
          <a:p>
            <a:pPr eaLnBrk="1" hangingPunct="1">
              <a:lnSpc>
                <a:spcPct val="90000"/>
              </a:lnSpc>
            </a:pPr>
            <a:endParaRPr lang="zh-CN" altLang="en-US" dirty="0" smtClean="0">
              <a:latin typeface="宋体" pitchFamily="2" charset="-122"/>
            </a:endParaRPr>
          </a:p>
          <a:p>
            <a:pPr algn="r" eaLnBrk="1" hangingPunct="1">
              <a:lnSpc>
                <a:spcPct val="90000"/>
              </a:lnSpc>
            </a:pPr>
            <a:r>
              <a:rPr lang="zh-CN" altLang="en-US" dirty="0" smtClean="0">
                <a:latin typeface="宋体" pitchFamily="2" charset="-122"/>
              </a:rPr>
              <a:t>       </a:t>
            </a:r>
          </a:p>
        </p:txBody>
      </p:sp>
      <p:sp>
        <p:nvSpPr>
          <p:cNvPr id="43012" name="Rectangle 5"/>
          <p:cNvSpPr>
            <a:spLocks noChangeArrowheads="1"/>
          </p:cNvSpPr>
          <p:nvPr/>
        </p:nvSpPr>
        <p:spPr bwMode="auto">
          <a:xfrm>
            <a:off x="0" y="229778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43013" name="Object 4"/>
          <p:cNvGraphicFramePr>
            <a:graphicFrameLocks noChangeAspect="1"/>
          </p:cNvGraphicFramePr>
          <p:nvPr>
            <p:extLst/>
          </p:nvPr>
        </p:nvGraphicFramePr>
        <p:xfrm>
          <a:off x="530752" y="2491062"/>
          <a:ext cx="2590800" cy="450056"/>
        </p:xfrm>
        <a:graphic>
          <a:graphicData uri="http://schemas.openxmlformats.org/presentationml/2006/ole">
            <mc:AlternateContent xmlns:mc="http://schemas.openxmlformats.org/markup-compatibility/2006">
              <mc:Choice xmlns:v="urn:schemas-microsoft-com:vml" Requires="v">
                <p:oleObj spid="_x0000_s324619" name="公式" r:id="rId3" imgW="1028254" imgH="241195" progId="Equation.3">
                  <p:embed/>
                </p:oleObj>
              </mc:Choice>
              <mc:Fallback>
                <p:oleObj name="公式" r:id="rId3" imgW="1028254" imgH="241195" progId="Equation.3">
                  <p:embed/>
                  <p:pic>
                    <p:nvPicPr>
                      <p:cNvPr id="4301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752" y="2491062"/>
                        <a:ext cx="2590800" cy="450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4" name="Rectangle 7"/>
          <p:cNvSpPr>
            <a:spLocks noChangeArrowheads="1"/>
          </p:cNvSpPr>
          <p:nvPr/>
        </p:nvSpPr>
        <p:spPr bwMode="auto">
          <a:xfrm>
            <a:off x="0" y="221920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43015" name="Object 6"/>
          <p:cNvGraphicFramePr>
            <a:graphicFrameLocks noChangeAspect="1"/>
          </p:cNvGraphicFramePr>
          <p:nvPr>
            <p:extLst/>
          </p:nvPr>
        </p:nvGraphicFramePr>
        <p:xfrm>
          <a:off x="323528" y="3107798"/>
          <a:ext cx="2819400" cy="835819"/>
        </p:xfrm>
        <a:graphic>
          <a:graphicData uri="http://schemas.openxmlformats.org/presentationml/2006/ole">
            <mc:AlternateContent xmlns:mc="http://schemas.openxmlformats.org/markup-compatibility/2006">
              <mc:Choice xmlns:v="urn:schemas-microsoft-com:vml" Requires="v">
                <p:oleObj spid="_x0000_s324620" name="公式" r:id="rId5" imgW="1129810" imgH="444307" progId="Equation.3">
                  <p:embed/>
                </p:oleObj>
              </mc:Choice>
              <mc:Fallback>
                <p:oleObj name="公式" r:id="rId5" imgW="1129810" imgH="444307" progId="Equation.3">
                  <p:embed/>
                  <p:pic>
                    <p:nvPicPr>
                      <p:cNvPr id="4301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528" y="3107798"/>
                        <a:ext cx="2819400" cy="8358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Grp="1" noChangeAspect="1"/>
          </p:cNvGraphicFramePr>
          <p:nvPr>
            <p:extLst/>
          </p:nvPr>
        </p:nvGraphicFramePr>
        <p:xfrm>
          <a:off x="3391820" y="2257482"/>
          <a:ext cx="2651200" cy="2376179"/>
        </p:xfrm>
        <a:graphic>
          <a:graphicData uri="http://schemas.openxmlformats.org/presentationml/2006/ole">
            <mc:AlternateContent xmlns:mc="http://schemas.openxmlformats.org/markup-compatibility/2006">
              <mc:Choice xmlns:v="urn:schemas-microsoft-com:vml" Requires="v">
                <p:oleObj spid="_x0000_s324621" r:id="rId7" imgW="11371429" imgH="13590476" progId="">
                  <p:embed/>
                </p:oleObj>
              </mc:Choice>
              <mc:Fallback>
                <p:oleObj r:id="rId7" imgW="11371429" imgH="13590476" progId="">
                  <p:embed/>
                  <p:pic>
                    <p:nvPicPr>
                      <p:cNvPr id="2" name="对象 1"/>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91820" y="2257482"/>
                        <a:ext cx="2651200" cy="2376179"/>
                      </a:xfrm>
                      <a:prstGeom prst="rect">
                        <a:avLst/>
                      </a:prstGeom>
                      <a:noFill/>
                      <a:ln>
                        <a:noFill/>
                      </a:ln>
                    </p:spPr>
                  </p:pic>
                </p:oleObj>
              </mc:Fallback>
            </mc:AlternateContent>
          </a:graphicData>
        </a:graphic>
      </p:graphicFrame>
      <p:pic>
        <p:nvPicPr>
          <p:cNvPr id="3" name="图片 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55914" y="845570"/>
            <a:ext cx="1937568" cy="1924694"/>
          </a:xfrm>
          <a:prstGeom prst="rect">
            <a:avLst/>
          </a:prstGeom>
        </p:spPr>
      </p:pic>
      <p:sp>
        <p:nvSpPr>
          <p:cNvPr id="10" name="矩形 9"/>
          <p:cNvSpPr/>
          <p:nvPr/>
        </p:nvSpPr>
        <p:spPr>
          <a:xfrm>
            <a:off x="5796136" y="1888150"/>
            <a:ext cx="301686" cy="369332"/>
          </a:xfrm>
          <a:prstGeom prst="rect">
            <a:avLst/>
          </a:prstGeom>
        </p:spPr>
        <p:txBody>
          <a:bodyPr wrap="none">
            <a:spAutoFit/>
          </a:bodyPr>
          <a:lstStyle/>
          <a:p>
            <a:r>
              <a:rPr lang="en-US" altLang="zh-CN" b="1" dirty="0" smtClean="0">
                <a:solidFill>
                  <a:schemeClr val="bg2">
                    <a:lumMod val="50000"/>
                  </a:schemeClr>
                </a:solidFill>
                <a:latin typeface="宋体" pitchFamily="2" charset="-122"/>
              </a:rPr>
              <a:t>y</a:t>
            </a:r>
            <a:endParaRPr lang="zh-CN" altLang="en-US" dirty="0"/>
          </a:p>
        </p:txBody>
      </p:sp>
      <p:sp>
        <p:nvSpPr>
          <p:cNvPr id="11" name="矩形 10"/>
          <p:cNvSpPr/>
          <p:nvPr/>
        </p:nvSpPr>
        <p:spPr>
          <a:xfrm>
            <a:off x="6588224" y="771550"/>
            <a:ext cx="301686" cy="369332"/>
          </a:xfrm>
          <a:prstGeom prst="rect">
            <a:avLst/>
          </a:prstGeom>
        </p:spPr>
        <p:txBody>
          <a:bodyPr wrap="none">
            <a:spAutoFit/>
          </a:bodyPr>
          <a:lstStyle/>
          <a:p>
            <a:r>
              <a:rPr lang="en-US" altLang="zh-CN" b="1" dirty="0" smtClean="0">
                <a:solidFill>
                  <a:schemeClr val="bg2">
                    <a:lumMod val="50000"/>
                  </a:schemeClr>
                </a:solidFill>
                <a:latin typeface="宋体" pitchFamily="2" charset="-122"/>
              </a:rPr>
              <a:t>x</a:t>
            </a:r>
            <a:endParaRPr lang="zh-CN" altLang="en-US" dirty="0"/>
          </a:p>
        </p:txBody>
      </p:sp>
      <p:sp>
        <p:nvSpPr>
          <p:cNvPr id="12" name="矩形 11"/>
          <p:cNvSpPr/>
          <p:nvPr/>
        </p:nvSpPr>
        <p:spPr>
          <a:xfrm>
            <a:off x="7812360" y="2346434"/>
            <a:ext cx="301686" cy="369332"/>
          </a:xfrm>
          <a:prstGeom prst="rect">
            <a:avLst/>
          </a:prstGeom>
        </p:spPr>
        <p:txBody>
          <a:bodyPr wrap="none">
            <a:spAutoFit/>
          </a:bodyPr>
          <a:lstStyle/>
          <a:p>
            <a:r>
              <a:rPr lang="en-US" altLang="zh-CN" b="1" dirty="0" smtClean="0">
                <a:solidFill>
                  <a:schemeClr val="bg2">
                    <a:lumMod val="50000"/>
                  </a:schemeClr>
                </a:solidFill>
                <a:latin typeface="宋体" pitchFamily="2" charset="-122"/>
              </a:rPr>
              <a:t>z</a:t>
            </a:r>
            <a:endParaRPr lang="zh-CN" altLang="en-US" dirty="0"/>
          </a:p>
        </p:txBody>
      </p:sp>
    </p:spTree>
    <p:extLst>
      <p:ext uri="{BB962C8B-B14F-4D97-AF65-F5344CB8AC3E}">
        <p14:creationId xmlns:p14="http://schemas.microsoft.com/office/powerpoint/2010/main" val="2770039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defRPr/>
            </a:pPr>
            <a:r>
              <a:rPr lang="en-US" altLang="zh-CN" smtClean="0"/>
              <a:t> </a:t>
            </a:r>
          </a:p>
        </p:txBody>
      </p:sp>
      <p:sp>
        <p:nvSpPr>
          <p:cNvPr id="45059" name="Rectangle 3" descr="Rectangle: Click to edit Master text styles&#10;Second level&#10;Third level&#10;Fourth level&#10;Fifth level"/>
          <p:cNvSpPr>
            <a:spLocks noGrp="1" noChangeArrowheads="1"/>
          </p:cNvSpPr>
          <p:nvPr>
            <p:ph type="body" idx="1"/>
          </p:nvPr>
        </p:nvSpPr>
        <p:spPr>
          <a:xfrm>
            <a:off x="685800" y="699542"/>
            <a:ext cx="7772400" cy="3086100"/>
          </a:xfrm>
        </p:spPr>
        <p:txBody>
          <a:bodyPr/>
          <a:lstStyle/>
          <a:p>
            <a:pPr eaLnBrk="1" hangingPunct="1"/>
            <a:r>
              <a:rPr lang="en-US" altLang="zh-CN" dirty="0" smtClean="0">
                <a:latin typeface="宋体" pitchFamily="2" charset="-122"/>
              </a:rPr>
              <a:t>    </a:t>
            </a:r>
            <a:r>
              <a:rPr lang="zh-CN" altLang="en-US" dirty="0" smtClean="0">
                <a:latin typeface="宋体" pitchFamily="2" charset="-122"/>
              </a:rPr>
              <a:t>反射波场量表示为          </a:t>
            </a:r>
          </a:p>
          <a:p>
            <a:pPr algn="r" eaLnBrk="1" hangingPunct="1"/>
            <a:r>
              <a:rPr lang="zh-CN" altLang="en-US" dirty="0" smtClean="0">
                <a:latin typeface="宋体" pitchFamily="2" charset="-122"/>
              </a:rPr>
              <a:t>（</a:t>
            </a:r>
            <a:r>
              <a:rPr lang="en-US" altLang="zh-CN" dirty="0" smtClean="0">
                <a:latin typeface="宋体" pitchFamily="2" charset="-122"/>
              </a:rPr>
              <a:t>4.69</a:t>
            </a:r>
            <a:r>
              <a:rPr lang="zh-CN" altLang="en-US" dirty="0" smtClean="0">
                <a:latin typeface="宋体" pitchFamily="2" charset="-122"/>
              </a:rPr>
              <a:t>）</a:t>
            </a:r>
          </a:p>
          <a:p>
            <a:pPr algn="r" eaLnBrk="1" hangingPunct="1"/>
            <a:r>
              <a:rPr lang="zh-CN" altLang="en-US" dirty="0" smtClean="0">
                <a:latin typeface="宋体" pitchFamily="2" charset="-122"/>
              </a:rPr>
              <a:t>       </a:t>
            </a:r>
          </a:p>
          <a:p>
            <a:pPr algn="r" eaLnBrk="1" hangingPunct="1"/>
            <a:r>
              <a:rPr lang="zh-CN" altLang="en-US" dirty="0" smtClean="0">
                <a:latin typeface="宋体" pitchFamily="2" charset="-122"/>
              </a:rPr>
              <a:t>（</a:t>
            </a:r>
            <a:r>
              <a:rPr lang="en-US" altLang="zh-CN" dirty="0" smtClean="0">
                <a:latin typeface="宋体" pitchFamily="2" charset="-122"/>
              </a:rPr>
              <a:t>4.70</a:t>
            </a:r>
            <a:r>
              <a:rPr lang="zh-CN" altLang="en-US" dirty="0" smtClean="0">
                <a:latin typeface="宋体" pitchFamily="2" charset="-122"/>
              </a:rPr>
              <a:t>）</a:t>
            </a:r>
          </a:p>
          <a:p>
            <a:pPr algn="r" eaLnBrk="1" hangingPunct="1"/>
            <a:endParaRPr lang="zh-CN" altLang="en-US" dirty="0" smtClean="0">
              <a:latin typeface="宋体" pitchFamily="2" charset="-122"/>
            </a:endParaRPr>
          </a:p>
          <a:p>
            <a:pPr algn="r" eaLnBrk="1" hangingPunct="1"/>
            <a:r>
              <a:rPr lang="zh-CN" altLang="en-US" dirty="0" smtClean="0"/>
              <a:t> </a:t>
            </a:r>
            <a:r>
              <a:rPr lang="zh-CN" altLang="en-US" dirty="0" smtClean="0">
                <a:latin typeface="宋体" pitchFamily="2" charset="-122"/>
              </a:rPr>
              <a:t>（</a:t>
            </a:r>
            <a:r>
              <a:rPr lang="en-US" altLang="zh-CN" dirty="0" smtClean="0">
                <a:latin typeface="宋体" pitchFamily="2" charset="-122"/>
              </a:rPr>
              <a:t>4.71</a:t>
            </a:r>
            <a:r>
              <a:rPr lang="zh-CN" altLang="en-US" dirty="0" smtClean="0">
                <a:latin typeface="宋体" pitchFamily="2" charset="-122"/>
              </a:rPr>
              <a:t>）</a:t>
            </a:r>
            <a:r>
              <a:rPr lang="zh-CN" altLang="en-US" dirty="0" smtClean="0"/>
              <a:t> </a:t>
            </a:r>
            <a:r>
              <a:rPr lang="zh-CN" altLang="en-US" dirty="0" smtClean="0">
                <a:latin typeface="宋体" pitchFamily="2" charset="-122"/>
              </a:rPr>
              <a:t> </a:t>
            </a:r>
          </a:p>
        </p:txBody>
      </p:sp>
      <p:sp>
        <p:nvSpPr>
          <p:cNvPr id="45060" name="Rectangle 5"/>
          <p:cNvSpPr>
            <a:spLocks noChangeArrowheads="1"/>
          </p:cNvSpPr>
          <p:nvPr/>
        </p:nvSpPr>
        <p:spPr bwMode="auto">
          <a:xfrm>
            <a:off x="0" y="229778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45061" name="Object 4"/>
          <p:cNvGraphicFramePr>
            <a:graphicFrameLocks noChangeAspect="1"/>
          </p:cNvGraphicFramePr>
          <p:nvPr>
            <p:extLst/>
          </p:nvPr>
        </p:nvGraphicFramePr>
        <p:xfrm>
          <a:off x="2514600" y="1491630"/>
          <a:ext cx="2819400" cy="523875"/>
        </p:xfrm>
        <a:graphic>
          <a:graphicData uri="http://schemas.openxmlformats.org/presentationml/2006/ole">
            <mc:AlternateContent xmlns:mc="http://schemas.openxmlformats.org/markup-compatibility/2006">
              <mc:Choice xmlns:v="urn:schemas-microsoft-com:vml" Requires="v">
                <p:oleObj spid="_x0000_s325643" name="公式" r:id="rId3" imgW="965200" imgH="241300" progId="Equation.3">
                  <p:embed/>
                </p:oleObj>
              </mc:Choice>
              <mc:Fallback>
                <p:oleObj name="公式" r:id="rId3" imgW="965200" imgH="241300" progId="Equation.3">
                  <p:embed/>
                  <p:pic>
                    <p:nvPicPr>
                      <p:cNvPr id="4506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1491630"/>
                        <a:ext cx="2819400"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62" name="Rectangle 7"/>
          <p:cNvSpPr>
            <a:spLocks noChangeArrowheads="1"/>
          </p:cNvSpPr>
          <p:nvPr/>
        </p:nvSpPr>
        <p:spPr bwMode="auto">
          <a:xfrm>
            <a:off x="0" y="221920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45063" name="Object 6"/>
          <p:cNvGraphicFramePr>
            <a:graphicFrameLocks noChangeAspect="1"/>
          </p:cNvGraphicFramePr>
          <p:nvPr>
            <p:extLst/>
          </p:nvPr>
        </p:nvGraphicFramePr>
        <p:xfrm>
          <a:off x="2590800" y="2427734"/>
          <a:ext cx="2667000" cy="764381"/>
        </p:xfrm>
        <a:graphic>
          <a:graphicData uri="http://schemas.openxmlformats.org/presentationml/2006/ole">
            <mc:AlternateContent xmlns:mc="http://schemas.openxmlformats.org/markup-compatibility/2006">
              <mc:Choice xmlns:v="urn:schemas-microsoft-com:vml" Requires="v">
                <p:oleObj spid="_x0000_s325644" name="公式" r:id="rId5" imgW="1167893" imgH="444307" progId="Equation.3">
                  <p:embed/>
                </p:oleObj>
              </mc:Choice>
              <mc:Fallback>
                <p:oleObj name="公式" r:id="rId5" imgW="1167893" imgH="444307" progId="Equation.3">
                  <p:embed/>
                  <p:pic>
                    <p:nvPicPr>
                      <p:cNvPr id="45063"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2427734"/>
                        <a:ext cx="2667000" cy="7643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64" name="Rectangle 9"/>
          <p:cNvSpPr>
            <a:spLocks noChangeArrowheads="1"/>
          </p:cNvSpPr>
          <p:nvPr/>
        </p:nvSpPr>
        <p:spPr bwMode="auto">
          <a:xfrm>
            <a:off x="0" y="229778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45065" name="Object 8"/>
          <p:cNvGraphicFramePr>
            <a:graphicFrameLocks noChangeAspect="1"/>
          </p:cNvGraphicFramePr>
          <p:nvPr>
            <p:extLst/>
          </p:nvPr>
        </p:nvGraphicFramePr>
        <p:xfrm>
          <a:off x="2819400" y="3723878"/>
          <a:ext cx="1447800" cy="392906"/>
        </p:xfrm>
        <a:graphic>
          <a:graphicData uri="http://schemas.openxmlformats.org/presentationml/2006/ole">
            <mc:AlternateContent xmlns:mc="http://schemas.openxmlformats.org/markup-compatibility/2006">
              <mc:Choice xmlns:v="urn:schemas-microsoft-com:vml" Requires="v">
                <p:oleObj spid="_x0000_s325645" name="公式" r:id="rId7" imgW="660113" imgH="241195" progId="Equation.3">
                  <p:embed/>
                </p:oleObj>
              </mc:Choice>
              <mc:Fallback>
                <p:oleObj name="公式" r:id="rId7" imgW="660113" imgH="241195" progId="Equation.3">
                  <p:embed/>
                  <p:pic>
                    <p:nvPicPr>
                      <p:cNvPr id="45065"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9400" y="3723878"/>
                        <a:ext cx="1447800" cy="3929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圆角矩形标注 2"/>
          <p:cNvSpPr/>
          <p:nvPr/>
        </p:nvSpPr>
        <p:spPr>
          <a:xfrm>
            <a:off x="755576" y="4299942"/>
            <a:ext cx="1872208" cy="792088"/>
          </a:xfrm>
          <a:prstGeom prst="wedgeRoundRectCallout">
            <a:avLst>
              <a:gd name="adj1" fmla="val 94266"/>
              <a:gd name="adj2" fmla="val -7713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rgbClr val="FF0066"/>
                </a:solidFill>
                <a:latin typeface="黑体" pitchFamily="49" charset="-122"/>
                <a:ea typeface="黑体" pitchFamily="49" charset="-122"/>
              </a:rPr>
              <a:t>边界条件</a:t>
            </a:r>
            <a:r>
              <a:rPr lang="zh-CN" altLang="en-US" b="1" dirty="0" smtClean="0">
                <a:solidFill>
                  <a:srgbClr val="000066"/>
                </a:solidFill>
              </a:rPr>
              <a:t>：电场分量的切向连续（导体内为</a:t>
            </a:r>
            <a:r>
              <a:rPr lang="en-US" altLang="zh-CN" b="1" dirty="0" smtClean="0">
                <a:solidFill>
                  <a:srgbClr val="000066"/>
                </a:solidFill>
              </a:rPr>
              <a:t>0</a:t>
            </a:r>
            <a:r>
              <a:rPr lang="zh-CN" altLang="en-US" b="1" dirty="0" smtClean="0">
                <a:solidFill>
                  <a:srgbClr val="000066"/>
                </a:solidFill>
              </a:rPr>
              <a:t>）</a:t>
            </a:r>
            <a:endParaRPr lang="zh-CN" altLang="en-US" b="1" dirty="0">
              <a:solidFill>
                <a:srgbClr val="000066"/>
              </a:solidFill>
            </a:endParaRPr>
          </a:p>
        </p:txBody>
      </p:sp>
    </p:spTree>
    <p:extLst>
      <p:ext uri="{BB962C8B-B14F-4D97-AF65-F5344CB8AC3E}">
        <p14:creationId xmlns:p14="http://schemas.microsoft.com/office/powerpoint/2010/main" val="30102220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defRPr/>
            </a:pPr>
            <a:r>
              <a:rPr lang="en-US" altLang="zh-CN" smtClean="0"/>
              <a:t> </a:t>
            </a:r>
          </a:p>
        </p:txBody>
      </p:sp>
      <p:sp>
        <p:nvSpPr>
          <p:cNvPr id="46083" name="Rectangle 3" descr="Rectangle: Click to edit Master text styles&#10;Second level&#10;Third level&#10;Fourth level&#10;Fifth level"/>
          <p:cNvSpPr>
            <a:spLocks noGrp="1" noChangeArrowheads="1"/>
          </p:cNvSpPr>
          <p:nvPr>
            <p:ph type="body" idx="1"/>
          </p:nvPr>
        </p:nvSpPr>
        <p:spPr>
          <a:xfrm>
            <a:off x="685800" y="1200150"/>
            <a:ext cx="7772400" cy="3086100"/>
          </a:xfrm>
        </p:spPr>
        <p:txBody>
          <a:bodyPr/>
          <a:lstStyle/>
          <a:p>
            <a:pPr algn="r" eaLnBrk="1" hangingPunct="1"/>
            <a:endParaRPr lang="en-US" altLang="zh-CN" smtClean="0">
              <a:latin typeface="宋体" pitchFamily="2" charset="-122"/>
            </a:endParaRPr>
          </a:p>
          <a:p>
            <a:pPr algn="r" eaLnBrk="1" hangingPunct="1"/>
            <a:r>
              <a:rPr lang="zh-CN" altLang="en-US" smtClean="0">
                <a:latin typeface="宋体" pitchFamily="2" charset="-122"/>
              </a:rPr>
              <a:t>（</a:t>
            </a:r>
            <a:r>
              <a:rPr lang="en-US" altLang="zh-CN" smtClean="0">
                <a:latin typeface="宋体" pitchFamily="2" charset="-122"/>
              </a:rPr>
              <a:t>4.72</a:t>
            </a:r>
            <a:r>
              <a:rPr lang="zh-CN" altLang="en-US" smtClean="0">
                <a:latin typeface="宋体" pitchFamily="2" charset="-122"/>
              </a:rPr>
              <a:t>）</a:t>
            </a:r>
          </a:p>
          <a:p>
            <a:pPr algn="r" eaLnBrk="1" hangingPunct="1"/>
            <a:r>
              <a:rPr lang="zh-CN" altLang="en-US" smtClean="0">
                <a:latin typeface="宋体" pitchFamily="2" charset="-122"/>
              </a:rPr>
              <a:t>      </a:t>
            </a:r>
          </a:p>
          <a:p>
            <a:pPr algn="r" eaLnBrk="1" hangingPunct="1"/>
            <a:r>
              <a:rPr lang="zh-CN" altLang="en-US" smtClean="0">
                <a:latin typeface="宋体" pitchFamily="2" charset="-122"/>
              </a:rPr>
              <a:t>（</a:t>
            </a:r>
            <a:r>
              <a:rPr lang="en-US" altLang="zh-CN" smtClean="0">
                <a:latin typeface="宋体" pitchFamily="2" charset="-122"/>
              </a:rPr>
              <a:t>4.73</a:t>
            </a:r>
            <a:r>
              <a:rPr lang="zh-CN" altLang="en-US" smtClean="0">
                <a:latin typeface="宋体" pitchFamily="2" charset="-122"/>
              </a:rPr>
              <a:t>）</a:t>
            </a:r>
          </a:p>
        </p:txBody>
      </p:sp>
      <p:sp>
        <p:nvSpPr>
          <p:cNvPr id="46084" name="Rectangle 5"/>
          <p:cNvSpPr>
            <a:spLocks noChangeArrowheads="1"/>
          </p:cNvSpPr>
          <p:nvPr/>
        </p:nvSpPr>
        <p:spPr bwMode="auto">
          <a:xfrm>
            <a:off x="0" y="229778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46085" name="Object 4"/>
          <p:cNvGraphicFramePr>
            <a:graphicFrameLocks noChangeAspect="1"/>
          </p:cNvGraphicFramePr>
          <p:nvPr/>
        </p:nvGraphicFramePr>
        <p:xfrm>
          <a:off x="762000" y="1714500"/>
          <a:ext cx="6019800" cy="323850"/>
        </p:xfrm>
        <a:graphic>
          <a:graphicData uri="http://schemas.openxmlformats.org/presentationml/2006/ole">
            <mc:AlternateContent xmlns:mc="http://schemas.openxmlformats.org/markup-compatibility/2006">
              <mc:Choice xmlns:v="urn:schemas-microsoft-com:vml" Requires="v">
                <p:oleObj spid="_x0000_s326664" name="公式" r:id="rId3" imgW="3327400" imgH="241300" progId="Equation.3">
                  <p:embed/>
                </p:oleObj>
              </mc:Choice>
              <mc:Fallback>
                <p:oleObj name="公式" r:id="rId3" imgW="3327400" imgH="241300" progId="Equation.3">
                  <p:embed/>
                  <p:pic>
                    <p:nvPicPr>
                      <p:cNvPr id="4608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714500"/>
                        <a:ext cx="601980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6" name="Rectangle 7"/>
          <p:cNvSpPr>
            <a:spLocks noChangeArrowheads="1"/>
          </p:cNvSpPr>
          <p:nvPr/>
        </p:nvSpPr>
        <p:spPr bwMode="auto">
          <a:xfrm>
            <a:off x="0" y="221920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46087" name="Object 6"/>
          <p:cNvGraphicFramePr>
            <a:graphicFrameLocks noChangeAspect="1"/>
          </p:cNvGraphicFramePr>
          <p:nvPr>
            <p:extLst/>
          </p:nvPr>
        </p:nvGraphicFramePr>
        <p:xfrm>
          <a:off x="950913" y="2457450"/>
          <a:ext cx="5794375" cy="595313"/>
        </p:xfrm>
        <a:graphic>
          <a:graphicData uri="http://schemas.openxmlformats.org/presentationml/2006/ole">
            <mc:AlternateContent xmlns:mc="http://schemas.openxmlformats.org/markup-compatibility/2006">
              <mc:Choice xmlns:v="urn:schemas-microsoft-com:vml" Requires="v">
                <p:oleObj spid="_x0000_s326665" name="公式" r:id="rId5" imgW="3263760" imgH="444240" progId="Equation.3">
                  <p:embed/>
                </p:oleObj>
              </mc:Choice>
              <mc:Fallback>
                <p:oleObj name="公式" r:id="rId5" imgW="3263760" imgH="444240" progId="Equation.3">
                  <p:embed/>
                  <p:pic>
                    <p:nvPicPr>
                      <p:cNvPr id="46087" name="Object 6"/>
                      <p:cNvPicPr>
                        <a:picLocks noChangeAspect="1" noChangeArrowheads="1"/>
                      </p:cNvPicPr>
                      <p:nvPr/>
                    </p:nvPicPr>
                    <p:blipFill>
                      <a:blip r:embed="rId6"/>
                      <a:srcRect/>
                      <a:stretch>
                        <a:fillRect/>
                      </a:stretch>
                    </p:blipFill>
                    <p:spPr bwMode="auto">
                      <a:xfrm>
                        <a:off x="950913" y="2457450"/>
                        <a:ext cx="5794375" cy="59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内容占位符 2"/>
          <p:cNvSpPr txBox="1">
            <a:spLocks/>
          </p:cNvSpPr>
          <p:nvPr/>
        </p:nvSpPr>
        <p:spPr bwMode="auto">
          <a:xfrm>
            <a:off x="179512" y="565770"/>
            <a:ext cx="7772400"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分界面左侧入射波与反射波的</a:t>
            </a:r>
            <a:r>
              <a:rPr lang="zh-CN" altLang="en-US" dirty="0" smtClean="0">
                <a:solidFill>
                  <a:srgbClr val="C00000"/>
                </a:solidFill>
              </a:rPr>
              <a:t>合成场</a:t>
            </a:r>
            <a:r>
              <a:rPr lang="zh-CN" altLang="en-US" dirty="0" smtClean="0"/>
              <a:t>为</a:t>
            </a:r>
            <a:endParaRPr lang="zh-CN" altLang="en-US" dirty="0"/>
          </a:p>
        </p:txBody>
      </p:sp>
    </p:spTree>
    <p:extLst>
      <p:ext uri="{BB962C8B-B14F-4D97-AF65-F5344CB8AC3E}">
        <p14:creationId xmlns:p14="http://schemas.microsoft.com/office/powerpoint/2010/main" val="15417849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defRPr/>
            </a:pPr>
            <a:r>
              <a:rPr lang="en-US" altLang="zh-CN" smtClean="0"/>
              <a:t> </a:t>
            </a:r>
          </a:p>
        </p:txBody>
      </p:sp>
      <p:sp>
        <p:nvSpPr>
          <p:cNvPr id="47107" name="Rectangle 3" descr="Rectangle: Click to edit Master text styles&#10;Second level&#10;Third level&#10;Fourth level&#10;Fifth level"/>
          <p:cNvSpPr>
            <a:spLocks noGrp="1" noChangeArrowheads="1"/>
          </p:cNvSpPr>
          <p:nvPr>
            <p:ph type="body" idx="1"/>
          </p:nvPr>
        </p:nvSpPr>
        <p:spPr>
          <a:xfrm>
            <a:off x="609600" y="843558"/>
            <a:ext cx="7772400" cy="3086100"/>
          </a:xfrm>
        </p:spPr>
        <p:txBody>
          <a:bodyPr/>
          <a:lstStyle/>
          <a:p>
            <a:pPr eaLnBrk="1" hangingPunct="1"/>
            <a:r>
              <a:rPr lang="en-US" altLang="zh-CN" dirty="0" smtClean="0">
                <a:latin typeface="宋体" pitchFamily="2" charset="-122"/>
              </a:rPr>
              <a:t>    </a:t>
            </a:r>
            <a:r>
              <a:rPr lang="zh-CN" altLang="en-US" dirty="0" smtClean="0">
                <a:latin typeface="宋体" pitchFamily="2" charset="-122"/>
              </a:rPr>
              <a:t>上面合成场的坡印廷矢量平均值为</a:t>
            </a:r>
          </a:p>
          <a:p>
            <a:pPr algn="r" eaLnBrk="1" hangingPunct="1"/>
            <a:r>
              <a:rPr lang="zh-CN" altLang="en-US" dirty="0" smtClean="0">
                <a:latin typeface="宋体" pitchFamily="2" charset="-122"/>
              </a:rPr>
              <a:t>          </a:t>
            </a:r>
          </a:p>
          <a:p>
            <a:pPr algn="r" eaLnBrk="1" hangingPunct="1"/>
            <a:endParaRPr lang="zh-CN" altLang="en-US" dirty="0" smtClean="0">
              <a:latin typeface="宋体" pitchFamily="2" charset="-122"/>
            </a:endParaRPr>
          </a:p>
          <a:p>
            <a:pPr algn="r" eaLnBrk="1" hangingPunct="1"/>
            <a:endParaRPr lang="zh-CN" altLang="en-US" dirty="0" smtClean="0">
              <a:latin typeface="宋体" pitchFamily="2" charset="-122"/>
            </a:endParaRPr>
          </a:p>
          <a:p>
            <a:pPr algn="r" eaLnBrk="1" hangingPunct="1"/>
            <a:endParaRPr lang="zh-CN" altLang="en-US" dirty="0" smtClean="0">
              <a:latin typeface="宋体" pitchFamily="2" charset="-122"/>
            </a:endParaRPr>
          </a:p>
          <a:p>
            <a:pPr algn="r" eaLnBrk="1" hangingPunct="1"/>
            <a:endParaRPr lang="zh-CN" altLang="en-US" dirty="0" smtClean="0">
              <a:latin typeface="宋体" pitchFamily="2" charset="-122"/>
            </a:endParaRPr>
          </a:p>
          <a:p>
            <a:pPr algn="r" eaLnBrk="1" hangingPunct="1"/>
            <a:r>
              <a:rPr lang="zh-CN" altLang="en-US" dirty="0" smtClean="0">
                <a:latin typeface="宋体" pitchFamily="2" charset="-122"/>
              </a:rPr>
              <a:t>（</a:t>
            </a:r>
            <a:r>
              <a:rPr lang="en-US" altLang="zh-CN" dirty="0" smtClean="0">
                <a:latin typeface="宋体" pitchFamily="2" charset="-122"/>
              </a:rPr>
              <a:t>4.74</a:t>
            </a:r>
            <a:r>
              <a:rPr lang="zh-CN" altLang="en-US" dirty="0" smtClean="0">
                <a:latin typeface="宋体" pitchFamily="2" charset="-122"/>
              </a:rPr>
              <a:t>）</a:t>
            </a:r>
          </a:p>
        </p:txBody>
      </p:sp>
      <p:sp>
        <p:nvSpPr>
          <p:cNvPr id="47108" name="Rectangle 5"/>
          <p:cNvSpPr>
            <a:spLocks noChangeArrowheads="1"/>
          </p:cNvSpPr>
          <p:nvPr/>
        </p:nvSpPr>
        <p:spPr bwMode="auto">
          <a:xfrm>
            <a:off x="0" y="19763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47109" name="Object 4"/>
          <p:cNvGraphicFramePr>
            <a:graphicFrameLocks noChangeAspect="1"/>
          </p:cNvGraphicFramePr>
          <p:nvPr>
            <p:extLst/>
          </p:nvPr>
        </p:nvGraphicFramePr>
        <p:xfrm>
          <a:off x="1530350" y="1839913"/>
          <a:ext cx="6235700" cy="1771650"/>
        </p:xfrm>
        <a:graphic>
          <a:graphicData uri="http://schemas.openxmlformats.org/presentationml/2006/ole">
            <mc:AlternateContent xmlns:mc="http://schemas.openxmlformats.org/markup-compatibility/2006">
              <mc:Choice xmlns:v="urn:schemas-microsoft-com:vml" Requires="v">
                <p:oleObj spid="_x0000_s327685" name="公式" r:id="rId3" imgW="2857320" imgH="1079280" progId="Equation.3">
                  <p:embed/>
                </p:oleObj>
              </mc:Choice>
              <mc:Fallback>
                <p:oleObj name="公式" r:id="rId3" imgW="2857320" imgH="1079280" progId="Equation.3">
                  <p:embed/>
                  <p:pic>
                    <p:nvPicPr>
                      <p:cNvPr id="47109" name="Object 4"/>
                      <p:cNvPicPr>
                        <a:picLocks noChangeAspect="1" noChangeArrowheads="1"/>
                      </p:cNvPicPr>
                      <p:nvPr/>
                    </p:nvPicPr>
                    <p:blipFill>
                      <a:blip r:embed="rId4"/>
                      <a:srcRect/>
                      <a:stretch>
                        <a:fillRect/>
                      </a:stretch>
                    </p:blipFill>
                    <p:spPr bwMode="auto">
                      <a:xfrm>
                        <a:off x="1530350" y="1839913"/>
                        <a:ext cx="6235700" cy="177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圆角矩形标注 1"/>
          <p:cNvSpPr/>
          <p:nvPr/>
        </p:nvSpPr>
        <p:spPr>
          <a:xfrm>
            <a:off x="1907704" y="4299942"/>
            <a:ext cx="1296144" cy="720080"/>
          </a:xfrm>
          <a:prstGeom prst="wedgeRoundRectCallout">
            <a:avLst>
              <a:gd name="adj1" fmla="val -11539"/>
              <a:gd name="adj2" fmla="val -14128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rgbClr val="FF0066"/>
                </a:solidFill>
                <a:latin typeface="宋体" pitchFamily="2" charset="-122"/>
              </a:rPr>
              <a:t>驻波</a:t>
            </a:r>
            <a:endParaRPr lang="zh-CN" altLang="en-US" sz="2800" b="1" dirty="0">
              <a:solidFill>
                <a:srgbClr val="FF0066"/>
              </a:solidFill>
            </a:endParaRPr>
          </a:p>
        </p:txBody>
      </p:sp>
    </p:spTree>
    <p:extLst>
      <p:ext uri="{BB962C8B-B14F-4D97-AF65-F5344CB8AC3E}">
        <p14:creationId xmlns:p14="http://schemas.microsoft.com/office/powerpoint/2010/main" val="41562211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defRPr/>
            </a:pPr>
            <a:r>
              <a:rPr lang="en-US" altLang="zh-CN" smtClean="0"/>
              <a:t> </a:t>
            </a:r>
          </a:p>
        </p:txBody>
      </p:sp>
      <p:sp>
        <p:nvSpPr>
          <p:cNvPr id="48131" name="Rectangle 3" descr="Rectangle: Click to edit Master text styles&#10;Second level&#10;Third level&#10;Fourth level&#10;Fifth level"/>
          <p:cNvSpPr>
            <a:spLocks noGrp="1" noChangeArrowheads="1"/>
          </p:cNvSpPr>
          <p:nvPr>
            <p:ph type="body" idx="1"/>
          </p:nvPr>
        </p:nvSpPr>
        <p:spPr>
          <a:xfrm>
            <a:off x="685800" y="1143000"/>
            <a:ext cx="7772400" cy="3086100"/>
          </a:xfrm>
        </p:spPr>
        <p:txBody>
          <a:bodyPr/>
          <a:lstStyle/>
          <a:p>
            <a:pPr eaLnBrk="1" hangingPunct="1"/>
            <a:r>
              <a:rPr lang="en-US" altLang="zh-CN" dirty="0" smtClean="0">
                <a:latin typeface="宋体" pitchFamily="2" charset="-122"/>
              </a:rPr>
              <a:t>    </a:t>
            </a:r>
            <a:r>
              <a:rPr lang="zh-CN" altLang="en-US" dirty="0" smtClean="0">
                <a:latin typeface="宋体" pitchFamily="2" charset="-122"/>
              </a:rPr>
              <a:t>将式（</a:t>
            </a:r>
            <a:r>
              <a:rPr lang="en-US" altLang="zh-CN" dirty="0" smtClean="0">
                <a:latin typeface="宋体" pitchFamily="2" charset="-122"/>
              </a:rPr>
              <a:t>4.72</a:t>
            </a:r>
            <a:r>
              <a:rPr lang="zh-CN" altLang="en-US" dirty="0" smtClean="0">
                <a:latin typeface="宋体" pitchFamily="2" charset="-122"/>
              </a:rPr>
              <a:t>）和（</a:t>
            </a:r>
            <a:r>
              <a:rPr lang="en-US" altLang="zh-CN" dirty="0" smtClean="0">
                <a:latin typeface="宋体" pitchFamily="2" charset="-122"/>
              </a:rPr>
              <a:t>4.73</a:t>
            </a:r>
            <a:r>
              <a:rPr lang="zh-CN" altLang="en-US" dirty="0" smtClean="0">
                <a:latin typeface="宋体" pitchFamily="2" charset="-122"/>
              </a:rPr>
              <a:t>）写成瞬时值形式，为</a:t>
            </a:r>
          </a:p>
        </p:txBody>
      </p:sp>
      <p:sp>
        <p:nvSpPr>
          <p:cNvPr id="48132" name="Rectangle 5"/>
          <p:cNvSpPr>
            <a:spLocks noChangeArrowheads="1"/>
          </p:cNvSpPr>
          <p:nvPr/>
        </p:nvSpPr>
        <p:spPr bwMode="auto">
          <a:xfrm>
            <a:off x="0" y="211205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48133" name="Object 4"/>
          <p:cNvGraphicFramePr>
            <a:graphicFrameLocks noChangeAspect="1"/>
          </p:cNvGraphicFramePr>
          <p:nvPr/>
        </p:nvGraphicFramePr>
        <p:xfrm>
          <a:off x="1981200" y="2114551"/>
          <a:ext cx="4876800" cy="451247"/>
        </p:xfrm>
        <a:graphic>
          <a:graphicData uri="http://schemas.openxmlformats.org/presentationml/2006/ole">
            <mc:AlternateContent xmlns:mc="http://schemas.openxmlformats.org/markup-compatibility/2006">
              <mc:Choice xmlns:v="urn:schemas-microsoft-com:vml" Requires="v">
                <p:oleObj spid="_x0000_s328712" name="公式" r:id="rId3" imgW="1943100" imgH="241300" progId="Equation.3">
                  <p:embed/>
                </p:oleObj>
              </mc:Choice>
              <mc:Fallback>
                <p:oleObj name="公式" r:id="rId3" imgW="1943100" imgH="241300" progId="Equation.3">
                  <p:embed/>
                  <p:pic>
                    <p:nvPicPr>
                      <p:cNvPr id="4813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114551"/>
                        <a:ext cx="4876800" cy="4512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4" name="Rectangle 7"/>
          <p:cNvSpPr>
            <a:spLocks noChangeArrowheads="1"/>
          </p:cNvSpPr>
          <p:nvPr/>
        </p:nvSpPr>
        <p:spPr bwMode="auto">
          <a:xfrm>
            <a:off x="0" y="19334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48135" name="Object 6"/>
          <p:cNvGraphicFramePr>
            <a:graphicFrameLocks noChangeAspect="1"/>
          </p:cNvGraphicFramePr>
          <p:nvPr/>
        </p:nvGraphicFramePr>
        <p:xfrm>
          <a:off x="1981200" y="2743201"/>
          <a:ext cx="4699000" cy="765572"/>
        </p:xfrm>
        <a:graphic>
          <a:graphicData uri="http://schemas.openxmlformats.org/presentationml/2006/ole">
            <mc:AlternateContent xmlns:mc="http://schemas.openxmlformats.org/markup-compatibility/2006">
              <mc:Choice xmlns:v="urn:schemas-microsoft-com:vml" Requires="v">
                <p:oleObj spid="_x0000_s328713" name="公式" r:id="rId5" imgW="2057400" imgH="444500" progId="Equation.3">
                  <p:embed/>
                </p:oleObj>
              </mc:Choice>
              <mc:Fallback>
                <p:oleObj name="公式" r:id="rId5" imgW="2057400" imgH="444500" progId="Equation.3">
                  <p:embed/>
                  <p:pic>
                    <p:nvPicPr>
                      <p:cNvPr id="4813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2743201"/>
                        <a:ext cx="4699000" cy="7655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502081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7704" y="2255738"/>
            <a:ext cx="4762500" cy="1590675"/>
          </a:xfrm>
        </p:spPr>
      </p:pic>
      <p:sp>
        <p:nvSpPr>
          <p:cNvPr id="5" name="矩形 4"/>
          <p:cNvSpPr/>
          <p:nvPr/>
        </p:nvSpPr>
        <p:spPr>
          <a:xfrm>
            <a:off x="5148064" y="3651870"/>
            <a:ext cx="2016224" cy="504056"/>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 name="矩形 5"/>
          <p:cNvSpPr/>
          <p:nvPr/>
        </p:nvSpPr>
        <p:spPr>
          <a:xfrm>
            <a:off x="827584" y="798116"/>
            <a:ext cx="2348720" cy="1384995"/>
          </a:xfrm>
          <a:prstGeom prst="rect">
            <a:avLst/>
          </a:prstGeom>
        </p:spPr>
        <p:txBody>
          <a:bodyPr wrap="none">
            <a:spAutoFit/>
          </a:bodyPr>
          <a:lstStyle/>
          <a:p>
            <a:r>
              <a:rPr lang="zh-CN" altLang="en-US" sz="2800" b="1" dirty="0" smtClean="0">
                <a:solidFill>
                  <a:schemeClr val="bg2">
                    <a:lumMod val="60000"/>
                    <a:lumOff val="40000"/>
                  </a:schemeClr>
                </a:solidFill>
                <a:latin typeface="宋体" pitchFamily="2" charset="-122"/>
              </a:rPr>
              <a:t>入射波：蓝色</a:t>
            </a:r>
            <a:endParaRPr lang="en-US" altLang="zh-CN" sz="2800" b="1" dirty="0" smtClean="0">
              <a:solidFill>
                <a:schemeClr val="bg2">
                  <a:lumMod val="60000"/>
                  <a:lumOff val="40000"/>
                </a:schemeClr>
              </a:solidFill>
              <a:latin typeface="宋体" pitchFamily="2" charset="-122"/>
            </a:endParaRPr>
          </a:p>
          <a:p>
            <a:r>
              <a:rPr lang="zh-CN" altLang="en-US" sz="2800" b="1" dirty="0">
                <a:solidFill>
                  <a:srgbClr val="9E25A7"/>
                </a:solidFill>
                <a:latin typeface="宋体" pitchFamily="2" charset="-122"/>
              </a:rPr>
              <a:t>发射</a:t>
            </a:r>
            <a:r>
              <a:rPr lang="zh-CN" altLang="en-US" sz="2800" b="1" dirty="0" smtClean="0">
                <a:solidFill>
                  <a:srgbClr val="9E25A7"/>
                </a:solidFill>
                <a:latin typeface="宋体" pitchFamily="2" charset="-122"/>
              </a:rPr>
              <a:t>波：橙色</a:t>
            </a:r>
            <a:endParaRPr lang="en-US" altLang="zh-CN" sz="2800" b="1" dirty="0" smtClean="0">
              <a:solidFill>
                <a:srgbClr val="9E25A7"/>
              </a:solidFill>
              <a:latin typeface="宋体" pitchFamily="2" charset="-122"/>
            </a:endParaRPr>
          </a:p>
          <a:p>
            <a:r>
              <a:rPr lang="zh-CN" altLang="en-US" sz="2800" b="1" dirty="0">
                <a:solidFill>
                  <a:schemeClr val="bg2">
                    <a:lumMod val="50000"/>
                  </a:schemeClr>
                </a:solidFill>
                <a:latin typeface="宋体" pitchFamily="2" charset="-122"/>
              </a:rPr>
              <a:t>合成</a:t>
            </a:r>
            <a:r>
              <a:rPr lang="zh-CN" altLang="en-US" sz="2800" b="1" dirty="0" smtClean="0">
                <a:solidFill>
                  <a:schemeClr val="bg2">
                    <a:lumMod val="50000"/>
                  </a:schemeClr>
                </a:solidFill>
                <a:latin typeface="宋体" pitchFamily="2" charset="-122"/>
              </a:rPr>
              <a:t>波：黑色</a:t>
            </a:r>
            <a:endParaRPr lang="zh-CN" altLang="en-US" sz="2800" b="1" dirty="0">
              <a:solidFill>
                <a:schemeClr val="bg2">
                  <a:lumMod val="50000"/>
                </a:schemeClr>
              </a:solidFill>
            </a:endParaRPr>
          </a:p>
        </p:txBody>
      </p:sp>
      <p:cxnSp>
        <p:nvCxnSpPr>
          <p:cNvPr id="8" name="直接连接符 7"/>
          <p:cNvCxnSpPr/>
          <p:nvPr/>
        </p:nvCxnSpPr>
        <p:spPr>
          <a:xfrm>
            <a:off x="1691680" y="3051075"/>
            <a:ext cx="5184576" cy="0"/>
          </a:xfrm>
          <a:prstGeom prst="line">
            <a:avLst/>
          </a:prstGeom>
          <a:ln>
            <a:solidFill>
              <a:schemeClr val="bg2">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898605" y="2866409"/>
            <a:ext cx="301686" cy="369332"/>
          </a:xfrm>
          <a:prstGeom prst="rect">
            <a:avLst/>
          </a:prstGeom>
        </p:spPr>
        <p:txBody>
          <a:bodyPr wrap="none">
            <a:spAutoFit/>
          </a:bodyPr>
          <a:lstStyle/>
          <a:p>
            <a:r>
              <a:rPr lang="en-US" altLang="zh-CN" b="1" dirty="0" smtClean="0">
                <a:solidFill>
                  <a:schemeClr val="bg2">
                    <a:lumMod val="50000"/>
                  </a:schemeClr>
                </a:solidFill>
                <a:latin typeface="宋体" pitchFamily="2" charset="-122"/>
              </a:rPr>
              <a:t>z</a:t>
            </a:r>
            <a:endParaRPr lang="zh-CN" altLang="en-US" dirty="0"/>
          </a:p>
        </p:txBody>
      </p:sp>
      <p:cxnSp>
        <p:nvCxnSpPr>
          <p:cNvPr id="10" name="直接连接符 9"/>
          <p:cNvCxnSpPr/>
          <p:nvPr/>
        </p:nvCxnSpPr>
        <p:spPr>
          <a:xfrm flipV="1">
            <a:off x="6516216" y="1542875"/>
            <a:ext cx="0" cy="2552676"/>
          </a:xfrm>
          <a:prstGeom prst="line">
            <a:avLst/>
          </a:prstGeom>
          <a:ln>
            <a:solidFill>
              <a:schemeClr val="bg2">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6364247" y="1171795"/>
            <a:ext cx="301686" cy="369332"/>
          </a:xfrm>
          <a:prstGeom prst="rect">
            <a:avLst/>
          </a:prstGeom>
        </p:spPr>
        <p:txBody>
          <a:bodyPr wrap="none">
            <a:spAutoFit/>
          </a:bodyPr>
          <a:lstStyle/>
          <a:p>
            <a:r>
              <a:rPr lang="en-US" altLang="zh-CN" b="1" dirty="0" smtClean="0">
                <a:solidFill>
                  <a:schemeClr val="bg2">
                    <a:lumMod val="50000"/>
                  </a:schemeClr>
                </a:solidFill>
                <a:latin typeface="宋体" pitchFamily="2" charset="-122"/>
              </a:rPr>
              <a:t>x</a:t>
            </a:r>
            <a:endParaRPr lang="zh-CN" altLang="en-US" dirty="0"/>
          </a:p>
        </p:txBody>
      </p:sp>
    </p:spTree>
    <p:extLst>
      <p:ext uri="{BB962C8B-B14F-4D97-AF65-F5344CB8AC3E}">
        <p14:creationId xmlns:p14="http://schemas.microsoft.com/office/powerpoint/2010/main" val="2896559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4"/>
          <p:cNvSpPr>
            <a:spLocks noGrp="1" noChangeArrowheads="1"/>
          </p:cNvSpPr>
          <p:nvPr>
            <p:ph type="title"/>
          </p:nvPr>
        </p:nvSpPr>
        <p:spPr/>
        <p:txBody>
          <a:bodyPr/>
          <a:lstStyle/>
          <a:p>
            <a:pPr eaLnBrk="1" hangingPunct="1">
              <a:defRPr/>
            </a:pPr>
            <a:r>
              <a:rPr lang="en-US" altLang="zh-CN" dirty="0" smtClean="0"/>
              <a:t> </a:t>
            </a:r>
          </a:p>
        </p:txBody>
      </p:sp>
      <p:graphicFrame>
        <p:nvGraphicFramePr>
          <p:cNvPr id="49155" name="Object 3"/>
          <p:cNvGraphicFramePr>
            <a:graphicFrameLocks noGrp="1" noChangeAspect="1"/>
          </p:cNvGraphicFramePr>
          <p:nvPr>
            <p:ph idx="1"/>
          </p:nvPr>
        </p:nvGraphicFramePr>
        <p:xfrm>
          <a:off x="838200" y="1085850"/>
          <a:ext cx="7772400" cy="2482454"/>
        </p:xfrm>
        <a:graphic>
          <a:graphicData uri="http://schemas.openxmlformats.org/presentationml/2006/ole">
            <mc:AlternateContent xmlns:mc="http://schemas.openxmlformats.org/markup-compatibility/2006">
              <mc:Choice xmlns:v="urn:schemas-microsoft-com:vml" Requires="v">
                <p:oleObj spid="_x0000_s329733" r:id="rId3" imgW="26476190" imgH="11276190" progId="">
                  <p:embed/>
                </p:oleObj>
              </mc:Choice>
              <mc:Fallback>
                <p:oleObj r:id="rId3" imgW="26476190" imgH="11276190" progId="">
                  <p:embed/>
                  <p:pic>
                    <p:nvPicPr>
                      <p:cNvPr id="49155"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085850"/>
                        <a:ext cx="7772400" cy="24824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56" name="Rectangle 6"/>
          <p:cNvSpPr>
            <a:spLocks noChangeArrowheads="1"/>
          </p:cNvSpPr>
          <p:nvPr/>
        </p:nvSpPr>
        <p:spPr bwMode="auto">
          <a:xfrm>
            <a:off x="2209800" y="3883968"/>
            <a:ext cx="52950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en-US" altLang="zh-CN" sz="2400" b="1" dirty="0">
                <a:solidFill>
                  <a:srgbClr val="000000"/>
                </a:solidFill>
                <a:latin typeface="宋体" pitchFamily="2" charset="-122"/>
              </a:rPr>
              <a:t> </a:t>
            </a:r>
            <a:r>
              <a:rPr lang="zh-CN" altLang="en-US" sz="2400" b="1" dirty="0">
                <a:solidFill>
                  <a:srgbClr val="000000"/>
                </a:solidFill>
                <a:latin typeface="宋体" pitchFamily="2" charset="-122"/>
              </a:rPr>
              <a:t>图</a:t>
            </a:r>
            <a:r>
              <a:rPr lang="en-US" altLang="zh-CN" sz="2400" b="1" dirty="0">
                <a:solidFill>
                  <a:srgbClr val="000000"/>
                </a:solidFill>
                <a:latin typeface="宋体" pitchFamily="2" charset="-122"/>
              </a:rPr>
              <a:t>4.11  </a:t>
            </a:r>
            <a:r>
              <a:rPr lang="zh-CN" altLang="en-US" sz="2400" b="1" dirty="0">
                <a:solidFill>
                  <a:srgbClr val="000000"/>
                </a:solidFill>
                <a:latin typeface="宋体" pitchFamily="2" charset="-122"/>
              </a:rPr>
              <a:t>驻波电场和磁场的时空关系</a:t>
            </a:r>
          </a:p>
        </p:txBody>
      </p:sp>
      <p:sp>
        <p:nvSpPr>
          <p:cNvPr id="3" name="矩形标注 2"/>
          <p:cNvSpPr/>
          <p:nvPr/>
        </p:nvSpPr>
        <p:spPr>
          <a:xfrm>
            <a:off x="2267744" y="483518"/>
            <a:ext cx="1224136" cy="761206"/>
          </a:xfrm>
          <a:prstGeom prst="wedgeRectCallout">
            <a:avLst>
              <a:gd name="adj1" fmla="val -29779"/>
              <a:gd name="adj2" fmla="val 159607"/>
            </a:avLst>
          </a:prstGeom>
          <a:solidFill>
            <a:schemeClr val="tx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2">
                    <a:lumMod val="50000"/>
                  </a:schemeClr>
                </a:solidFill>
              </a:rPr>
              <a:t>电场波节点</a:t>
            </a:r>
            <a:endParaRPr lang="zh-CN" altLang="en-US" sz="2400" b="1" dirty="0">
              <a:solidFill>
                <a:schemeClr val="bg2">
                  <a:lumMod val="50000"/>
                </a:schemeClr>
              </a:solidFill>
            </a:endParaRPr>
          </a:p>
        </p:txBody>
      </p:sp>
      <p:sp>
        <p:nvSpPr>
          <p:cNvPr id="7" name="矩形标注 6"/>
          <p:cNvSpPr/>
          <p:nvPr/>
        </p:nvSpPr>
        <p:spPr>
          <a:xfrm>
            <a:off x="395536" y="102915"/>
            <a:ext cx="1224136" cy="761206"/>
          </a:xfrm>
          <a:prstGeom prst="wedgeRectCallout">
            <a:avLst>
              <a:gd name="adj1" fmla="val 69967"/>
              <a:gd name="adj2" fmla="val 1337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2">
                    <a:lumMod val="50000"/>
                  </a:schemeClr>
                </a:solidFill>
              </a:rPr>
              <a:t>电场波腹点</a:t>
            </a:r>
            <a:endParaRPr lang="zh-CN" altLang="en-US" sz="2400" b="1" dirty="0">
              <a:solidFill>
                <a:schemeClr val="bg2">
                  <a:lumMod val="50000"/>
                </a:schemeClr>
              </a:solidFill>
            </a:endParaRPr>
          </a:p>
        </p:txBody>
      </p:sp>
      <p:sp>
        <p:nvSpPr>
          <p:cNvPr id="8" name="矩形标注 7"/>
          <p:cNvSpPr/>
          <p:nvPr/>
        </p:nvSpPr>
        <p:spPr>
          <a:xfrm>
            <a:off x="6804248" y="514400"/>
            <a:ext cx="1224136" cy="761206"/>
          </a:xfrm>
          <a:prstGeom prst="wedgeRectCallout">
            <a:avLst>
              <a:gd name="adj1" fmla="val -29779"/>
              <a:gd name="adj2" fmla="val 159607"/>
            </a:avLst>
          </a:prstGeom>
          <a:solidFill>
            <a:schemeClr val="tx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rgbClr val="C00000"/>
                </a:solidFill>
              </a:rPr>
              <a:t>磁场波节点</a:t>
            </a:r>
            <a:endParaRPr lang="zh-CN" altLang="en-US" sz="2400" b="1" dirty="0">
              <a:solidFill>
                <a:srgbClr val="C00000"/>
              </a:solidFill>
            </a:endParaRPr>
          </a:p>
        </p:txBody>
      </p:sp>
      <p:sp>
        <p:nvSpPr>
          <p:cNvPr id="9" name="矩形标注 8"/>
          <p:cNvSpPr/>
          <p:nvPr/>
        </p:nvSpPr>
        <p:spPr>
          <a:xfrm>
            <a:off x="4932040" y="133797"/>
            <a:ext cx="1224136" cy="761206"/>
          </a:xfrm>
          <a:prstGeom prst="wedgeRectCallout">
            <a:avLst>
              <a:gd name="adj1" fmla="val 69967"/>
              <a:gd name="adj2" fmla="val 1337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rgbClr val="C00000"/>
                </a:solidFill>
              </a:rPr>
              <a:t>磁场波腹点</a:t>
            </a:r>
            <a:endParaRPr lang="zh-CN" altLang="en-US" sz="2400" b="1" dirty="0">
              <a:solidFill>
                <a:srgbClr val="C00000"/>
              </a:solidFill>
            </a:endParaRPr>
          </a:p>
        </p:txBody>
      </p:sp>
      <p:sp>
        <p:nvSpPr>
          <p:cNvPr id="4" name="TextBox 3"/>
          <p:cNvSpPr txBox="1"/>
          <p:nvPr/>
        </p:nvSpPr>
        <p:spPr>
          <a:xfrm>
            <a:off x="1259632" y="4515966"/>
            <a:ext cx="3096344" cy="461665"/>
          </a:xfrm>
          <a:prstGeom prst="rect">
            <a:avLst/>
          </a:prstGeom>
          <a:noFill/>
        </p:spPr>
        <p:txBody>
          <a:bodyPr wrap="square" rtlCol="0">
            <a:spAutoFit/>
          </a:bodyPr>
          <a:lstStyle/>
          <a:p>
            <a:r>
              <a:rPr lang="zh-CN" altLang="en-US" sz="2400" b="1" dirty="0" smtClean="0"/>
              <a:t>波节点又称波谷点</a:t>
            </a:r>
            <a:endParaRPr lang="zh-CN" altLang="en-US" sz="2400" b="1" dirty="0"/>
          </a:p>
        </p:txBody>
      </p:sp>
    </p:spTree>
    <p:extLst>
      <p:ext uri="{BB962C8B-B14F-4D97-AF65-F5344CB8AC3E}">
        <p14:creationId xmlns:p14="http://schemas.microsoft.com/office/powerpoint/2010/main" val="40136926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对理想导体的垂直入射性质</a:t>
            </a:r>
            <a:endParaRPr lang="zh-CN" altLang="en-US" dirty="0"/>
          </a:p>
        </p:txBody>
      </p:sp>
      <p:sp>
        <p:nvSpPr>
          <p:cNvPr id="3" name="内容占位符 2"/>
          <p:cNvSpPr>
            <a:spLocks noGrp="1"/>
          </p:cNvSpPr>
          <p:nvPr>
            <p:ph idx="1"/>
          </p:nvPr>
        </p:nvSpPr>
        <p:spPr/>
        <p:txBody>
          <a:bodyPr/>
          <a:lstStyle/>
          <a:p>
            <a:pPr marL="457200" indent="-457200">
              <a:buFont typeface="Wingdings" panose="05000000000000000000" pitchFamily="2" charset="2"/>
              <a:buChar char="Ø"/>
            </a:pPr>
            <a:r>
              <a:rPr lang="zh-CN" altLang="en-US" dirty="0" smtClean="0"/>
              <a:t>合成波是</a:t>
            </a:r>
            <a:r>
              <a:rPr lang="zh-CN" altLang="en-US" dirty="0" smtClean="0">
                <a:solidFill>
                  <a:srgbClr val="C00000"/>
                </a:solidFill>
              </a:rPr>
              <a:t>驻波</a:t>
            </a:r>
            <a:r>
              <a:rPr lang="zh-CN" altLang="en-US" dirty="0" smtClean="0"/>
              <a:t>；</a:t>
            </a:r>
            <a:endParaRPr lang="en-US" altLang="zh-CN" dirty="0" smtClean="0"/>
          </a:p>
          <a:p>
            <a:pPr marL="457200" indent="-457200">
              <a:buFont typeface="Wingdings" panose="05000000000000000000" pitchFamily="2" charset="2"/>
              <a:buChar char="Ø"/>
            </a:pPr>
            <a:r>
              <a:rPr lang="zh-CN" altLang="en-US" dirty="0" smtClean="0"/>
              <a:t>波节点间</a:t>
            </a:r>
            <a:r>
              <a:rPr lang="zh-CN" altLang="en-US" dirty="0" smtClean="0">
                <a:solidFill>
                  <a:srgbClr val="C00000"/>
                </a:solidFill>
              </a:rPr>
              <a:t>间距</a:t>
            </a:r>
            <a:r>
              <a:rPr lang="el-GR" altLang="zh-CN" dirty="0" smtClean="0">
                <a:solidFill>
                  <a:srgbClr val="C00000"/>
                </a:solidFill>
              </a:rPr>
              <a:t>λ</a:t>
            </a:r>
            <a:r>
              <a:rPr lang="en-US" altLang="zh-CN" dirty="0" smtClean="0">
                <a:solidFill>
                  <a:srgbClr val="C00000"/>
                </a:solidFill>
              </a:rPr>
              <a:t>/2</a:t>
            </a:r>
            <a:r>
              <a:rPr lang="zh-CN" altLang="en-US" dirty="0" smtClean="0"/>
              <a:t>；波腹点</a:t>
            </a:r>
            <a:r>
              <a:rPr lang="zh-CN" altLang="en-US" dirty="0"/>
              <a:t>间间距</a:t>
            </a:r>
            <a:r>
              <a:rPr lang="el-GR" altLang="zh-CN" dirty="0"/>
              <a:t>λ</a:t>
            </a:r>
            <a:r>
              <a:rPr lang="en-US" altLang="zh-CN" dirty="0"/>
              <a:t>/2</a:t>
            </a:r>
            <a:r>
              <a:rPr lang="zh-CN" altLang="en-US" dirty="0" smtClean="0"/>
              <a:t>；</a:t>
            </a:r>
            <a:endParaRPr lang="en-US" altLang="zh-CN" dirty="0" smtClean="0"/>
          </a:p>
          <a:p>
            <a:pPr marL="457200" indent="-457200">
              <a:buFont typeface="Wingdings" panose="05000000000000000000" pitchFamily="2" charset="2"/>
              <a:buChar char="Ø"/>
            </a:pPr>
            <a:r>
              <a:rPr lang="zh-CN" altLang="en-US" dirty="0" smtClean="0"/>
              <a:t>波节点和波腹点间隔错开；</a:t>
            </a:r>
            <a:endParaRPr lang="en-US" altLang="zh-CN" dirty="0" smtClean="0"/>
          </a:p>
          <a:p>
            <a:pPr marL="457200" indent="-457200">
              <a:buFont typeface="Wingdings" panose="05000000000000000000" pitchFamily="2" charset="2"/>
              <a:buChar char="Ø"/>
            </a:pPr>
            <a:r>
              <a:rPr lang="zh-CN" altLang="en-US" dirty="0" smtClean="0"/>
              <a:t>电场波节点是磁场波腹点；</a:t>
            </a:r>
            <a:endParaRPr lang="en-US" altLang="zh-CN" dirty="0" smtClean="0"/>
          </a:p>
          <a:p>
            <a:pPr marL="457200" indent="-457200">
              <a:buFont typeface="Wingdings" panose="05000000000000000000" pitchFamily="2" charset="2"/>
              <a:buChar char="Ø"/>
            </a:pPr>
            <a:r>
              <a:rPr lang="zh-CN" altLang="en-US" dirty="0"/>
              <a:t>分</a:t>
            </a:r>
            <a:r>
              <a:rPr lang="zh-CN" altLang="en-US" dirty="0" smtClean="0"/>
              <a:t>界面是</a:t>
            </a:r>
            <a:r>
              <a:rPr lang="zh-CN" altLang="en-US" dirty="0"/>
              <a:t>电场波节点</a:t>
            </a:r>
          </a:p>
        </p:txBody>
      </p:sp>
    </p:spTree>
    <p:extLst>
      <p:ext uri="{BB962C8B-B14F-4D97-AF65-F5344CB8AC3E}">
        <p14:creationId xmlns:p14="http://schemas.microsoft.com/office/powerpoint/2010/main" val="10169914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在分界面上，磁场有最大值，为了满足边界条件，在导体表面应有面电流密度</a:t>
            </a:r>
            <a:endParaRPr lang="zh-CN" altLang="en-US" dirty="0"/>
          </a:p>
        </p:txBody>
      </p:sp>
      <p:graphicFrame>
        <p:nvGraphicFramePr>
          <p:cNvPr id="4" name="对象 3"/>
          <p:cNvGraphicFramePr>
            <a:graphicFrameLocks noChangeAspect="1"/>
          </p:cNvGraphicFramePr>
          <p:nvPr>
            <p:extLst/>
          </p:nvPr>
        </p:nvGraphicFramePr>
        <p:xfrm>
          <a:off x="414338" y="2897188"/>
          <a:ext cx="6251575" cy="741362"/>
        </p:xfrm>
        <a:graphic>
          <a:graphicData uri="http://schemas.openxmlformats.org/presentationml/2006/ole">
            <mc:AlternateContent xmlns:mc="http://schemas.openxmlformats.org/markup-compatibility/2006">
              <mc:Choice xmlns:v="urn:schemas-microsoft-com:vml" Requires="v">
                <p:oleObj spid="_x0000_s330757" name="公式" r:id="rId3" imgW="2857320" imgH="444240" progId="Equation.3">
                  <p:embed/>
                </p:oleObj>
              </mc:Choice>
              <mc:Fallback>
                <p:oleObj name="公式" r:id="rId3" imgW="2857320" imgH="444240" progId="Equation.3">
                  <p:embed/>
                  <p:pic>
                    <p:nvPicPr>
                      <p:cNvPr id="4" name="对象 3"/>
                      <p:cNvPicPr>
                        <a:picLocks noChangeAspect="1" noChangeArrowheads="1"/>
                      </p:cNvPicPr>
                      <p:nvPr/>
                    </p:nvPicPr>
                    <p:blipFill>
                      <a:blip r:embed="rId4"/>
                      <a:srcRect/>
                      <a:stretch>
                        <a:fillRect/>
                      </a:stretch>
                    </p:blipFill>
                    <p:spPr bwMode="auto">
                      <a:xfrm>
                        <a:off x="414338" y="2897188"/>
                        <a:ext cx="6251575"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979484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288032" y="411510"/>
            <a:ext cx="8532440" cy="857250"/>
          </a:xfrm>
        </p:spPr>
        <p:txBody>
          <a:bodyPr/>
          <a:lstStyle/>
          <a:p>
            <a:pPr eaLnBrk="1" hangingPunct="1"/>
            <a:r>
              <a:rPr lang="en-US" altLang="zh-CN" dirty="0" smtClean="0">
                <a:solidFill>
                  <a:schemeClr val="bg2"/>
                </a:solidFill>
                <a:effectLst/>
                <a:latin typeface="隶书" pitchFamily="49" charset="-122"/>
                <a:ea typeface="隶书" pitchFamily="49" charset="-122"/>
              </a:rPr>
              <a:t>4.4.2   </a:t>
            </a:r>
            <a:r>
              <a:rPr lang="zh-CN" altLang="en-US" dirty="0" smtClean="0">
                <a:solidFill>
                  <a:schemeClr val="bg2"/>
                </a:solidFill>
                <a:effectLst/>
                <a:latin typeface="隶书" pitchFamily="49" charset="-122"/>
                <a:ea typeface="隶书" pitchFamily="49" charset="-122"/>
              </a:rPr>
              <a:t>对理想介质平面的垂直入射</a:t>
            </a:r>
          </a:p>
        </p:txBody>
      </p:sp>
      <p:sp>
        <p:nvSpPr>
          <p:cNvPr id="50179" name="Rectangle 3" descr="Rectangle: Click to edit Master text styles&#10;Second level&#10;Third level&#10;Fourth level&#10;Fifth level"/>
          <p:cNvSpPr>
            <a:spLocks noGrp="1" noChangeArrowheads="1"/>
          </p:cNvSpPr>
          <p:nvPr>
            <p:ph type="body" idx="1"/>
          </p:nvPr>
        </p:nvSpPr>
        <p:spPr/>
        <p:txBody>
          <a:bodyPr/>
          <a:lstStyle/>
          <a:p>
            <a:pPr eaLnBrk="1" hangingPunct="1"/>
            <a:r>
              <a:rPr lang="en-US" altLang="zh-CN" smtClean="0"/>
              <a:t> </a:t>
            </a:r>
          </a:p>
        </p:txBody>
      </p:sp>
      <p:sp>
        <p:nvSpPr>
          <p:cNvPr id="4" name="Rectangle 4"/>
          <p:cNvSpPr txBox="1">
            <a:spLocks noChangeArrowheads="1"/>
          </p:cNvSpPr>
          <p:nvPr/>
        </p:nvSpPr>
        <p:spPr bwMode="auto">
          <a:xfrm>
            <a:off x="609600" y="845839"/>
            <a:ext cx="77724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b="1" kern="1200">
                <a:solidFill>
                  <a:srgbClr val="0000FF"/>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ahoma" panose="020B0604030504040204" pitchFamily="34" charset="0"/>
              </a:defRPr>
            </a:lvl2pPr>
            <a:lvl3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ahoma" panose="020B0604030504040204" pitchFamily="34" charset="0"/>
              </a:defRPr>
            </a:lvl3pPr>
            <a:lvl4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ahoma" panose="020B0604030504040204" pitchFamily="34" charset="0"/>
              </a:defRPr>
            </a:lvl4pPr>
            <a:lvl5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ahoma" panose="020B0604030504040204" pitchFamily="34" charset="0"/>
              </a:defRPr>
            </a:lvl5pPr>
            <a:lvl6pPr marL="457200" algn="l" rtl="0" fontAlgn="base">
              <a:spcBef>
                <a:spcPct val="0"/>
              </a:spcBef>
              <a:spcAft>
                <a:spcPct val="0"/>
              </a:spcAft>
              <a:defRPr sz="4000" b="1">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ahoma" panose="020B0604030504040204" pitchFamily="34" charset="0"/>
              </a:defRPr>
            </a:lvl6pPr>
            <a:lvl7pPr marL="914400" algn="l" rtl="0" fontAlgn="base">
              <a:spcBef>
                <a:spcPct val="0"/>
              </a:spcBef>
              <a:spcAft>
                <a:spcPct val="0"/>
              </a:spcAft>
              <a:defRPr sz="4000" b="1">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ahoma" panose="020B0604030504040204" pitchFamily="34" charset="0"/>
              </a:defRPr>
            </a:lvl7pPr>
            <a:lvl8pPr marL="1371600" algn="l" rtl="0" fontAlgn="base">
              <a:spcBef>
                <a:spcPct val="0"/>
              </a:spcBef>
              <a:spcAft>
                <a:spcPct val="0"/>
              </a:spcAft>
              <a:defRPr sz="4000" b="1">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ahoma" panose="020B0604030504040204" pitchFamily="34" charset="0"/>
              </a:defRPr>
            </a:lvl8pPr>
            <a:lvl9pPr marL="1828800" algn="l" rtl="0" fontAlgn="base">
              <a:spcBef>
                <a:spcPct val="0"/>
              </a:spcBef>
              <a:spcAft>
                <a:spcPct val="0"/>
              </a:spcAft>
              <a:defRPr sz="4000" b="1">
                <a:solidFill>
                  <a:srgbClr val="0000FF"/>
                </a:solidFill>
                <a:effectLst>
                  <a:outerShdw blurRad="38100" dist="38100" dir="2700000" algn="tl">
                    <a:srgbClr val="C0C0C0"/>
                  </a:outerShdw>
                </a:effectLst>
                <a:latin typeface="华文新魏" panose="02010800040101010101" pitchFamily="2" charset="-122"/>
                <a:ea typeface="华文新魏" panose="02010800040101010101" pitchFamily="2" charset="-122"/>
                <a:cs typeface="Tahoma" panose="020B0604030504040204" pitchFamily="34" charset="0"/>
              </a:defRPr>
            </a:lvl9pPr>
          </a:lstStyle>
          <a:p>
            <a:pPr eaLnBrk="1" hangingPunct="1">
              <a:defRPr/>
            </a:pPr>
            <a:r>
              <a:rPr lang="en-US" altLang="zh-CN" smtClean="0"/>
              <a:t> </a:t>
            </a:r>
          </a:p>
        </p:txBody>
      </p:sp>
      <p:graphicFrame>
        <p:nvGraphicFramePr>
          <p:cNvPr id="5" name="Object 3"/>
          <p:cNvGraphicFramePr>
            <a:graphicFrameLocks noChangeAspect="1"/>
          </p:cNvGraphicFramePr>
          <p:nvPr>
            <p:extLst/>
          </p:nvPr>
        </p:nvGraphicFramePr>
        <p:xfrm>
          <a:off x="685800" y="1417340"/>
          <a:ext cx="7772400" cy="2794397"/>
        </p:xfrm>
        <a:graphic>
          <a:graphicData uri="http://schemas.openxmlformats.org/presentationml/2006/ole">
            <mc:AlternateContent xmlns:mc="http://schemas.openxmlformats.org/markup-compatibility/2006">
              <mc:Choice xmlns:v="urn:schemas-microsoft-com:vml" Requires="v">
                <p:oleObj spid="_x0000_s331781" r:id="rId3" imgW="20266667" imgH="9714286" progId="">
                  <p:embed/>
                </p:oleObj>
              </mc:Choice>
              <mc:Fallback>
                <p:oleObj r:id="rId3" imgW="20266667" imgH="9714286" progId="">
                  <p:embed/>
                  <p:pic>
                    <p:nvPicPr>
                      <p:cNvPr id="5"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417340"/>
                        <a:ext cx="7772400" cy="27943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6"/>
          <p:cNvSpPr>
            <a:spLocks noChangeArrowheads="1"/>
          </p:cNvSpPr>
          <p:nvPr/>
        </p:nvSpPr>
        <p:spPr bwMode="auto">
          <a:xfrm>
            <a:off x="1371601" y="4558357"/>
            <a:ext cx="68435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en-US" altLang="zh-CN" sz="2400" b="1" dirty="0">
                <a:solidFill>
                  <a:srgbClr val="000000"/>
                </a:solidFill>
                <a:latin typeface="宋体" pitchFamily="2" charset="-122"/>
              </a:rPr>
              <a:t>  </a:t>
            </a:r>
            <a:r>
              <a:rPr lang="zh-CN" altLang="en-US" sz="2400" b="1" dirty="0">
                <a:solidFill>
                  <a:srgbClr val="000000"/>
                </a:solidFill>
                <a:latin typeface="宋体" pitchFamily="2" charset="-122"/>
              </a:rPr>
              <a:t>图</a:t>
            </a:r>
            <a:r>
              <a:rPr lang="en-US" altLang="zh-CN" sz="2400" b="1" dirty="0">
                <a:solidFill>
                  <a:srgbClr val="000000"/>
                </a:solidFill>
                <a:latin typeface="宋体" pitchFamily="2" charset="-122"/>
              </a:rPr>
              <a:t>4.12  </a:t>
            </a:r>
            <a:r>
              <a:rPr lang="zh-CN" altLang="en-US" sz="2400" b="1" dirty="0">
                <a:solidFill>
                  <a:srgbClr val="000000"/>
                </a:solidFill>
                <a:latin typeface="宋体" pitchFamily="2" charset="-122"/>
              </a:rPr>
              <a:t>均匀平面波向理想介质平面垂直入射 </a:t>
            </a:r>
          </a:p>
        </p:txBody>
      </p:sp>
    </p:spTree>
    <p:extLst>
      <p:ext uri="{BB962C8B-B14F-4D97-AF65-F5344CB8AC3E}">
        <p14:creationId xmlns:p14="http://schemas.microsoft.com/office/powerpoint/2010/main" val="26039179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nvPr>
        </p:nvGraphicFramePr>
        <p:xfrm>
          <a:off x="1211263" y="1018555"/>
          <a:ext cx="2687637" cy="473075"/>
        </p:xfrm>
        <a:graphic>
          <a:graphicData uri="http://schemas.openxmlformats.org/presentationml/2006/ole">
            <mc:AlternateContent xmlns:mc="http://schemas.openxmlformats.org/markup-compatibility/2006">
              <mc:Choice xmlns:v="urn:schemas-microsoft-com:vml" Requires="v">
                <p:oleObj spid="_x0000_s332820" name="公式" r:id="rId3" imgW="1066680" imgH="253800" progId="Equation.3">
                  <p:embed/>
                </p:oleObj>
              </mc:Choice>
              <mc:Fallback>
                <p:oleObj name="公式" r:id="rId3" imgW="1066680" imgH="253800" progId="Equation.3">
                  <p:embed/>
                  <p:pic>
                    <p:nvPicPr>
                      <p:cNvPr id="4" name="对象 3"/>
                      <p:cNvPicPr>
                        <a:picLocks noChangeAspect="1" noChangeArrowheads="1"/>
                      </p:cNvPicPr>
                      <p:nvPr/>
                    </p:nvPicPr>
                    <p:blipFill>
                      <a:blip r:embed="rId4"/>
                      <a:srcRect/>
                      <a:stretch>
                        <a:fillRect/>
                      </a:stretch>
                    </p:blipFill>
                    <p:spPr bwMode="auto">
                      <a:xfrm>
                        <a:off x="1211263" y="1018555"/>
                        <a:ext cx="2687637"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extLst/>
          </p:nvPr>
        </p:nvGraphicFramePr>
        <p:xfrm>
          <a:off x="1196975" y="1624013"/>
          <a:ext cx="2944813" cy="860425"/>
        </p:xfrm>
        <a:graphic>
          <a:graphicData uri="http://schemas.openxmlformats.org/presentationml/2006/ole">
            <mc:AlternateContent xmlns:mc="http://schemas.openxmlformats.org/markup-compatibility/2006">
              <mc:Choice xmlns:v="urn:schemas-microsoft-com:vml" Requires="v">
                <p:oleObj spid="_x0000_s332821" name="公式" r:id="rId5" imgW="1180800" imgH="457200" progId="Equation.3">
                  <p:embed/>
                </p:oleObj>
              </mc:Choice>
              <mc:Fallback>
                <p:oleObj name="公式" r:id="rId5" imgW="1180800" imgH="457200" progId="Equation.3">
                  <p:embed/>
                  <p:pic>
                    <p:nvPicPr>
                      <p:cNvPr id="5" name="对象 4"/>
                      <p:cNvPicPr>
                        <a:picLocks noChangeAspect="1" noChangeArrowheads="1"/>
                      </p:cNvPicPr>
                      <p:nvPr/>
                    </p:nvPicPr>
                    <p:blipFill>
                      <a:blip r:embed="rId6"/>
                      <a:srcRect/>
                      <a:stretch>
                        <a:fillRect/>
                      </a:stretch>
                    </p:blipFill>
                    <p:spPr bwMode="auto">
                      <a:xfrm>
                        <a:off x="1196975" y="1624013"/>
                        <a:ext cx="2944813"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6"/>
          <p:cNvSpPr>
            <a:spLocks noChangeArrowheads="1"/>
          </p:cNvSpPr>
          <p:nvPr/>
        </p:nvSpPr>
        <p:spPr bwMode="auto">
          <a:xfrm>
            <a:off x="107504" y="483518"/>
            <a:ext cx="28167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en-US" altLang="zh-CN" sz="2400" b="1" dirty="0">
                <a:solidFill>
                  <a:srgbClr val="000000"/>
                </a:solidFill>
                <a:latin typeface="宋体" pitchFamily="2" charset="-122"/>
              </a:rPr>
              <a:t>  </a:t>
            </a:r>
            <a:r>
              <a:rPr lang="zh-CN" altLang="en-US" sz="2400" b="1" dirty="0" smtClean="0">
                <a:solidFill>
                  <a:srgbClr val="000000"/>
                </a:solidFill>
                <a:latin typeface="宋体" pitchFamily="2" charset="-122"/>
              </a:rPr>
              <a:t>介质</a:t>
            </a:r>
            <a:r>
              <a:rPr lang="en-US" altLang="zh-CN" sz="2400" b="1" dirty="0" smtClean="0">
                <a:solidFill>
                  <a:srgbClr val="000000"/>
                </a:solidFill>
                <a:latin typeface="宋体" pitchFamily="2" charset="-122"/>
              </a:rPr>
              <a:t>1</a:t>
            </a:r>
            <a:r>
              <a:rPr lang="zh-CN" altLang="en-US" sz="2400" b="1" dirty="0" smtClean="0">
                <a:solidFill>
                  <a:srgbClr val="000000"/>
                </a:solidFill>
                <a:latin typeface="宋体" pitchFamily="2" charset="-122"/>
              </a:rPr>
              <a:t>中，入射波</a:t>
            </a:r>
            <a:endParaRPr lang="zh-CN" altLang="en-US" sz="2400" b="1" dirty="0">
              <a:solidFill>
                <a:srgbClr val="000000"/>
              </a:solidFill>
              <a:latin typeface="宋体" pitchFamily="2" charset="-122"/>
            </a:endParaRPr>
          </a:p>
        </p:txBody>
      </p:sp>
      <p:graphicFrame>
        <p:nvGraphicFramePr>
          <p:cNvPr id="7" name="对象 6"/>
          <p:cNvGraphicFramePr>
            <a:graphicFrameLocks noChangeAspect="1"/>
          </p:cNvGraphicFramePr>
          <p:nvPr>
            <p:extLst/>
          </p:nvPr>
        </p:nvGraphicFramePr>
        <p:xfrm>
          <a:off x="1714500" y="3179763"/>
          <a:ext cx="2495550" cy="473075"/>
        </p:xfrm>
        <a:graphic>
          <a:graphicData uri="http://schemas.openxmlformats.org/presentationml/2006/ole">
            <mc:AlternateContent xmlns:mc="http://schemas.openxmlformats.org/markup-compatibility/2006">
              <mc:Choice xmlns:v="urn:schemas-microsoft-com:vml" Requires="v">
                <p:oleObj spid="_x0000_s332822" name="公式" r:id="rId7" imgW="990360" imgH="253800" progId="Equation.3">
                  <p:embed/>
                </p:oleObj>
              </mc:Choice>
              <mc:Fallback>
                <p:oleObj name="公式" r:id="rId7" imgW="990360" imgH="253800" progId="Equation.3">
                  <p:embed/>
                  <p:pic>
                    <p:nvPicPr>
                      <p:cNvPr id="7" name="对象 6"/>
                      <p:cNvPicPr>
                        <a:picLocks noChangeAspect="1" noChangeArrowheads="1"/>
                      </p:cNvPicPr>
                      <p:nvPr/>
                    </p:nvPicPr>
                    <p:blipFill>
                      <a:blip r:embed="rId8"/>
                      <a:srcRect/>
                      <a:stretch>
                        <a:fillRect/>
                      </a:stretch>
                    </p:blipFill>
                    <p:spPr bwMode="auto">
                      <a:xfrm>
                        <a:off x="1714500" y="3179763"/>
                        <a:ext cx="24955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nvPr>
        </p:nvGraphicFramePr>
        <p:xfrm>
          <a:off x="1636713" y="3784600"/>
          <a:ext cx="2881312" cy="860425"/>
        </p:xfrm>
        <a:graphic>
          <a:graphicData uri="http://schemas.openxmlformats.org/presentationml/2006/ole">
            <mc:AlternateContent xmlns:mc="http://schemas.openxmlformats.org/markup-compatibility/2006">
              <mc:Choice xmlns:v="urn:schemas-microsoft-com:vml" Requires="v">
                <p:oleObj spid="_x0000_s332823" name="公式" r:id="rId9" imgW="1155600" imgH="457200" progId="Equation.3">
                  <p:embed/>
                </p:oleObj>
              </mc:Choice>
              <mc:Fallback>
                <p:oleObj name="公式" r:id="rId9" imgW="1155600" imgH="457200" progId="Equation.3">
                  <p:embed/>
                  <p:pic>
                    <p:nvPicPr>
                      <p:cNvPr id="8" name="对象 7"/>
                      <p:cNvPicPr>
                        <a:picLocks noChangeAspect="1" noChangeArrowheads="1"/>
                      </p:cNvPicPr>
                      <p:nvPr/>
                    </p:nvPicPr>
                    <p:blipFill>
                      <a:blip r:embed="rId10"/>
                      <a:srcRect/>
                      <a:stretch>
                        <a:fillRect/>
                      </a:stretch>
                    </p:blipFill>
                    <p:spPr bwMode="auto">
                      <a:xfrm>
                        <a:off x="1636713" y="3784600"/>
                        <a:ext cx="2881312"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6"/>
          <p:cNvSpPr>
            <a:spLocks noChangeArrowheads="1"/>
          </p:cNvSpPr>
          <p:nvPr/>
        </p:nvSpPr>
        <p:spPr bwMode="auto">
          <a:xfrm>
            <a:off x="514823" y="2644279"/>
            <a:ext cx="11128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zh-CN" altLang="en-US" sz="2400" b="1" dirty="0" smtClean="0">
                <a:solidFill>
                  <a:srgbClr val="000000"/>
                </a:solidFill>
                <a:latin typeface="宋体" pitchFamily="2" charset="-122"/>
              </a:rPr>
              <a:t>反射波</a:t>
            </a:r>
            <a:endParaRPr lang="zh-CN" altLang="en-US" sz="2400" b="1" dirty="0">
              <a:solidFill>
                <a:srgbClr val="000000"/>
              </a:solidFill>
              <a:latin typeface="宋体" pitchFamily="2" charset="-122"/>
            </a:endParaRPr>
          </a:p>
        </p:txBody>
      </p:sp>
      <p:sp>
        <p:nvSpPr>
          <p:cNvPr id="12" name="Rectangle 6"/>
          <p:cNvSpPr>
            <a:spLocks noChangeArrowheads="1"/>
          </p:cNvSpPr>
          <p:nvPr/>
        </p:nvSpPr>
        <p:spPr bwMode="auto">
          <a:xfrm>
            <a:off x="5018514" y="596106"/>
            <a:ext cx="25058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zh-CN" altLang="en-US" sz="2400" b="1" dirty="0" smtClean="0">
                <a:solidFill>
                  <a:srgbClr val="000000"/>
                </a:solidFill>
                <a:latin typeface="宋体" pitchFamily="2" charset="-122"/>
              </a:rPr>
              <a:t>介质</a:t>
            </a:r>
            <a:r>
              <a:rPr lang="en-US" altLang="zh-CN" sz="2400" b="1" dirty="0" smtClean="0">
                <a:solidFill>
                  <a:srgbClr val="000000"/>
                </a:solidFill>
                <a:latin typeface="宋体" pitchFamily="2" charset="-122"/>
              </a:rPr>
              <a:t>2</a:t>
            </a:r>
            <a:r>
              <a:rPr lang="zh-CN" altLang="en-US" sz="2400" b="1" dirty="0" smtClean="0">
                <a:solidFill>
                  <a:srgbClr val="000000"/>
                </a:solidFill>
                <a:latin typeface="宋体" pitchFamily="2" charset="-122"/>
              </a:rPr>
              <a:t>中，折射波</a:t>
            </a:r>
            <a:endParaRPr lang="zh-CN" altLang="en-US" sz="2400" b="1" dirty="0">
              <a:solidFill>
                <a:srgbClr val="000000"/>
              </a:solidFill>
              <a:latin typeface="宋体" pitchFamily="2" charset="-122"/>
            </a:endParaRPr>
          </a:p>
        </p:txBody>
      </p:sp>
      <p:graphicFrame>
        <p:nvGraphicFramePr>
          <p:cNvPr id="13" name="对象 12"/>
          <p:cNvGraphicFramePr>
            <a:graphicFrameLocks noChangeAspect="1"/>
          </p:cNvGraphicFramePr>
          <p:nvPr>
            <p:extLst/>
          </p:nvPr>
        </p:nvGraphicFramePr>
        <p:xfrm>
          <a:off x="4916488" y="1347788"/>
          <a:ext cx="2816225" cy="473075"/>
        </p:xfrm>
        <a:graphic>
          <a:graphicData uri="http://schemas.openxmlformats.org/presentationml/2006/ole">
            <mc:AlternateContent xmlns:mc="http://schemas.openxmlformats.org/markup-compatibility/2006">
              <mc:Choice xmlns:v="urn:schemas-microsoft-com:vml" Requires="v">
                <p:oleObj spid="_x0000_s332824" name="公式" r:id="rId11" imgW="1117440" imgH="253800" progId="Equation.3">
                  <p:embed/>
                </p:oleObj>
              </mc:Choice>
              <mc:Fallback>
                <p:oleObj name="公式" r:id="rId11" imgW="1117440" imgH="253800" progId="Equation.3">
                  <p:embed/>
                  <p:pic>
                    <p:nvPicPr>
                      <p:cNvPr id="13" name="对象 12"/>
                      <p:cNvPicPr>
                        <a:picLocks noChangeAspect="1" noChangeArrowheads="1"/>
                      </p:cNvPicPr>
                      <p:nvPr/>
                    </p:nvPicPr>
                    <p:blipFill>
                      <a:blip r:embed="rId12"/>
                      <a:srcRect/>
                      <a:stretch>
                        <a:fillRect/>
                      </a:stretch>
                    </p:blipFill>
                    <p:spPr bwMode="auto">
                      <a:xfrm>
                        <a:off x="4916488" y="1347788"/>
                        <a:ext cx="281622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nvPr>
        </p:nvGraphicFramePr>
        <p:xfrm>
          <a:off x="4916488" y="2027238"/>
          <a:ext cx="3040062" cy="860425"/>
        </p:xfrm>
        <a:graphic>
          <a:graphicData uri="http://schemas.openxmlformats.org/presentationml/2006/ole">
            <mc:AlternateContent xmlns:mc="http://schemas.openxmlformats.org/markup-compatibility/2006">
              <mc:Choice xmlns:v="urn:schemas-microsoft-com:vml" Requires="v">
                <p:oleObj spid="_x0000_s332825" name="公式" r:id="rId13" imgW="1218960" imgH="457200" progId="Equation.3">
                  <p:embed/>
                </p:oleObj>
              </mc:Choice>
              <mc:Fallback>
                <p:oleObj name="公式" r:id="rId13" imgW="1218960" imgH="457200" progId="Equation.3">
                  <p:embed/>
                  <p:pic>
                    <p:nvPicPr>
                      <p:cNvPr id="14" name="对象 13"/>
                      <p:cNvPicPr>
                        <a:picLocks noChangeAspect="1" noChangeArrowheads="1"/>
                      </p:cNvPicPr>
                      <p:nvPr/>
                    </p:nvPicPr>
                    <p:blipFill>
                      <a:blip r:embed="rId14"/>
                      <a:srcRect/>
                      <a:stretch>
                        <a:fillRect/>
                      </a:stretch>
                    </p:blipFill>
                    <p:spPr bwMode="auto">
                      <a:xfrm>
                        <a:off x="4916488" y="2027238"/>
                        <a:ext cx="3040062"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733956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339502"/>
            <a:ext cx="7772400" cy="3086100"/>
          </a:xfrm>
        </p:spPr>
        <p:txBody>
          <a:bodyPr/>
          <a:lstStyle/>
          <a:p>
            <a:r>
              <a:rPr lang="zh-CN" altLang="en-US" dirty="0" smtClean="0"/>
              <a:t>利用边界条件求场量之间的关系</a:t>
            </a:r>
            <a:endParaRPr lang="zh-CN" altLang="en-US" dirty="0"/>
          </a:p>
        </p:txBody>
      </p:sp>
      <p:graphicFrame>
        <p:nvGraphicFramePr>
          <p:cNvPr id="4" name="对象 3"/>
          <p:cNvGraphicFramePr>
            <a:graphicFrameLocks noChangeAspect="1"/>
          </p:cNvGraphicFramePr>
          <p:nvPr>
            <p:extLst/>
          </p:nvPr>
        </p:nvGraphicFramePr>
        <p:xfrm>
          <a:off x="900113" y="987574"/>
          <a:ext cx="3551237" cy="496888"/>
        </p:xfrm>
        <a:graphic>
          <a:graphicData uri="http://schemas.openxmlformats.org/presentationml/2006/ole">
            <mc:AlternateContent xmlns:mc="http://schemas.openxmlformats.org/markup-compatibility/2006">
              <mc:Choice xmlns:v="urn:schemas-microsoft-com:vml" Requires="v">
                <p:oleObj spid="_x0000_s333844" name="公式" r:id="rId3" imgW="1409400" imgH="266400" progId="Equation.3">
                  <p:embed/>
                </p:oleObj>
              </mc:Choice>
              <mc:Fallback>
                <p:oleObj name="公式" r:id="rId3" imgW="1409400" imgH="266400" progId="Equation.3">
                  <p:embed/>
                  <p:pic>
                    <p:nvPicPr>
                      <p:cNvPr id="4" name="对象 3"/>
                      <p:cNvPicPr>
                        <a:picLocks noChangeAspect="1" noChangeArrowheads="1"/>
                      </p:cNvPicPr>
                      <p:nvPr/>
                    </p:nvPicPr>
                    <p:blipFill>
                      <a:blip r:embed="rId4"/>
                      <a:srcRect/>
                      <a:stretch>
                        <a:fillRect/>
                      </a:stretch>
                    </p:blipFill>
                    <p:spPr bwMode="auto">
                      <a:xfrm>
                        <a:off x="900113" y="987574"/>
                        <a:ext cx="355123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extLst/>
          </p:nvPr>
        </p:nvGraphicFramePr>
        <p:xfrm>
          <a:off x="827584" y="1635646"/>
          <a:ext cx="3678238" cy="496887"/>
        </p:xfrm>
        <a:graphic>
          <a:graphicData uri="http://schemas.openxmlformats.org/presentationml/2006/ole">
            <mc:AlternateContent xmlns:mc="http://schemas.openxmlformats.org/markup-compatibility/2006">
              <mc:Choice xmlns:v="urn:schemas-microsoft-com:vml" Requires="v">
                <p:oleObj spid="_x0000_s333845" name="公式" r:id="rId5" imgW="1460160" imgH="266400" progId="Equation.3">
                  <p:embed/>
                </p:oleObj>
              </mc:Choice>
              <mc:Fallback>
                <p:oleObj name="公式" r:id="rId5" imgW="1460160" imgH="266400" progId="Equation.3">
                  <p:embed/>
                  <p:pic>
                    <p:nvPicPr>
                      <p:cNvPr id="6" name="对象 5"/>
                      <p:cNvPicPr>
                        <a:picLocks noChangeAspect="1" noChangeArrowheads="1"/>
                      </p:cNvPicPr>
                      <p:nvPr/>
                    </p:nvPicPr>
                    <p:blipFill>
                      <a:blip r:embed="rId6"/>
                      <a:srcRect/>
                      <a:stretch>
                        <a:fillRect/>
                      </a:stretch>
                    </p:blipFill>
                    <p:spPr bwMode="auto">
                      <a:xfrm>
                        <a:off x="827584" y="1635646"/>
                        <a:ext cx="3678238"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内容占位符 2"/>
          <p:cNvSpPr txBox="1">
            <a:spLocks/>
          </p:cNvSpPr>
          <p:nvPr/>
        </p:nvSpPr>
        <p:spPr bwMode="auto">
          <a:xfrm>
            <a:off x="475928" y="2221954"/>
            <a:ext cx="7772400" cy="925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得到</a:t>
            </a:r>
            <a:endParaRPr lang="zh-CN" altLang="en-US" dirty="0"/>
          </a:p>
        </p:txBody>
      </p:sp>
      <p:graphicFrame>
        <p:nvGraphicFramePr>
          <p:cNvPr id="9" name="对象 8"/>
          <p:cNvGraphicFramePr>
            <a:graphicFrameLocks noChangeAspect="1"/>
          </p:cNvGraphicFramePr>
          <p:nvPr>
            <p:extLst/>
          </p:nvPr>
        </p:nvGraphicFramePr>
        <p:xfrm>
          <a:off x="1547813" y="2716213"/>
          <a:ext cx="3071812" cy="449262"/>
        </p:xfrm>
        <a:graphic>
          <a:graphicData uri="http://schemas.openxmlformats.org/presentationml/2006/ole">
            <mc:AlternateContent xmlns:mc="http://schemas.openxmlformats.org/markup-compatibility/2006">
              <mc:Choice xmlns:v="urn:schemas-microsoft-com:vml" Requires="v">
                <p:oleObj spid="_x0000_s333846" name="公式" r:id="rId7" imgW="1218960" imgH="241200" progId="Equation.3">
                  <p:embed/>
                </p:oleObj>
              </mc:Choice>
              <mc:Fallback>
                <p:oleObj name="公式" r:id="rId7" imgW="1218960" imgH="241200" progId="Equation.3">
                  <p:embed/>
                  <p:pic>
                    <p:nvPicPr>
                      <p:cNvPr id="9" name="对象 8"/>
                      <p:cNvPicPr>
                        <a:picLocks noChangeAspect="1" noChangeArrowheads="1"/>
                      </p:cNvPicPr>
                      <p:nvPr/>
                    </p:nvPicPr>
                    <p:blipFill>
                      <a:blip r:embed="rId8"/>
                      <a:srcRect/>
                      <a:stretch>
                        <a:fillRect/>
                      </a:stretch>
                    </p:blipFill>
                    <p:spPr bwMode="auto">
                      <a:xfrm>
                        <a:off x="1547813" y="2716213"/>
                        <a:ext cx="3071812" cy="449262"/>
                      </a:xfrm>
                      <a:prstGeom prst="rect">
                        <a:avLst/>
                      </a:prstGeom>
                      <a:solidFill>
                        <a:schemeClr val="accent1">
                          <a:lumMod val="20000"/>
                          <a:lumOff val="80000"/>
                        </a:schemeClr>
                      </a:solidFill>
                      <a:ln>
                        <a:noFill/>
                      </a:ln>
                    </p:spPr>
                  </p:pic>
                </p:oleObj>
              </mc:Fallback>
            </mc:AlternateContent>
          </a:graphicData>
        </a:graphic>
      </p:graphicFrame>
      <p:graphicFrame>
        <p:nvGraphicFramePr>
          <p:cNvPr id="10" name="对象 9"/>
          <p:cNvGraphicFramePr>
            <a:graphicFrameLocks noChangeAspect="1"/>
          </p:cNvGraphicFramePr>
          <p:nvPr>
            <p:extLst/>
          </p:nvPr>
        </p:nvGraphicFramePr>
        <p:xfrm>
          <a:off x="1476375" y="3423642"/>
          <a:ext cx="3200400" cy="876300"/>
        </p:xfrm>
        <a:graphic>
          <a:graphicData uri="http://schemas.openxmlformats.org/presentationml/2006/ole">
            <mc:AlternateContent xmlns:mc="http://schemas.openxmlformats.org/markup-compatibility/2006">
              <mc:Choice xmlns:v="urn:schemas-microsoft-com:vml" Requires="v">
                <p:oleObj spid="_x0000_s333847" name="公式" r:id="rId9" imgW="1269720" imgH="469800" progId="Equation.3">
                  <p:embed/>
                </p:oleObj>
              </mc:Choice>
              <mc:Fallback>
                <p:oleObj name="公式" r:id="rId9" imgW="1269720" imgH="469800" progId="Equation.3">
                  <p:embed/>
                  <p:pic>
                    <p:nvPicPr>
                      <p:cNvPr id="10" name="对象 9"/>
                      <p:cNvPicPr>
                        <a:picLocks noChangeAspect="1" noChangeArrowheads="1"/>
                      </p:cNvPicPr>
                      <p:nvPr/>
                    </p:nvPicPr>
                    <p:blipFill>
                      <a:blip r:embed="rId10"/>
                      <a:srcRect/>
                      <a:stretch>
                        <a:fillRect/>
                      </a:stretch>
                    </p:blipFill>
                    <p:spPr bwMode="auto">
                      <a:xfrm>
                        <a:off x="1476375" y="3423642"/>
                        <a:ext cx="3200400" cy="876300"/>
                      </a:xfrm>
                      <a:prstGeom prst="rect">
                        <a:avLst/>
                      </a:prstGeom>
                      <a:solidFill>
                        <a:schemeClr val="accent1">
                          <a:lumMod val="20000"/>
                          <a:lumOff val="80000"/>
                        </a:schemeClr>
                      </a:solidFill>
                      <a:ln>
                        <a:noFill/>
                      </a:ln>
                    </p:spPr>
                  </p:pic>
                </p:oleObj>
              </mc:Fallback>
            </mc:AlternateContent>
          </a:graphicData>
        </a:graphic>
      </p:graphicFrame>
      <p:sp>
        <p:nvSpPr>
          <p:cNvPr id="11" name="左大括号 10"/>
          <p:cNvSpPr/>
          <p:nvPr/>
        </p:nvSpPr>
        <p:spPr>
          <a:xfrm>
            <a:off x="1187624" y="2859782"/>
            <a:ext cx="432048" cy="1224136"/>
          </a:xfrm>
          <a:prstGeom prst="leftBrace">
            <a:avLst/>
          </a:prstGeom>
          <a:ln w="1270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内容占位符 2"/>
          <p:cNvSpPr txBox="1">
            <a:spLocks/>
          </p:cNvSpPr>
          <p:nvPr/>
        </p:nvSpPr>
        <p:spPr bwMode="auto">
          <a:xfrm>
            <a:off x="4432448" y="2211710"/>
            <a:ext cx="3523928" cy="925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解方程组，</a:t>
            </a:r>
            <a:endParaRPr lang="zh-CN" altLang="en-US" dirty="0"/>
          </a:p>
        </p:txBody>
      </p:sp>
      <p:graphicFrame>
        <p:nvGraphicFramePr>
          <p:cNvPr id="13" name="对象 12"/>
          <p:cNvGraphicFramePr>
            <a:graphicFrameLocks noChangeAspect="1"/>
          </p:cNvGraphicFramePr>
          <p:nvPr>
            <p:extLst/>
          </p:nvPr>
        </p:nvGraphicFramePr>
        <p:xfrm>
          <a:off x="5364088" y="2692400"/>
          <a:ext cx="2624137" cy="803275"/>
        </p:xfrm>
        <a:graphic>
          <a:graphicData uri="http://schemas.openxmlformats.org/presentationml/2006/ole">
            <mc:AlternateContent xmlns:mc="http://schemas.openxmlformats.org/markup-compatibility/2006">
              <mc:Choice xmlns:v="urn:schemas-microsoft-com:vml" Requires="v">
                <p:oleObj spid="_x0000_s333848" name="公式" r:id="rId11" imgW="1231560" imgH="431640" progId="Equation.3">
                  <p:embed/>
                </p:oleObj>
              </mc:Choice>
              <mc:Fallback>
                <p:oleObj name="公式" r:id="rId11" imgW="1231560" imgH="431640" progId="Equation.3">
                  <p:embed/>
                  <p:pic>
                    <p:nvPicPr>
                      <p:cNvPr id="13" name="对象 12"/>
                      <p:cNvPicPr>
                        <a:picLocks noChangeAspect="1" noChangeArrowheads="1"/>
                      </p:cNvPicPr>
                      <p:nvPr/>
                    </p:nvPicPr>
                    <p:blipFill>
                      <a:blip r:embed="rId12"/>
                      <a:srcRect/>
                      <a:stretch>
                        <a:fillRect/>
                      </a:stretch>
                    </p:blipFill>
                    <p:spPr bwMode="auto">
                      <a:xfrm>
                        <a:off x="5364088" y="2692400"/>
                        <a:ext cx="2624137" cy="803275"/>
                      </a:xfrm>
                      <a:prstGeom prst="rect">
                        <a:avLst/>
                      </a:prstGeom>
                      <a:solidFill>
                        <a:schemeClr val="bg2">
                          <a:lumMod val="20000"/>
                          <a:lumOff val="80000"/>
                        </a:schemeClr>
                      </a:solidFill>
                      <a:ln>
                        <a:noFill/>
                      </a:ln>
                    </p:spPr>
                  </p:pic>
                </p:oleObj>
              </mc:Fallback>
            </mc:AlternateContent>
          </a:graphicData>
        </a:graphic>
      </p:graphicFrame>
      <p:sp>
        <p:nvSpPr>
          <p:cNvPr id="15" name="左大括号 14"/>
          <p:cNvSpPr/>
          <p:nvPr/>
        </p:nvSpPr>
        <p:spPr>
          <a:xfrm>
            <a:off x="4860032" y="2940174"/>
            <a:ext cx="432048" cy="1224136"/>
          </a:xfrm>
          <a:prstGeom prst="leftBrace">
            <a:avLst/>
          </a:prstGeom>
          <a:ln w="1270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16" name="对象 15"/>
          <p:cNvGraphicFramePr>
            <a:graphicFrameLocks noChangeAspect="1"/>
          </p:cNvGraphicFramePr>
          <p:nvPr>
            <p:extLst/>
          </p:nvPr>
        </p:nvGraphicFramePr>
        <p:xfrm>
          <a:off x="5422280" y="3552825"/>
          <a:ext cx="2678112" cy="803275"/>
        </p:xfrm>
        <a:graphic>
          <a:graphicData uri="http://schemas.openxmlformats.org/presentationml/2006/ole">
            <mc:AlternateContent xmlns:mc="http://schemas.openxmlformats.org/markup-compatibility/2006">
              <mc:Choice xmlns:v="urn:schemas-microsoft-com:vml" Requires="v">
                <p:oleObj spid="_x0000_s333849" name="公式" r:id="rId13" imgW="1257120" imgH="431640" progId="Equation.3">
                  <p:embed/>
                </p:oleObj>
              </mc:Choice>
              <mc:Fallback>
                <p:oleObj name="公式" r:id="rId13" imgW="1257120" imgH="431640" progId="Equation.3">
                  <p:embed/>
                  <p:pic>
                    <p:nvPicPr>
                      <p:cNvPr id="16" name="对象 15"/>
                      <p:cNvPicPr>
                        <a:picLocks noChangeAspect="1" noChangeArrowheads="1"/>
                      </p:cNvPicPr>
                      <p:nvPr/>
                    </p:nvPicPr>
                    <p:blipFill>
                      <a:blip r:embed="rId14"/>
                      <a:srcRect/>
                      <a:stretch>
                        <a:fillRect/>
                      </a:stretch>
                    </p:blipFill>
                    <p:spPr bwMode="auto">
                      <a:xfrm>
                        <a:off x="5422280" y="3552825"/>
                        <a:ext cx="2678112" cy="803275"/>
                      </a:xfrm>
                      <a:prstGeom prst="rect">
                        <a:avLst/>
                      </a:prstGeom>
                      <a:solidFill>
                        <a:schemeClr val="bg2">
                          <a:lumMod val="20000"/>
                          <a:lumOff val="80000"/>
                        </a:schemeClr>
                      </a:solidFill>
                      <a:ln>
                        <a:noFill/>
                      </a:ln>
                    </p:spPr>
                  </p:pic>
                </p:oleObj>
              </mc:Fallback>
            </mc:AlternateContent>
          </a:graphicData>
        </a:graphic>
      </p:graphicFrame>
    </p:spTree>
    <p:extLst>
      <p:ext uri="{BB962C8B-B14F-4D97-AF65-F5344CB8AC3E}">
        <p14:creationId xmlns:p14="http://schemas.microsoft.com/office/powerpoint/2010/main" val="8648990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animBg="1"/>
      <p:bldP spid="12" grpId="0"/>
      <p:bldP spid="15" grpId="0" animBg="1"/>
    </p:bld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defRPr/>
            </a:pPr>
            <a:r>
              <a:rPr lang="en-US" altLang="zh-CN" dirty="0" smtClean="0"/>
              <a:t> </a:t>
            </a:r>
          </a:p>
        </p:txBody>
      </p:sp>
      <p:sp>
        <p:nvSpPr>
          <p:cNvPr id="52227" name="Rectangle 3" descr="Rectangle: Click to edit Master text styles&#10;Second level&#10;Third level&#10;Fourth level&#10;Fifth level"/>
          <p:cNvSpPr>
            <a:spLocks noGrp="1" noChangeArrowheads="1"/>
          </p:cNvSpPr>
          <p:nvPr>
            <p:ph type="body" idx="1"/>
          </p:nvPr>
        </p:nvSpPr>
        <p:spPr/>
        <p:txBody>
          <a:bodyPr/>
          <a:lstStyle/>
          <a:p>
            <a:pPr algn="r" eaLnBrk="1" hangingPunct="1"/>
            <a:endParaRPr lang="en-US" altLang="zh-CN" dirty="0" smtClean="0">
              <a:latin typeface="宋体" pitchFamily="2" charset="-122"/>
            </a:endParaRPr>
          </a:p>
          <a:p>
            <a:pPr algn="r" eaLnBrk="1" hangingPunct="1"/>
            <a:r>
              <a:rPr lang="zh-CN" altLang="en-US" dirty="0" smtClean="0">
                <a:latin typeface="宋体" pitchFamily="2" charset="-122"/>
              </a:rPr>
              <a:t>（</a:t>
            </a:r>
            <a:r>
              <a:rPr lang="en-US" altLang="zh-CN" dirty="0" smtClean="0">
                <a:latin typeface="宋体" pitchFamily="2" charset="-122"/>
              </a:rPr>
              <a:t>4.89</a:t>
            </a:r>
            <a:r>
              <a:rPr lang="zh-CN" altLang="en-US" dirty="0" smtClean="0">
                <a:latin typeface="宋体" pitchFamily="2" charset="-122"/>
              </a:rPr>
              <a:t>）</a:t>
            </a:r>
          </a:p>
          <a:p>
            <a:pPr algn="r" eaLnBrk="1" hangingPunct="1"/>
            <a:r>
              <a:rPr lang="zh-CN" altLang="en-US" dirty="0" smtClean="0">
                <a:latin typeface="宋体" pitchFamily="2" charset="-122"/>
              </a:rPr>
              <a:t>                    </a:t>
            </a:r>
          </a:p>
          <a:p>
            <a:pPr algn="r" eaLnBrk="1" hangingPunct="1"/>
            <a:r>
              <a:rPr lang="zh-CN" altLang="en-US" dirty="0" smtClean="0">
                <a:latin typeface="宋体" pitchFamily="2" charset="-122"/>
              </a:rPr>
              <a:t>（</a:t>
            </a:r>
            <a:r>
              <a:rPr lang="en-US" altLang="zh-CN" dirty="0" smtClean="0">
                <a:latin typeface="宋体" pitchFamily="2" charset="-122"/>
              </a:rPr>
              <a:t>4.90</a:t>
            </a:r>
            <a:r>
              <a:rPr lang="zh-CN" altLang="en-US" dirty="0" smtClean="0">
                <a:latin typeface="宋体" pitchFamily="2" charset="-122"/>
              </a:rPr>
              <a:t>）</a:t>
            </a:r>
          </a:p>
        </p:txBody>
      </p:sp>
      <p:sp>
        <p:nvSpPr>
          <p:cNvPr id="52228" name="Rectangle 5"/>
          <p:cNvSpPr>
            <a:spLocks noChangeArrowheads="1"/>
          </p:cNvSpPr>
          <p:nvPr/>
        </p:nvSpPr>
        <p:spPr bwMode="auto">
          <a:xfrm>
            <a:off x="0" y="22156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52229" name="Object 4"/>
          <p:cNvGraphicFramePr>
            <a:graphicFrameLocks noChangeAspect="1"/>
          </p:cNvGraphicFramePr>
          <p:nvPr>
            <p:extLst/>
          </p:nvPr>
        </p:nvGraphicFramePr>
        <p:xfrm>
          <a:off x="2586038" y="1771650"/>
          <a:ext cx="2524125" cy="774700"/>
        </p:xfrm>
        <a:graphic>
          <a:graphicData uri="http://schemas.openxmlformats.org/presentationml/2006/ole">
            <mc:AlternateContent xmlns:mc="http://schemas.openxmlformats.org/markup-compatibility/2006">
              <mc:Choice xmlns:v="urn:schemas-microsoft-com:vml" Requires="v">
                <p:oleObj spid="_x0000_s334856" name="公式" r:id="rId3" imgW="1117440" imgH="457200" progId="Equation.3">
                  <p:embed/>
                </p:oleObj>
              </mc:Choice>
              <mc:Fallback>
                <p:oleObj name="公式" r:id="rId3" imgW="1117440" imgH="457200" progId="Equation.3">
                  <p:embed/>
                  <p:pic>
                    <p:nvPicPr>
                      <p:cNvPr id="52229" name="Object 4"/>
                      <p:cNvPicPr>
                        <a:picLocks noChangeAspect="1" noChangeArrowheads="1"/>
                      </p:cNvPicPr>
                      <p:nvPr/>
                    </p:nvPicPr>
                    <p:blipFill>
                      <a:blip r:embed="rId4"/>
                      <a:srcRect/>
                      <a:stretch>
                        <a:fillRect/>
                      </a:stretch>
                    </p:blipFill>
                    <p:spPr bwMode="auto">
                      <a:xfrm>
                        <a:off x="2586038" y="1771650"/>
                        <a:ext cx="2524125"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30" name="Rectangle 7"/>
          <p:cNvSpPr>
            <a:spLocks noChangeArrowheads="1"/>
          </p:cNvSpPr>
          <p:nvPr/>
        </p:nvSpPr>
        <p:spPr bwMode="auto">
          <a:xfrm>
            <a:off x="0" y="22156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52231" name="Object 6"/>
          <p:cNvGraphicFramePr>
            <a:graphicFrameLocks noChangeAspect="1"/>
          </p:cNvGraphicFramePr>
          <p:nvPr/>
        </p:nvGraphicFramePr>
        <p:xfrm>
          <a:off x="2514600" y="2686050"/>
          <a:ext cx="2667000" cy="767954"/>
        </p:xfrm>
        <a:graphic>
          <a:graphicData uri="http://schemas.openxmlformats.org/presentationml/2006/ole">
            <mc:AlternateContent xmlns:mc="http://schemas.openxmlformats.org/markup-compatibility/2006">
              <mc:Choice xmlns:v="urn:schemas-microsoft-com:vml" Requires="v">
                <p:oleObj spid="_x0000_s334857" name="公式" r:id="rId5" imgW="1193800" imgH="457200" progId="Equation.3">
                  <p:embed/>
                </p:oleObj>
              </mc:Choice>
              <mc:Fallback>
                <p:oleObj name="公式" r:id="rId5" imgW="1193800" imgH="457200" progId="Equation.3">
                  <p:embed/>
                  <p:pic>
                    <p:nvPicPr>
                      <p:cNvPr id="5223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2686050"/>
                        <a:ext cx="2667000" cy="7679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184731" y="576899"/>
            <a:ext cx="5129930" cy="584775"/>
          </a:xfrm>
          <a:prstGeom prst="rect">
            <a:avLst/>
          </a:prstGeom>
        </p:spPr>
        <p:txBody>
          <a:bodyPr wrap="none">
            <a:spAutoFit/>
          </a:bodyPr>
          <a:lstStyle/>
          <a:p>
            <a:pPr lvl="0" algn="r" eaLnBrk="1" hangingPunct="1">
              <a:spcBef>
                <a:spcPct val="20000"/>
              </a:spcBef>
              <a:buClr>
                <a:srgbClr val="A50021"/>
              </a:buClr>
              <a:buSzPct val="75000"/>
            </a:pPr>
            <a:r>
              <a:rPr lang="zh-CN" altLang="en-US" sz="3200" b="1" dirty="0" smtClean="0">
                <a:solidFill>
                  <a:srgbClr val="000000"/>
                </a:solidFill>
                <a:latin typeface="宋体" pitchFamily="2" charset="-122"/>
                <a:ea typeface="宋体"/>
              </a:rPr>
              <a:t>定义</a:t>
            </a:r>
            <a:r>
              <a:rPr lang="zh-CN" altLang="en-US" sz="3200" b="1" dirty="0" smtClean="0">
                <a:solidFill>
                  <a:srgbClr val="C00000"/>
                </a:solidFill>
                <a:latin typeface="宋体" pitchFamily="2" charset="-122"/>
                <a:ea typeface="宋体"/>
              </a:rPr>
              <a:t>反射系数</a:t>
            </a:r>
            <a:r>
              <a:rPr lang="en-US" altLang="zh-CN" sz="3200" b="1" dirty="0" smtClean="0">
                <a:solidFill>
                  <a:srgbClr val="C00000"/>
                </a:solidFill>
                <a:latin typeface="宋体" pitchFamily="2" charset="-122"/>
                <a:ea typeface="宋体"/>
              </a:rPr>
              <a:t>R</a:t>
            </a:r>
            <a:r>
              <a:rPr lang="zh-CN" altLang="en-US" sz="3200" b="1" dirty="0" smtClean="0">
                <a:solidFill>
                  <a:srgbClr val="000000"/>
                </a:solidFill>
                <a:latin typeface="宋体" pitchFamily="2" charset="-122"/>
                <a:ea typeface="宋体"/>
              </a:rPr>
              <a:t>和</a:t>
            </a:r>
            <a:r>
              <a:rPr lang="zh-CN" altLang="en-US" sz="3200" b="1" dirty="0" smtClean="0">
                <a:solidFill>
                  <a:srgbClr val="C00000"/>
                </a:solidFill>
                <a:latin typeface="宋体" pitchFamily="2" charset="-122"/>
                <a:ea typeface="宋体"/>
              </a:rPr>
              <a:t>折射系数</a:t>
            </a:r>
            <a:r>
              <a:rPr lang="en-US" altLang="zh-CN" sz="3200" b="1" dirty="0" smtClean="0">
                <a:solidFill>
                  <a:srgbClr val="C00000"/>
                </a:solidFill>
                <a:latin typeface="宋体" pitchFamily="2" charset="-122"/>
                <a:ea typeface="宋体"/>
              </a:rPr>
              <a:t>T</a:t>
            </a:r>
            <a:endParaRPr lang="zh-CN" altLang="en-US" sz="3200" b="1" dirty="0">
              <a:solidFill>
                <a:srgbClr val="C00000"/>
              </a:solidFill>
              <a:latin typeface="宋体" pitchFamily="2" charset="-122"/>
              <a:ea typeface="宋体"/>
            </a:endParaRPr>
          </a:p>
        </p:txBody>
      </p:sp>
    </p:spTree>
    <p:extLst>
      <p:ext uri="{BB962C8B-B14F-4D97-AF65-F5344CB8AC3E}">
        <p14:creationId xmlns:p14="http://schemas.microsoft.com/office/powerpoint/2010/main" val="31428674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339502"/>
            <a:ext cx="7772400" cy="3086100"/>
          </a:xfrm>
        </p:spPr>
        <p:txBody>
          <a:bodyPr/>
          <a:lstStyle/>
          <a:p>
            <a:r>
              <a:rPr lang="zh-CN" altLang="en-US" dirty="0" smtClean="0"/>
              <a:t>分界面左侧入射波与反射波的</a:t>
            </a:r>
            <a:r>
              <a:rPr lang="zh-CN" altLang="en-US" dirty="0" smtClean="0">
                <a:solidFill>
                  <a:srgbClr val="C00000"/>
                </a:solidFill>
              </a:rPr>
              <a:t>合成场</a:t>
            </a:r>
            <a:r>
              <a:rPr lang="zh-CN" altLang="en-US" dirty="0" smtClean="0"/>
              <a:t>为</a:t>
            </a:r>
            <a:endParaRPr lang="zh-CN" altLang="en-US" dirty="0"/>
          </a:p>
        </p:txBody>
      </p:sp>
      <p:graphicFrame>
        <p:nvGraphicFramePr>
          <p:cNvPr id="4" name="对象 3"/>
          <p:cNvGraphicFramePr>
            <a:graphicFrameLocks noChangeAspect="1"/>
          </p:cNvGraphicFramePr>
          <p:nvPr>
            <p:extLst/>
          </p:nvPr>
        </p:nvGraphicFramePr>
        <p:xfrm>
          <a:off x="668338" y="1131888"/>
          <a:ext cx="4487862" cy="352425"/>
        </p:xfrm>
        <a:graphic>
          <a:graphicData uri="http://schemas.openxmlformats.org/presentationml/2006/ole">
            <mc:AlternateContent xmlns:mc="http://schemas.openxmlformats.org/markup-compatibility/2006">
              <mc:Choice xmlns:v="urn:schemas-microsoft-com:vml" Requires="v">
                <p:oleObj spid="_x0000_s335892" name="公式" r:id="rId3" imgW="2273040" imgH="241200" progId="Equation.3">
                  <p:embed/>
                </p:oleObj>
              </mc:Choice>
              <mc:Fallback>
                <p:oleObj name="公式" r:id="rId3" imgW="2273040" imgH="241200" progId="Equation.3">
                  <p:embed/>
                  <p:pic>
                    <p:nvPicPr>
                      <p:cNvPr id="4" name="对象 3"/>
                      <p:cNvPicPr>
                        <a:picLocks noChangeAspect="1" noChangeArrowheads="1"/>
                      </p:cNvPicPr>
                      <p:nvPr/>
                    </p:nvPicPr>
                    <p:blipFill>
                      <a:blip r:embed="rId4"/>
                      <a:srcRect/>
                      <a:stretch>
                        <a:fillRect/>
                      </a:stretch>
                    </p:blipFill>
                    <p:spPr bwMode="auto">
                      <a:xfrm>
                        <a:off x="668338" y="1131888"/>
                        <a:ext cx="4487862" cy="352425"/>
                      </a:xfrm>
                      <a:prstGeom prst="rect">
                        <a:avLst/>
                      </a:prstGeom>
                      <a:noFill/>
                      <a:ln>
                        <a:noFill/>
                      </a:ln>
                    </p:spPr>
                  </p:pic>
                </p:oleObj>
              </mc:Fallback>
            </mc:AlternateContent>
          </a:graphicData>
        </a:graphic>
      </p:graphicFrame>
      <p:graphicFrame>
        <p:nvGraphicFramePr>
          <p:cNvPr id="5" name="对象 4"/>
          <p:cNvGraphicFramePr>
            <a:graphicFrameLocks noChangeAspect="1"/>
          </p:cNvGraphicFramePr>
          <p:nvPr>
            <p:extLst/>
          </p:nvPr>
        </p:nvGraphicFramePr>
        <p:xfrm>
          <a:off x="674688" y="1708150"/>
          <a:ext cx="4170362" cy="595313"/>
        </p:xfrm>
        <a:graphic>
          <a:graphicData uri="http://schemas.openxmlformats.org/presentationml/2006/ole">
            <mc:AlternateContent xmlns:mc="http://schemas.openxmlformats.org/markup-compatibility/2006">
              <mc:Choice xmlns:v="urn:schemas-microsoft-com:vml" Requires="v">
                <p:oleObj spid="_x0000_s335893" name="公式" r:id="rId5" imgW="2349360" imgH="444240" progId="Equation.3">
                  <p:embed/>
                </p:oleObj>
              </mc:Choice>
              <mc:Fallback>
                <p:oleObj name="公式" r:id="rId5" imgW="2349360" imgH="444240" progId="Equation.3">
                  <p:embed/>
                  <p:pic>
                    <p:nvPicPr>
                      <p:cNvPr id="5" name="对象 4"/>
                      <p:cNvPicPr>
                        <a:picLocks noChangeAspect="1" noChangeArrowheads="1"/>
                      </p:cNvPicPr>
                      <p:nvPr/>
                    </p:nvPicPr>
                    <p:blipFill>
                      <a:blip r:embed="rId6"/>
                      <a:srcRect/>
                      <a:stretch>
                        <a:fillRect/>
                      </a:stretch>
                    </p:blipFill>
                    <p:spPr bwMode="auto">
                      <a:xfrm>
                        <a:off x="674688" y="1708150"/>
                        <a:ext cx="4170362"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extLst/>
          </p:nvPr>
        </p:nvGraphicFramePr>
        <p:xfrm>
          <a:off x="1043409" y="3003798"/>
          <a:ext cx="576263" cy="241300"/>
        </p:xfrm>
        <a:graphic>
          <a:graphicData uri="http://schemas.openxmlformats.org/presentationml/2006/ole">
            <mc:AlternateContent xmlns:mc="http://schemas.openxmlformats.org/markup-compatibility/2006">
              <mc:Choice xmlns:v="urn:schemas-microsoft-com:vml" Requires="v">
                <p:oleObj spid="_x0000_s335894" name="公式" r:id="rId7" imgW="291960" imgH="164880" progId="Equation.3">
                  <p:embed/>
                </p:oleObj>
              </mc:Choice>
              <mc:Fallback>
                <p:oleObj name="公式" r:id="rId7" imgW="291960" imgH="164880" progId="Equation.3">
                  <p:embed/>
                  <p:pic>
                    <p:nvPicPr>
                      <p:cNvPr id="6" name="对象 5"/>
                      <p:cNvPicPr>
                        <a:picLocks noChangeAspect="1" noChangeArrowheads="1"/>
                      </p:cNvPicPr>
                      <p:nvPr/>
                    </p:nvPicPr>
                    <p:blipFill>
                      <a:blip r:embed="rId8"/>
                      <a:srcRect/>
                      <a:stretch>
                        <a:fillRect/>
                      </a:stretch>
                    </p:blipFill>
                    <p:spPr bwMode="auto">
                      <a:xfrm>
                        <a:off x="1043409" y="3003798"/>
                        <a:ext cx="576263"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内容占位符 2"/>
          <p:cNvSpPr txBox="1">
            <a:spLocks/>
          </p:cNvSpPr>
          <p:nvPr/>
        </p:nvSpPr>
        <p:spPr bwMode="auto">
          <a:xfrm>
            <a:off x="251520" y="2211710"/>
            <a:ext cx="7772400"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又可写为</a:t>
            </a:r>
            <a:endParaRPr lang="zh-CN" altLang="en-US" dirty="0"/>
          </a:p>
        </p:txBody>
      </p:sp>
      <p:sp>
        <p:nvSpPr>
          <p:cNvPr id="10" name="圆角矩形标注 9"/>
          <p:cNvSpPr/>
          <p:nvPr/>
        </p:nvSpPr>
        <p:spPr>
          <a:xfrm>
            <a:off x="3491880" y="2313322"/>
            <a:ext cx="1440160" cy="576064"/>
          </a:xfrm>
          <a:prstGeom prst="wedgeRoundRectCallout">
            <a:avLst>
              <a:gd name="adj1" fmla="val -71399"/>
              <a:gd name="adj2" fmla="val 62500"/>
              <a:gd name="adj3" fmla="val 16667"/>
            </a:avLst>
          </a:prstGeom>
          <a:solidFill>
            <a:schemeClr val="tx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2">
                    <a:lumMod val="50000"/>
                  </a:schemeClr>
                </a:solidFill>
              </a:rPr>
              <a:t>驻波</a:t>
            </a:r>
            <a:endParaRPr lang="zh-CN" altLang="en-US" sz="2400" b="1" dirty="0">
              <a:solidFill>
                <a:schemeClr val="bg2">
                  <a:lumMod val="50000"/>
                </a:schemeClr>
              </a:solidFill>
            </a:endParaRPr>
          </a:p>
        </p:txBody>
      </p:sp>
      <p:graphicFrame>
        <p:nvGraphicFramePr>
          <p:cNvPr id="11" name="对象 10"/>
          <p:cNvGraphicFramePr>
            <a:graphicFrameLocks noChangeAspect="1"/>
          </p:cNvGraphicFramePr>
          <p:nvPr>
            <p:extLst/>
          </p:nvPr>
        </p:nvGraphicFramePr>
        <p:xfrm>
          <a:off x="1691680" y="3003798"/>
          <a:ext cx="2103392" cy="360040"/>
        </p:xfrm>
        <a:graphic>
          <a:graphicData uri="http://schemas.openxmlformats.org/presentationml/2006/ole">
            <mc:AlternateContent xmlns:mc="http://schemas.openxmlformats.org/markup-compatibility/2006">
              <mc:Choice xmlns:v="urn:schemas-microsoft-com:vml" Requires="v">
                <p:oleObj spid="_x0000_s335895" name="公式" r:id="rId9" imgW="1409400" imgH="241200" progId="Equation.3">
                  <p:embed/>
                </p:oleObj>
              </mc:Choice>
              <mc:Fallback>
                <p:oleObj name="公式" r:id="rId9" imgW="1409400" imgH="241200" progId="Equation.3">
                  <p:embed/>
                  <p:pic>
                    <p:nvPicPr>
                      <p:cNvPr id="11" name="对象 10"/>
                      <p:cNvPicPr/>
                      <p:nvPr/>
                    </p:nvPicPr>
                    <p:blipFill>
                      <a:blip r:embed="rId10"/>
                      <a:stretch>
                        <a:fillRect/>
                      </a:stretch>
                    </p:blipFill>
                    <p:spPr>
                      <a:xfrm>
                        <a:off x="1691680" y="3003798"/>
                        <a:ext cx="2103392" cy="360040"/>
                      </a:xfrm>
                      <a:prstGeom prst="rect">
                        <a:avLst/>
                      </a:prstGeom>
                      <a:solidFill>
                        <a:schemeClr val="tx1">
                          <a:lumMod val="20000"/>
                          <a:lumOff val="80000"/>
                        </a:schemeClr>
                      </a:solidFill>
                    </p:spPr>
                  </p:pic>
                </p:oleObj>
              </mc:Fallback>
            </mc:AlternateContent>
          </a:graphicData>
        </a:graphic>
      </p:graphicFrame>
      <p:graphicFrame>
        <p:nvGraphicFramePr>
          <p:cNvPr id="12" name="对象 11"/>
          <p:cNvGraphicFramePr>
            <a:graphicFrameLocks noChangeAspect="1"/>
          </p:cNvGraphicFramePr>
          <p:nvPr>
            <p:extLst/>
          </p:nvPr>
        </p:nvGraphicFramePr>
        <p:xfrm>
          <a:off x="3926012" y="3077890"/>
          <a:ext cx="213940" cy="213940"/>
        </p:xfrm>
        <a:graphic>
          <a:graphicData uri="http://schemas.openxmlformats.org/presentationml/2006/ole">
            <mc:AlternateContent xmlns:mc="http://schemas.openxmlformats.org/markup-compatibility/2006">
              <mc:Choice xmlns:v="urn:schemas-microsoft-com:vml" Requires="v">
                <p:oleObj spid="_x0000_s335896" name="公式" r:id="rId11" imgW="139680" imgH="139680" progId="Equation.3">
                  <p:embed/>
                </p:oleObj>
              </mc:Choice>
              <mc:Fallback>
                <p:oleObj name="公式" r:id="rId11" imgW="139680" imgH="139680" progId="Equation.3">
                  <p:embed/>
                  <p:pic>
                    <p:nvPicPr>
                      <p:cNvPr id="12" name="对象 11"/>
                      <p:cNvPicPr/>
                      <p:nvPr/>
                    </p:nvPicPr>
                    <p:blipFill>
                      <a:blip r:embed="rId12"/>
                      <a:stretch>
                        <a:fillRect/>
                      </a:stretch>
                    </p:blipFill>
                    <p:spPr>
                      <a:xfrm>
                        <a:off x="3926012" y="3077890"/>
                        <a:ext cx="213940" cy="213940"/>
                      </a:xfrm>
                      <a:prstGeom prst="rect">
                        <a:avLst/>
                      </a:prstGeom>
                    </p:spPr>
                  </p:pic>
                </p:oleObj>
              </mc:Fallback>
            </mc:AlternateContent>
          </a:graphicData>
        </a:graphic>
      </p:graphicFrame>
      <p:graphicFrame>
        <p:nvGraphicFramePr>
          <p:cNvPr id="13" name="对象 12"/>
          <p:cNvGraphicFramePr>
            <a:graphicFrameLocks noChangeAspect="1"/>
          </p:cNvGraphicFramePr>
          <p:nvPr>
            <p:extLst/>
          </p:nvPr>
        </p:nvGraphicFramePr>
        <p:xfrm>
          <a:off x="4211960" y="3003798"/>
          <a:ext cx="1553856" cy="360040"/>
        </p:xfrm>
        <a:graphic>
          <a:graphicData uri="http://schemas.openxmlformats.org/presentationml/2006/ole">
            <mc:AlternateContent xmlns:mc="http://schemas.openxmlformats.org/markup-compatibility/2006">
              <mc:Choice xmlns:v="urn:schemas-microsoft-com:vml" Requires="v">
                <p:oleObj spid="_x0000_s335897" name="公式" r:id="rId13" imgW="1041120" imgH="241200" progId="Equation.3">
                  <p:embed/>
                </p:oleObj>
              </mc:Choice>
              <mc:Fallback>
                <p:oleObj name="公式" r:id="rId13" imgW="1041120" imgH="241200" progId="Equation.3">
                  <p:embed/>
                  <p:pic>
                    <p:nvPicPr>
                      <p:cNvPr id="13" name="对象 12"/>
                      <p:cNvPicPr/>
                      <p:nvPr/>
                    </p:nvPicPr>
                    <p:blipFill>
                      <a:blip r:embed="rId14"/>
                      <a:stretch>
                        <a:fillRect/>
                      </a:stretch>
                    </p:blipFill>
                    <p:spPr>
                      <a:xfrm>
                        <a:off x="4211960" y="3003798"/>
                        <a:ext cx="1553856" cy="360040"/>
                      </a:xfrm>
                      <a:prstGeom prst="rect">
                        <a:avLst/>
                      </a:prstGeom>
                      <a:solidFill>
                        <a:schemeClr val="tx2">
                          <a:lumMod val="20000"/>
                          <a:lumOff val="80000"/>
                        </a:schemeClr>
                      </a:solidFill>
                    </p:spPr>
                  </p:pic>
                </p:oleObj>
              </mc:Fallback>
            </mc:AlternateContent>
          </a:graphicData>
        </a:graphic>
      </p:graphicFrame>
      <p:sp>
        <p:nvSpPr>
          <p:cNvPr id="14" name="圆角矩形标注 13"/>
          <p:cNvSpPr/>
          <p:nvPr/>
        </p:nvSpPr>
        <p:spPr>
          <a:xfrm>
            <a:off x="6660232" y="1923678"/>
            <a:ext cx="1440160" cy="576064"/>
          </a:xfrm>
          <a:prstGeom prst="wedgeRoundRectCallout">
            <a:avLst>
              <a:gd name="adj1" fmla="val -145537"/>
              <a:gd name="adj2" fmla="val 132836"/>
              <a:gd name="adj3" fmla="val 16667"/>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2">
                    <a:lumMod val="50000"/>
                  </a:schemeClr>
                </a:solidFill>
              </a:rPr>
              <a:t>行波</a:t>
            </a:r>
            <a:endParaRPr lang="zh-CN" altLang="en-US" sz="2400" b="1" dirty="0">
              <a:solidFill>
                <a:schemeClr val="bg2">
                  <a:lumMod val="50000"/>
                </a:schemeClr>
              </a:solidFill>
            </a:endParaRPr>
          </a:p>
        </p:txBody>
      </p:sp>
      <p:sp>
        <p:nvSpPr>
          <p:cNvPr id="15" name="内容占位符 2"/>
          <p:cNvSpPr txBox="1">
            <a:spLocks/>
          </p:cNvSpPr>
          <p:nvPr/>
        </p:nvSpPr>
        <p:spPr bwMode="auto">
          <a:xfrm>
            <a:off x="264718" y="3435846"/>
            <a:ext cx="8627761"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合成波既有</a:t>
            </a:r>
            <a:r>
              <a:rPr lang="zh-CN" altLang="en-US" dirty="0"/>
              <a:t>行波</a:t>
            </a:r>
            <a:r>
              <a:rPr lang="zh-CN" altLang="en-US" dirty="0" smtClean="0"/>
              <a:t>，又有驻波，称为</a:t>
            </a:r>
            <a:r>
              <a:rPr lang="zh-CN" altLang="en-US" dirty="0" smtClean="0">
                <a:solidFill>
                  <a:srgbClr val="FF0000"/>
                </a:solidFill>
              </a:rPr>
              <a:t>行驻波</a:t>
            </a:r>
            <a:r>
              <a:rPr lang="zh-CN" altLang="en-US" dirty="0" smtClean="0"/>
              <a:t>，合成波电场最大值与最小值之比称为</a:t>
            </a:r>
            <a:r>
              <a:rPr lang="zh-CN" altLang="en-US" dirty="0" smtClean="0">
                <a:solidFill>
                  <a:srgbClr val="FF0000"/>
                </a:solidFill>
              </a:rPr>
              <a:t>驻波比</a:t>
            </a:r>
            <a:r>
              <a:rPr lang="zh-CN" altLang="en-US" dirty="0" smtClean="0"/>
              <a:t>，用</a:t>
            </a:r>
            <a:r>
              <a:rPr lang="el-GR" altLang="zh-CN" dirty="0" smtClean="0"/>
              <a:t>ρ</a:t>
            </a:r>
            <a:r>
              <a:rPr lang="zh-CN" altLang="en-US" dirty="0" smtClean="0"/>
              <a:t>表示，驻波比范围有</a:t>
            </a:r>
            <a:r>
              <a:rPr lang="en-US" altLang="zh-CN" dirty="0" smtClean="0"/>
              <a:t>1≤</a:t>
            </a:r>
            <a:r>
              <a:rPr lang="el-GR" altLang="zh-CN" dirty="0" smtClean="0"/>
              <a:t> </a:t>
            </a:r>
            <a:r>
              <a:rPr lang="el-GR" altLang="zh-CN" dirty="0"/>
              <a:t>ρ </a:t>
            </a:r>
            <a:r>
              <a:rPr lang="en-US" altLang="zh-CN" dirty="0" smtClean="0"/>
              <a:t>&lt;</a:t>
            </a:r>
            <a:r>
              <a:rPr lang="zh-CN" altLang="en-US" dirty="0" smtClean="0"/>
              <a:t>无穷</a:t>
            </a:r>
            <a:endParaRPr lang="zh-CN" altLang="en-US" dirty="0">
              <a:solidFill>
                <a:srgbClr val="FF0000"/>
              </a:solidFill>
            </a:endParaRPr>
          </a:p>
        </p:txBody>
      </p:sp>
    </p:spTree>
    <p:extLst>
      <p:ext uri="{BB962C8B-B14F-4D97-AF65-F5344CB8AC3E}">
        <p14:creationId xmlns:p14="http://schemas.microsoft.com/office/powerpoint/2010/main" val="37295760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4" grpId="0" animBg="1"/>
      <p:bldP spid="15" grpId="0"/>
    </p:bld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4"/>
          <p:cNvSpPr>
            <a:spLocks noGrp="1" noChangeArrowheads="1"/>
          </p:cNvSpPr>
          <p:nvPr>
            <p:ph type="title"/>
          </p:nvPr>
        </p:nvSpPr>
        <p:spPr/>
        <p:txBody>
          <a:bodyPr/>
          <a:lstStyle/>
          <a:p>
            <a:pPr eaLnBrk="1" hangingPunct="1">
              <a:defRPr/>
            </a:pPr>
            <a:r>
              <a:rPr lang="en-US" altLang="zh-CN" smtClean="0"/>
              <a:t> </a:t>
            </a:r>
          </a:p>
        </p:txBody>
      </p:sp>
      <p:graphicFrame>
        <p:nvGraphicFramePr>
          <p:cNvPr id="53251" name="Object 3"/>
          <p:cNvGraphicFramePr>
            <a:graphicFrameLocks noGrp="1" noChangeAspect="1"/>
          </p:cNvGraphicFramePr>
          <p:nvPr>
            <p:ph idx="1"/>
          </p:nvPr>
        </p:nvGraphicFramePr>
        <p:xfrm>
          <a:off x="914401" y="685800"/>
          <a:ext cx="7413625" cy="3086100"/>
        </p:xfrm>
        <a:graphic>
          <a:graphicData uri="http://schemas.openxmlformats.org/presentationml/2006/ole">
            <mc:AlternateContent xmlns:mc="http://schemas.openxmlformats.org/markup-compatibility/2006">
              <mc:Choice xmlns:v="urn:schemas-microsoft-com:vml" Requires="v">
                <p:oleObj spid="_x0000_s336901" r:id="rId3" imgW="15752381" imgH="8742857" progId="">
                  <p:embed/>
                </p:oleObj>
              </mc:Choice>
              <mc:Fallback>
                <p:oleObj r:id="rId3" imgW="15752381" imgH="8742857" progId="">
                  <p:embed/>
                  <p:pic>
                    <p:nvPicPr>
                      <p:cNvPr id="53251"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1" y="685800"/>
                        <a:ext cx="7413625" cy="3086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52" name="Rectangle 6"/>
          <p:cNvSpPr>
            <a:spLocks noChangeArrowheads="1"/>
          </p:cNvSpPr>
          <p:nvPr/>
        </p:nvSpPr>
        <p:spPr bwMode="auto">
          <a:xfrm>
            <a:off x="683043" y="3939808"/>
            <a:ext cx="792396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zh-CN" altLang="en-US" sz="2400" b="1">
                <a:solidFill>
                  <a:srgbClr val="000000"/>
                </a:solidFill>
                <a:latin typeface="宋体" pitchFamily="2" charset="-122"/>
              </a:rPr>
              <a:t>图</a:t>
            </a:r>
            <a:r>
              <a:rPr lang="en-US" altLang="zh-CN" sz="2400" b="1">
                <a:solidFill>
                  <a:srgbClr val="000000"/>
                </a:solidFill>
                <a:latin typeface="宋体" pitchFamily="2" charset="-122"/>
              </a:rPr>
              <a:t>4.13  </a:t>
            </a:r>
            <a:r>
              <a:rPr lang="zh-CN" altLang="en-US" sz="2400" b="1">
                <a:solidFill>
                  <a:srgbClr val="000000"/>
                </a:solidFill>
                <a:latin typeface="宋体" pitchFamily="2" charset="-122"/>
              </a:rPr>
              <a:t>均匀平面波垂直入射到理想介质分界面上的反射</a:t>
            </a:r>
          </a:p>
          <a:p>
            <a:pPr algn="ctr" eaLnBrk="1" hangingPunct="1"/>
            <a:r>
              <a:rPr lang="zh-CN" altLang="en-US" sz="2400" b="1">
                <a:solidFill>
                  <a:srgbClr val="000000"/>
                </a:solidFill>
                <a:latin typeface="宋体" pitchFamily="2" charset="-122"/>
              </a:rPr>
              <a:t>（</a:t>
            </a:r>
            <a:r>
              <a:rPr lang="en-US" altLang="zh-CN" sz="2400" b="1" i="1">
                <a:solidFill>
                  <a:srgbClr val="000000"/>
                </a:solidFill>
                <a:latin typeface="宋体" pitchFamily="2" charset="-122"/>
              </a:rPr>
              <a:t>H——</a:t>
            </a:r>
            <a:r>
              <a:rPr lang="zh-CN" altLang="en-US" sz="2400" b="1">
                <a:solidFill>
                  <a:srgbClr val="000000"/>
                </a:solidFill>
                <a:latin typeface="宋体" pitchFamily="2" charset="-122"/>
              </a:rPr>
              <a:t>磁场驻波，</a:t>
            </a:r>
            <a:r>
              <a:rPr lang="en-US" altLang="zh-CN" sz="2400" b="1" i="1">
                <a:solidFill>
                  <a:srgbClr val="000000"/>
                </a:solidFill>
                <a:latin typeface="宋体" pitchFamily="2" charset="-122"/>
              </a:rPr>
              <a:t>E——</a:t>
            </a:r>
            <a:r>
              <a:rPr lang="zh-CN" altLang="en-US" sz="2400" b="1">
                <a:solidFill>
                  <a:srgbClr val="000000"/>
                </a:solidFill>
                <a:latin typeface="宋体" pitchFamily="2" charset="-122"/>
              </a:rPr>
              <a:t>电场驻波，</a:t>
            </a:r>
            <a:r>
              <a:rPr lang="en-US" altLang="zh-CN" sz="2400" b="1" i="1">
                <a:solidFill>
                  <a:srgbClr val="000000"/>
                </a:solidFill>
                <a:latin typeface="宋体" pitchFamily="2" charset="-122"/>
              </a:rPr>
              <a:t>T——</a:t>
            </a:r>
            <a:r>
              <a:rPr lang="zh-CN" altLang="en-US" sz="2400" b="1">
                <a:solidFill>
                  <a:srgbClr val="000000"/>
                </a:solidFill>
                <a:latin typeface="宋体" pitchFamily="2" charset="-122"/>
              </a:rPr>
              <a:t>行波）</a:t>
            </a:r>
          </a:p>
        </p:txBody>
      </p:sp>
    </p:spTree>
    <p:extLst>
      <p:ext uri="{BB962C8B-B14F-4D97-AF65-F5344CB8AC3E}">
        <p14:creationId xmlns:p14="http://schemas.microsoft.com/office/powerpoint/2010/main" val="1864097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83568" y="1085850"/>
            <a:ext cx="7772400" cy="3086100"/>
          </a:xfrm>
        </p:spPr>
        <p:txBody>
          <a:bodyPr/>
          <a:lstStyle/>
          <a:p>
            <a:r>
              <a:rPr lang="en-US" altLang="zh-CN" dirty="0" smtClean="0"/>
              <a:t>1</a:t>
            </a:r>
            <a:r>
              <a:rPr lang="zh-CN" altLang="en-US" dirty="0" smtClean="0"/>
              <a:t>区合成波的坡印廷矢量平均值</a:t>
            </a:r>
            <a:endParaRPr lang="zh-CN" altLang="en-US" dirty="0"/>
          </a:p>
        </p:txBody>
      </p:sp>
      <p:graphicFrame>
        <p:nvGraphicFramePr>
          <p:cNvPr id="4" name="Object 4"/>
          <p:cNvGraphicFramePr>
            <a:graphicFrameLocks noChangeAspect="1"/>
          </p:cNvGraphicFramePr>
          <p:nvPr>
            <p:extLst/>
          </p:nvPr>
        </p:nvGraphicFramePr>
        <p:xfrm>
          <a:off x="1231900" y="1779588"/>
          <a:ext cx="5294313" cy="2271712"/>
        </p:xfrm>
        <a:graphic>
          <a:graphicData uri="http://schemas.openxmlformats.org/presentationml/2006/ole">
            <mc:AlternateContent xmlns:mc="http://schemas.openxmlformats.org/markup-compatibility/2006">
              <mc:Choice xmlns:v="urn:schemas-microsoft-com:vml" Requires="v">
                <p:oleObj spid="_x0000_s337925" name="公式" r:id="rId3" imgW="2425680" imgH="1384200" progId="Equation.3">
                  <p:embed/>
                </p:oleObj>
              </mc:Choice>
              <mc:Fallback>
                <p:oleObj name="公式" r:id="rId3" imgW="2425680" imgH="1384200" progId="Equation.3">
                  <p:embed/>
                  <p:pic>
                    <p:nvPicPr>
                      <p:cNvPr id="4" name="Object 4"/>
                      <p:cNvPicPr>
                        <a:picLocks noChangeAspect="1" noChangeArrowheads="1"/>
                      </p:cNvPicPr>
                      <p:nvPr/>
                    </p:nvPicPr>
                    <p:blipFill>
                      <a:blip r:embed="rId4"/>
                      <a:srcRect/>
                      <a:stretch>
                        <a:fillRect/>
                      </a:stretch>
                    </p:blipFill>
                    <p:spPr bwMode="auto">
                      <a:xfrm>
                        <a:off x="1231900" y="1779588"/>
                        <a:ext cx="5294313" cy="2271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文本框 4"/>
          <p:cNvSpPr txBox="1"/>
          <p:nvPr/>
        </p:nvSpPr>
        <p:spPr>
          <a:xfrm>
            <a:off x="1187624" y="4051374"/>
            <a:ext cx="4608512" cy="461665"/>
          </a:xfrm>
          <a:prstGeom prst="rect">
            <a:avLst/>
          </a:prstGeom>
          <a:solidFill>
            <a:schemeClr val="tx2">
              <a:lumMod val="20000"/>
              <a:lumOff val="80000"/>
            </a:schemeClr>
          </a:solidFill>
        </p:spPr>
        <p:txBody>
          <a:bodyPr wrap="square" rtlCol="0">
            <a:spAutoFit/>
          </a:bodyPr>
          <a:lstStyle/>
          <a:p>
            <a:r>
              <a:rPr lang="zh-CN" altLang="en-US" sz="2400" b="1" dirty="0" smtClean="0"/>
              <a:t>等于入射波功率减去反射波功率</a:t>
            </a:r>
            <a:endParaRPr lang="zh-CN" altLang="en-US" sz="2400" b="1" dirty="0"/>
          </a:p>
        </p:txBody>
      </p:sp>
    </p:spTree>
    <p:extLst>
      <p:ext uri="{BB962C8B-B14F-4D97-AF65-F5344CB8AC3E}">
        <p14:creationId xmlns:p14="http://schemas.microsoft.com/office/powerpoint/2010/main" val="26160226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73994" y="267494"/>
            <a:ext cx="7772400" cy="926976"/>
          </a:xfrm>
        </p:spPr>
        <p:txBody>
          <a:bodyPr/>
          <a:lstStyle/>
          <a:p>
            <a:r>
              <a:rPr lang="en-US" altLang="zh-CN" dirty="0" smtClean="0"/>
              <a:t>2</a:t>
            </a:r>
            <a:r>
              <a:rPr lang="zh-CN" altLang="en-US" dirty="0" smtClean="0"/>
              <a:t>区折射波为行波，</a:t>
            </a:r>
            <a:r>
              <a:rPr lang="zh-CN" altLang="en-US" dirty="0"/>
              <a:t>坡印廷矢量平均值</a:t>
            </a:r>
          </a:p>
        </p:txBody>
      </p:sp>
      <p:graphicFrame>
        <p:nvGraphicFramePr>
          <p:cNvPr id="4" name="Object 4"/>
          <p:cNvGraphicFramePr>
            <a:graphicFrameLocks noChangeAspect="1"/>
          </p:cNvGraphicFramePr>
          <p:nvPr>
            <p:extLst/>
          </p:nvPr>
        </p:nvGraphicFramePr>
        <p:xfrm>
          <a:off x="755576" y="699542"/>
          <a:ext cx="4129087" cy="1458912"/>
        </p:xfrm>
        <a:graphic>
          <a:graphicData uri="http://schemas.openxmlformats.org/presentationml/2006/ole">
            <mc:AlternateContent xmlns:mc="http://schemas.openxmlformats.org/markup-compatibility/2006">
              <mc:Choice xmlns:v="urn:schemas-microsoft-com:vml" Requires="v">
                <p:oleObj spid="_x0000_s338952" name="公式" r:id="rId3" imgW="1892160" imgH="888840" progId="Equation.3">
                  <p:embed/>
                </p:oleObj>
              </mc:Choice>
              <mc:Fallback>
                <p:oleObj name="公式" r:id="rId3" imgW="1892160" imgH="888840" progId="Equation.3">
                  <p:embed/>
                  <p:pic>
                    <p:nvPicPr>
                      <p:cNvPr id="4" name="Object 4"/>
                      <p:cNvPicPr>
                        <a:picLocks noChangeAspect="1" noChangeArrowheads="1"/>
                      </p:cNvPicPr>
                      <p:nvPr/>
                    </p:nvPicPr>
                    <p:blipFill>
                      <a:blip r:embed="rId4"/>
                      <a:srcRect/>
                      <a:stretch>
                        <a:fillRect/>
                      </a:stretch>
                    </p:blipFill>
                    <p:spPr bwMode="auto">
                      <a:xfrm>
                        <a:off x="755576" y="699542"/>
                        <a:ext cx="4129087" cy="1458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文本框 4"/>
          <p:cNvSpPr txBox="1"/>
          <p:nvPr/>
        </p:nvSpPr>
        <p:spPr>
          <a:xfrm>
            <a:off x="1082601" y="4371950"/>
            <a:ext cx="5289600" cy="461665"/>
          </a:xfrm>
          <a:prstGeom prst="rect">
            <a:avLst/>
          </a:prstGeom>
          <a:solidFill>
            <a:schemeClr val="tx2">
              <a:lumMod val="20000"/>
              <a:lumOff val="80000"/>
            </a:schemeClr>
          </a:solidFill>
        </p:spPr>
        <p:txBody>
          <a:bodyPr wrap="square" rtlCol="0">
            <a:spAutoFit/>
          </a:bodyPr>
          <a:lstStyle/>
          <a:p>
            <a:r>
              <a:rPr lang="zh-CN" altLang="en-US" sz="2400" b="1" dirty="0" smtClean="0"/>
              <a:t>入射波功率</a:t>
            </a:r>
            <a:r>
              <a:rPr lang="en-US" altLang="zh-CN" sz="2400" b="1" dirty="0" smtClean="0"/>
              <a:t>=</a:t>
            </a:r>
            <a:r>
              <a:rPr lang="zh-CN" altLang="en-US" sz="2400" b="1" dirty="0" smtClean="0"/>
              <a:t>反射波功率</a:t>
            </a:r>
            <a:r>
              <a:rPr lang="en-US" altLang="zh-CN" sz="2400" b="1" dirty="0" smtClean="0"/>
              <a:t>+</a:t>
            </a:r>
            <a:r>
              <a:rPr lang="zh-CN" altLang="en-US" sz="2400" b="1" dirty="0" smtClean="0"/>
              <a:t>折射波功率</a:t>
            </a:r>
            <a:endParaRPr lang="zh-CN" altLang="en-US" sz="2400" b="1" dirty="0"/>
          </a:p>
        </p:txBody>
      </p:sp>
      <p:sp>
        <p:nvSpPr>
          <p:cNvPr id="6" name="内容占位符 2"/>
          <p:cNvSpPr txBox="1">
            <a:spLocks/>
          </p:cNvSpPr>
          <p:nvPr/>
        </p:nvSpPr>
        <p:spPr bwMode="auto">
          <a:xfrm>
            <a:off x="323528" y="2211710"/>
            <a:ext cx="7772400" cy="926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反射波能量</a:t>
            </a:r>
            <a:r>
              <a:rPr lang="en-US" altLang="zh-CN" dirty="0" smtClean="0"/>
              <a:t>+</a:t>
            </a:r>
            <a:r>
              <a:rPr lang="zh-CN" altLang="en-US" dirty="0" smtClean="0"/>
              <a:t>折射波能量</a:t>
            </a:r>
            <a:endParaRPr lang="zh-CN" altLang="en-US" dirty="0"/>
          </a:p>
        </p:txBody>
      </p:sp>
      <p:graphicFrame>
        <p:nvGraphicFramePr>
          <p:cNvPr id="8" name="对象 7"/>
          <p:cNvGraphicFramePr>
            <a:graphicFrameLocks noChangeAspect="1"/>
          </p:cNvGraphicFramePr>
          <p:nvPr>
            <p:extLst/>
          </p:nvPr>
        </p:nvGraphicFramePr>
        <p:xfrm>
          <a:off x="1082601" y="2787774"/>
          <a:ext cx="3802062" cy="1311275"/>
        </p:xfrm>
        <a:graphic>
          <a:graphicData uri="http://schemas.openxmlformats.org/presentationml/2006/ole">
            <mc:AlternateContent xmlns:mc="http://schemas.openxmlformats.org/markup-compatibility/2006">
              <mc:Choice xmlns:v="urn:schemas-microsoft-com:vml" Requires="v">
                <p:oleObj spid="_x0000_s338953" name="公式" r:id="rId5" imgW="2933640" imgH="1015920" progId="Equation.3">
                  <p:embed/>
                </p:oleObj>
              </mc:Choice>
              <mc:Fallback>
                <p:oleObj name="公式" r:id="rId5" imgW="2933640" imgH="1015920" progId="Equation.3">
                  <p:embed/>
                  <p:pic>
                    <p:nvPicPr>
                      <p:cNvPr id="8" name="对象 7"/>
                      <p:cNvPicPr/>
                      <p:nvPr/>
                    </p:nvPicPr>
                    <p:blipFill>
                      <a:blip r:embed="rId6"/>
                      <a:stretch>
                        <a:fillRect/>
                      </a:stretch>
                    </p:blipFill>
                    <p:spPr>
                      <a:xfrm>
                        <a:off x="1082601" y="2787774"/>
                        <a:ext cx="3802062" cy="1311275"/>
                      </a:xfrm>
                      <a:prstGeom prst="rect">
                        <a:avLst/>
                      </a:prstGeom>
                    </p:spPr>
                  </p:pic>
                </p:oleObj>
              </mc:Fallback>
            </mc:AlternateContent>
          </a:graphicData>
        </a:graphic>
      </p:graphicFrame>
    </p:spTree>
    <p:extLst>
      <p:ext uri="{BB962C8B-B14F-4D97-AF65-F5344CB8AC3E}">
        <p14:creationId xmlns:p14="http://schemas.microsoft.com/office/powerpoint/2010/main" val="18917859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defRPr/>
            </a:pPr>
            <a:r>
              <a:rPr lang="en-US" altLang="zh-CN" smtClean="0"/>
              <a:t> </a:t>
            </a:r>
          </a:p>
        </p:txBody>
      </p:sp>
      <p:sp>
        <p:nvSpPr>
          <p:cNvPr id="54275" name="Rectangle 3" descr="Rectangle: Click to edit Master text styles&#10;Second level&#10;Third level&#10;Fourth level&#10;Fifth level"/>
          <p:cNvSpPr>
            <a:spLocks noGrp="1" noChangeArrowheads="1"/>
          </p:cNvSpPr>
          <p:nvPr>
            <p:ph type="body" idx="1"/>
          </p:nvPr>
        </p:nvSpPr>
        <p:spPr>
          <a:xfrm>
            <a:off x="467544" y="627534"/>
            <a:ext cx="8278688" cy="3086100"/>
          </a:xfrm>
        </p:spPr>
        <p:txBody>
          <a:bodyPr/>
          <a:lstStyle/>
          <a:p>
            <a:pPr lvl="1" eaLnBrk="1" hangingPunct="1"/>
            <a:r>
              <a:rPr lang="en-US" altLang="zh-CN" dirty="0" smtClean="0">
                <a:latin typeface="隶书" pitchFamily="49" charset="-122"/>
              </a:rPr>
              <a:t>4.4.3  </a:t>
            </a:r>
            <a:r>
              <a:rPr lang="zh-CN" altLang="en-US" dirty="0" smtClean="0">
                <a:latin typeface="隶书" pitchFamily="49" charset="-122"/>
              </a:rPr>
              <a:t>对导电媒质平面的垂直入射</a:t>
            </a:r>
          </a:p>
        </p:txBody>
      </p:sp>
      <p:graphicFrame>
        <p:nvGraphicFramePr>
          <p:cNvPr id="4" name="Object 3"/>
          <p:cNvGraphicFramePr>
            <a:graphicFrameLocks noChangeAspect="1"/>
          </p:cNvGraphicFramePr>
          <p:nvPr>
            <p:extLst/>
          </p:nvPr>
        </p:nvGraphicFramePr>
        <p:xfrm>
          <a:off x="2195736" y="1563638"/>
          <a:ext cx="3749526" cy="2357399"/>
        </p:xfrm>
        <a:graphic>
          <a:graphicData uri="http://schemas.openxmlformats.org/presentationml/2006/ole">
            <mc:AlternateContent xmlns:mc="http://schemas.openxmlformats.org/markup-compatibility/2006">
              <mc:Choice xmlns:v="urn:schemas-microsoft-com:vml" Requires="v">
                <p:oleObj spid="_x0000_s339973" r:id="rId3" imgW="14847619" imgH="12447619" progId="">
                  <p:embed/>
                </p:oleObj>
              </mc:Choice>
              <mc:Fallback>
                <p:oleObj r:id="rId3" imgW="14847619" imgH="12447619" progId="">
                  <p:embed/>
                  <p:pic>
                    <p:nvPicPr>
                      <p:cNvPr id="4"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736" y="1563638"/>
                        <a:ext cx="3749526" cy="2357399"/>
                      </a:xfrm>
                      <a:prstGeom prst="rect">
                        <a:avLst/>
                      </a:prstGeom>
                      <a:noFill/>
                      <a:extLst/>
                    </p:spPr>
                  </p:pic>
                </p:oleObj>
              </mc:Fallback>
            </mc:AlternateContent>
          </a:graphicData>
        </a:graphic>
      </p:graphicFrame>
      <p:sp>
        <p:nvSpPr>
          <p:cNvPr id="5" name="Rectangle 6"/>
          <p:cNvSpPr>
            <a:spLocks noChangeArrowheads="1"/>
          </p:cNvSpPr>
          <p:nvPr/>
        </p:nvSpPr>
        <p:spPr bwMode="auto">
          <a:xfrm>
            <a:off x="1763688" y="4206503"/>
            <a:ext cx="57583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zh-CN" altLang="en-US" sz="2400" b="1" dirty="0">
                <a:solidFill>
                  <a:srgbClr val="000000"/>
                </a:solidFill>
                <a:latin typeface="宋体" pitchFamily="2" charset="-122"/>
              </a:rPr>
              <a:t>图</a:t>
            </a:r>
            <a:r>
              <a:rPr lang="en-US" altLang="zh-CN" sz="2400" b="1" dirty="0">
                <a:solidFill>
                  <a:srgbClr val="000000"/>
                </a:solidFill>
                <a:latin typeface="宋体" pitchFamily="2" charset="-122"/>
              </a:rPr>
              <a:t>4.14  </a:t>
            </a:r>
            <a:r>
              <a:rPr lang="zh-CN" altLang="en-US" sz="2400" b="1" dirty="0">
                <a:solidFill>
                  <a:srgbClr val="000000"/>
                </a:solidFill>
                <a:latin typeface="宋体" pitchFamily="2" charset="-122"/>
              </a:rPr>
              <a:t>均匀平面波向导电平面垂直入射</a:t>
            </a:r>
          </a:p>
        </p:txBody>
      </p:sp>
    </p:spTree>
    <p:extLst>
      <p:ext uri="{BB962C8B-B14F-4D97-AF65-F5344CB8AC3E}">
        <p14:creationId xmlns:p14="http://schemas.microsoft.com/office/powerpoint/2010/main" val="1226385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355050"/>
            <a:ext cx="7772400" cy="3086100"/>
          </a:xfrm>
        </p:spPr>
        <p:txBody>
          <a:bodyPr/>
          <a:lstStyle/>
          <a:p>
            <a:r>
              <a:rPr lang="zh-CN" altLang="en-US" dirty="0" smtClean="0"/>
              <a:t>分界面左侧入射波与反射波的</a:t>
            </a:r>
            <a:r>
              <a:rPr lang="zh-CN" altLang="en-US" dirty="0" smtClean="0">
                <a:solidFill>
                  <a:srgbClr val="C00000"/>
                </a:solidFill>
              </a:rPr>
              <a:t>合成场</a:t>
            </a:r>
            <a:r>
              <a:rPr lang="zh-CN" altLang="en-US" dirty="0" smtClean="0"/>
              <a:t>为</a:t>
            </a:r>
            <a:endParaRPr lang="zh-CN" altLang="en-US" dirty="0"/>
          </a:p>
        </p:txBody>
      </p:sp>
      <p:graphicFrame>
        <p:nvGraphicFramePr>
          <p:cNvPr id="4" name="对象 3"/>
          <p:cNvGraphicFramePr>
            <a:graphicFrameLocks noChangeAspect="1"/>
          </p:cNvGraphicFramePr>
          <p:nvPr>
            <p:extLst/>
          </p:nvPr>
        </p:nvGraphicFramePr>
        <p:xfrm>
          <a:off x="693738" y="1123950"/>
          <a:ext cx="4438650" cy="369888"/>
        </p:xfrm>
        <a:graphic>
          <a:graphicData uri="http://schemas.openxmlformats.org/presentationml/2006/ole">
            <mc:AlternateContent xmlns:mc="http://schemas.openxmlformats.org/markup-compatibility/2006">
              <mc:Choice xmlns:v="urn:schemas-microsoft-com:vml" Requires="v">
                <p:oleObj spid="_x0000_s341009" name="公式" r:id="rId3" imgW="2247840" imgH="253800" progId="Equation.3">
                  <p:embed/>
                </p:oleObj>
              </mc:Choice>
              <mc:Fallback>
                <p:oleObj name="公式" r:id="rId3" imgW="2247840" imgH="253800" progId="Equation.3">
                  <p:embed/>
                  <p:pic>
                    <p:nvPicPr>
                      <p:cNvPr id="4" name="对象 3"/>
                      <p:cNvPicPr>
                        <a:picLocks noChangeAspect="1" noChangeArrowheads="1"/>
                      </p:cNvPicPr>
                      <p:nvPr/>
                    </p:nvPicPr>
                    <p:blipFill>
                      <a:blip r:embed="rId4"/>
                      <a:srcRect/>
                      <a:stretch>
                        <a:fillRect/>
                      </a:stretch>
                    </p:blipFill>
                    <p:spPr bwMode="auto">
                      <a:xfrm>
                        <a:off x="693738" y="1123950"/>
                        <a:ext cx="4438650" cy="369888"/>
                      </a:xfrm>
                      <a:prstGeom prst="rect">
                        <a:avLst/>
                      </a:prstGeom>
                      <a:noFill/>
                      <a:ln>
                        <a:noFill/>
                      </a:ln>
                    </p:spPr>
                  </p:pic>
                </p:oleObj>
              </mc:Fallback>
            </mc:AlternateContent>
          </a:graphicData>
        </a:graphic>
      </p:graphicFrame>
      <p:graphicFrame>
        <p:nvGraphicFramePr>
          <p:cNvPr id="5" name="对象 4"/>
          <p:cNvGraphicFramePr>
            <a:graphicFrameLocks noChangeAspect="1"/>
          </p:cNvGraphicFramePr>
          <p:nvPr>
            <p:extLst/>
          </p:nvPr>
        </p:nvGraphicFramePr>
        <p:xfrm>
          <a:off x="696913" y="1700213"/>
          <a:ext cx="4125912" cy="611187"/>
        </p:xfrm>
        <a:graphic>
          <a:graphicData uri="http://schemas.openxmlformats.org/presentationml/2006/ole">
            <mc:AlternateContent xmlns:mc="http://schemas.openxmlformats.org/markup-compatibility/2006">
              <mc:Choice xmlns:v="urn:schemas-microsoft-com:vml" Requires="v">
                <p:oleObj spid="_x0000_s341010" name="公式" r:id="rId5" imgW="2323800" imgH="457200" progId="Equation.3">
                  <p:embed/>
                </p:oleObj>
              </mc:Choice>
              <mc:Fallback>
                <p:oleObj name="公式" r:id="rId5" imgW="2323800" imgH="457200" progId="Equation.3">
                  <p:embed/>
                  <p:pic>
                    <p:nvPicPr>
                      <p:cNvPr id="5" name="对象 4"/>
                      <p:cNvPicPr>
                        <a:picLocks noChangeAspect="1" noChangeArrowheads="1"/>
                      </p:cNvPicPr>
                      <p:nvPr/>
                    </p:nvPicPr>
                    <p:blipFill>
                      <a:blip r:embed="rId6"/>
                      <a:srcRect/>
                      <a:stretch>
                        <a:fillRect/>
                      </a:stretch>
                    </p:blipFill>
                    <p:spPr bwMode="auto">
                      <a:xfrm>
                        <a:off x="696913" y="1700213"/>
                        <a:ext cx="4125912"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内容占位符 2"/>
          <p:cNvSpPr txBox="1">
            <a:spLocks/>
          </p:cNvSpPr>
          <p:nvPr/>
        </p:nvSpPr>
        <p:spPr bwMode="auto">
          <a:xfrm>
            <a:off x="251520" y="2211710"/>
            <a:ext cx="7772400"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折射波的场强为</a:t>
            </a:r>
            <a:endParaRPr lang="zh-CN" altLang="en-US" dirty="0"/>
          </a:p>
        </p:txBody>
      </p:sp>
      <p:sp>
        <p:nvSpPr>
          <p:cNvPr id="14" name="圆角矩形标注 13"/>
          <p:cNvSpPr/>
          <p:nvPr/>
        </p:nvSpPr>
        <p:spPr>
          <a:xfrm>
            <a:off x="6660232" y="1923678"/>
            <a:ext cx="1728192" cy="576064"/>
          </a:xfrm>
          <a:prstGeom prst="wedgeRoundRectCallout">
            <a:avLst>
              <a:gd name="adj1" fmla="val -154725"/>
              <a:gd name="adj2" fmla="val -149461"/>
              <a:gd name="adj3" fmla="val 16667"/>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2">
                    <a:lumMod val="50000"/>
                  </a:schemeClr>
                </a:solidFill>
              </a:rPr>
              <a:t>传播常数</a:t>
            </a:r>
            <a:endParaRPr lang="zh-CN" altLang="en-US" sz="2400" b="1" dirty="0">
              <a:solidFill>
                <a:schemeClr val="bg2">
                  <a:lumMod val="50000"/>
                </a:schemeClr>
              </a:solidFill>
            </a:endParaRPr>
          </a:p>
        </p:txBody>
      </p:sp>
      <p:graphicFrame>
        <p:nvGraphicFramePr>
          <p:cNvPr id="2" name="对象 1"/>
          <p:cNvGraphicFramePr>
            <a:graphicFrameLocks noChangeAspect="1"/>
          </p:cNvGraphicFramePr>
          <p:nvPr>
            <p:extLst/>
          </p:nvPr>
        </p:nvGraphicFramePr>
        <p:xfrm>
          <a:off x="6834559" y="2535746"/>
          <a:ext cx="1379537" cy="296862"/>
        </p:xfrm>
        <a:graphic>
          <a:graphicData uri="http://schemas.openxmlformats.org/presentationml/2006/ole">
            <mc:AlternateContent xmlns:mc="http://schemas.openxmlformats.org/markup-compatibility/2006">
              <mc:Choice xmlns:v="urn:schemas-microsoft-com:vml" Requires="v">
                <p:oleObj spid="_x0000_s341011" name="公式" r:id="rId7" imgW="698400" imgH="203040" progId="Equation.3">
                  <p:embed/>
                </p:oleObj>
              </mc:Choice>
              <mc:Fallback>
                <p:oleObj name="公式" r:id="rId7" imgW="698400" imgH="203040" progId="Equation.3">
                  <p:embed/>
                  <p:pic>
                    <p:nvPicPr>
                      <p:cNvPr id="2" name="对象 1"/>
                      <p:cNvPicPr>
                        <a:picLocks noChangeAspect="1" noChangeArrowheads="1"/>
                      </p:cNvPicPr>
                      <p:nvPr/>
                    </p:nvPicPr>
                    <p:blipFill>
                      <a:blip r:embed="rId8"/>
                      <a:srcRect/>
                      <a:stretch>
                        <a:fillRect/>
                      </a:stretch>
                    </p:blipFill>
                    <p:spPr bwMode="auto">
                      <a:xfrm>
                        <a:off x="6834559" y="2535746"/>
                        <a:ext cx="1379537"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extLst/>
          </p:nvPr>
        </p:nvGraphicFramePr>
        <p:xfrm>
          <a:off x="2339752" y="3435846"/>
          <a:ext cx="2051050" cy="628650"/>
        </p:xfrm>
        <a:graphic>
          <a:graphicData uri="http://schemas.openxmlformats.org/presentationml/2006/ole">
            <mc:AlternateContent xmlns:mc="http://schemas.openxmlformats.org/markup-compatibility/2006">
              <mc:Choice xmlns:v="urn:schemas-microsoft-com:vml" Requires="v">
                <p:oleObj spid="_x0000_s341012" name="公式" r:id="rId9" imgW="1155600" imgH="469800" progId="Equation.3">
                  <p:embed/>
                </p:oleObj>
              </mc:Choice>
              <mc:Fallback>
                <p:oleObj name="公式" r:id="rId9" imgW="1155600" imgH="469800" progId="Equation.3">
                  <p:embed/>
                  <p:pic>
                    <p:nvPicPr>
                      <p:cNvPr id="7" name="对象 6"/>
                      <p:cNvPicPr>
                        <a:picLocks noChangeAspect="1" noChangeArrowheads="1"/>
                      </p:cNvPicPr>
                      <p:nvPr/>
                    </p:nvPicPr>
                    <p:blipFill>
                      <a:blip r:embed="rId10"/>
                      <a:srcRect/>
                      <a:stretch>
                        <a:fillRect/>
                      </a:stretch>
                    </p:blipFill>
                    <p:spPr bwMode="auto">
                      <a:xfrm>
                        <a:off x="2339752" y="3435846"/>
                        <a:ext cx="20510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nvPr>
        </p:nvGraphicFramePr>
        <p:xfrm>
          <a:off x="2271713" y="2940050"/>
          <a:ext cx="1981200" cy="352425"/>
        </p:xfrm>
        <a:graphic>
          <a:graphicData uri="http://schemas.openxmlformats.org/presentationml/2006/ole">
            <mc:AlternateContent xmlns:mc="http://schemas.openxmlformats.org/markup-compatibility/2006">
              <mc:Choice xmlns:v="urn:schemas-microsoft-com:vml" Requires="v">
                <p:oleObj spid="_x0000_s341013" name="公式" r:id="rId11" imgW="1002960" imgH="241200" progId="Equation.3">
                  <p:embed/>
                </p:oleObj>
              </mc:Choice>
              <mc:Fallback>
                <p:oleObj name="公式" r:id="rId11" imgW="1002960" imgH="241200" progId="Equation.3">
                  <p:embed/>
                  <p:pic>
                    <p:nvPicPr>
                      <p:cNvPr id="9" name="对象 8"/>
                      <p:cNvPicPr>
                        <a:picLocks noChangeAspect="1" noChangeArrowheads="1"/>
                      </p:cNvPicPr>
                      <p:nvPr/>
                    </p:nvPicPr>
                    <p:blipFill>
                      <a:blip r:embed="rId12"/>
                      <a:srcRect/>
                      <a:stretch>
                        <a:fillRect/>
                      </a:stretch>
                    </p:blipFill>
                    <p:spPr bwMode="auto">
                      <a:xfrm>
                        <a:off x="2271713" y="2940050"/>
                        <a:ext cx="19812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677170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animBg="1"/>
    </p:bld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defRPr/>
            </a:pPr>
            <a:r>
              <a:rPr lang="en-US" altLang="zh-CN" smtClean="0"/>
              <a:t> </a:t>
            </a:r>
          </a:p>
        </p:txBody>
      </p:sp>
      <p:sp>
        <p:nvSpPr>
          <p:cNvPr id="56323" name="Rectangle 3" descr="Rectangle: Click to edit Master text styles&#10;Second level&#10;Third level&#10;Fourth level&#10;Fifth level"/>
          <p:cNvSpPr>
            <a:spLocks noGrp="1" noChangeArrowheads="1"/>
          </p:cNvSpPr>
          <p:nvPr>
            <p:ph type="body" idx="1"/>
          </p:nvPr>
        </p:nvSpPr>
        <p:spPr>
          <a:xfrm>
            <a:off x="685800" y="1491630"/>
            <a:ext cx="7772400" cy="3086100"/>
          </a:xfrm>
        </p:spPr>
        <p:txBody>
          <a:bodyPr/>
          <a:lstStyle/>
          <a:p>
            <a:pPr eaLnBrk="1" hangingPunct="1"/>
            <a:r>
              <a:rPr lang="en-US" altLang="zh-CN" dirty="0" smtClean="0"/>
              <a:t>        </a:t>
            </a:r>
            <a:r>
              <a:rPr lang="zh-CN" altLang="en-US" dirty="0" smtClean="0"/>
              <a:t>进入良导体的电磁波只存在于表面，这个现象称为</a:t>
            </a:r>
            <a:r>
              <a:rPr lang="zh-CN" altLang="en-US" dirty="0" smtClean="0">
                <a:solidFill>
                  <a:srgbClr val="FF0000"/>
                </a:solidFill>
              </a:rPr>
              <a:t>集肤效应</a:t>
            </a:r>
            <a:r>
              <a:rPr lang="zh-CN" altLang="en-US" dirty="0" smtClean="0"/>
              <a:t>。工程上常用</a:t>
            </a:r>
            <a:r>
              <a:rPr lang="zh-CN" altLang="en-US" dirty="0" smtClean="0">
                <a:solidFill>
                  <a:srgbClr val="C00000"/>
                </a:solidFill>
                <a:latin typeface="黑体" pitchFamily="49" charset="-122"/>
                <a:ea typeface="黑体" pitchFamily="49" charset="-122"/>
              </a:rPr>
              <a:t>趋肤厚度</a:t>
            </a:r>
            <a:r>
              <a:rPr lang="zh-CN" altLang="en-US" dirty="0" smtClean="0"/>
              <a:t>   来表示集肤程度，它等于电磁波由良导体表面振幅衰减到表面值的      所经过的距离。</a:t>
            </a:r>
          </a:p>
        </p:txBody>
      </p:sp>
      <p:sp>
        <p:nvSpPr>
          <p:cNvPr id="56324" name="Rectangle 5"/>
          <p:cNvSpPr>
            <a:spLocks noChangeArrowheads="1"/>
          </p:cNvSpPr>
          <p:nvPr/>
        </p:nvSpPr>
        <p:spPr bwMode="auto">
          <a:xfrm>
            <a:off x="0" y="266784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56325" name="Object 4"/>
          <p:cNvGraphicFramePr>
            <a:graphicFrameLocks noChangeAspect="1"/>
          </p:cNvGraphicFramePr>
          <p:nvPr>
            <p:extLst>
              <p:ext uri="{D42A27DB-BD31-4B8C-83A1-F6EECF244321}">
                <p14:modId xmlns:p14="http://schemas.microsoft.com/office/powerpoint/2010/main" val="3771027849"/>
              </p:ext>
            </p:extLst>
          </p:nvPr>
        </p:nvGraphicFramePr>
        <p:xfrm>
          <a:off x="2411760" y="2556049"/>
          <a:ext cx="290513" cy="296466"/>
        </p:xfrm>
        <a:graphic>
          <a:graphicData uri="http://schemas.openxmlformats.org/presentationml/2006/ole">
            <mc:AlternateContent xmlns:mc="http://schemas.openxmlformats.org/markup-compatibility/2006">
              <mc:Choice xmlns:v="urn:schemas-microsoft-com:vml" Requires="v">
                <p:oleObj spid="_x0000_s342024" name="公式" r:id="rId3" imgW="139579" imgH="177646" progId="Equation.3">
                  <p:embed/>
                </p:oleObj>
              </mc:Choice>
              <mc:Fallback>
                <p:oleObj name="公式" r:id="rId3" imgW="139579" imgH="177646" progId="Equation.3">
                  <p:embed/>
                  <p:pic>
                    <p:nvPicPr>
                      <p:cNvPr id="5632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760" y="2556049"/>
                        <a:ext cx="290513" cy="2964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26" name="Rectangle 7"/>
          <p:cNvSpPr>
            <a:spLocks noChangeArrowheads="1"/>
          </p:cNvSpPr>
          <p:nvPr/>
        </p:nvSpPr>
        <p:spPr bwMode="auto">
          <a:xfrm>
            <a:off x="0" y="258569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56327" name="Object 6"/>
          <p:cNvGraphicFramePr>
            <a:graphicFrameLocks noChangeAspect="1"/>
          </p:cNvGraphicFramePr>
          <p:nvPr>
            <p:extLst>
              <p:ext uri="{D42A27DB-BD31-4B8C-83A1-F6EECF244321}">
                <p14:modId xmlns:p14="http://schemas.microsoft.com/office/powerpoint/2010/main" val="3675275655"/>
              </p:ext>
            </p:extLst>
          </p:nvPr>
        </p:nvGraphicFramePr>
        <p:xfrm>
          <a:off x="7380312" y="3014467"/>
          <a:ext cx="279400" cy="585788"/>
        </p:xfrm>
        <a:graphic>
          <a:graphicData uri="http://schemas.openxmlformats.org/presentationml/2006/ole">
            <mc:AlternateContent xmlns:mc="http://schemas.openxmlformats.org/markup-compatibility/2006">
              <mc:Choice xmlns:v="urn:schemas-microsoft-com:vml" Requires="v">
                <p:oleObj spid="_x0000_s342025" name="公式" r:id="rId5" imgW="152334" imgH="393529" progId="Equation.3">
                  <p:embed/>
                </p:oleObj>
              </mc:Choice>
              <mc:Fallback>
                <p:oleObj name="公式" r:id="rId5" imgW="152334" imgH="393529" progId="Equation.3">
                  <p:embed/>
                  <p:pic>
                    <p:nvPicPr>
                      <p:cNvPr id="5632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80312" y="3014467"/>
                        <a:ext cx="279400" cy="585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3" descr="Rectangle: Click to edit Master text styles&#10;Second level&#10;Third level&#10;Fourth level&#10;Fifth level"/>
          <p:cNvSpPr txBox="1">
            <a:spLocks noChangeArrowheads="1"/>
          </p:cNvSpPr>
          <p:nvPr/>
        </p:nvSpPr>
        <p:spPr bwMode="auto">
          <a:xfrm>
            <a:off x="544016" y="483518"/>
            <a:ext cx="7772400"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smtClean="0"/>
              <a:t>        </a:t>
            </a:r>
            <a:r>
              <a:rPr lang="zh-CN" altLang="en-US" dirty="0" smtClean="0"/>
              <a:t>假设</a:t>
            </a:r>
            <a:r>
              <a:rPr lang="en-US" altLang="zh-CN" dirty="0" smtClean="0"/>
              <a:t>1</a:t>
            </a:r>
            <a:r>
              <a:rPr lang="zh-CN" altLang="en-US" dirty="0" smtClean="0"/>
              <a:t>区为空气</a:t>
            </a:r>
            <a:r>
              <a:rPr lang="en-US" altLang="zh-CN" dirty="0" smtClean="0"/>
              <a:t>,2</a:t>
            </a:r>
            <a:r>
              <a:rPr lang="zh-CN" altLang="en-US" dirty="0" smtClean="0"/>
              <a:t>区为良导体</a:t>
            </a:r>
            <a:r>
              <a:rPr lang="en-US" altLang="zh-CN" dirty="0" smtClean="0"/>
              <a:t>,</a:t>
            </a:r>
            <a:r>
              <a:rPr lang="zh-CN" altLang="en-US" dirty="0" smtClean="0"/>
              <a:t>在导体中电磁波很快衰减。</a:t>
            </a:r>
          </a:p>
        </p:txBody>
      </p:sp>
    </p:spTree>
    <p:extLst>
      <p:ext uri="{BB962C8B-B14F-4D97-AF65-F5344CB8AC3E}">
        <p14:creationId xmlns:p14="http://schemas.microsoft.com/office/powerpoint/2010/main" val="16151279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defRPr/>
            </a:pPr>
            <a:r>
              <a:rPr lang="en-US" altLang="zh-CN" smtClean="0"/>
              <a:t> </a:t>
            </a:r>
          </a:p>
        </p:txBody>
      </p:sp>
      <p:sp>
        <p:nvSpPr>
          <p:cNvPr id="57347" name="Rectangle 3" descr="Rectangle: Click to edit Master text styles&#10;Second level&#10;Third level&#10;Fourth level&#10;Fifth level"/>
          <p:cNvSpPr>
            <a:spLocks noGrp="1" noChangeArrowheads="1"/>
          </p:cNvSpPr>
          <p:nvPr>
            <p:ph type="body" idx="1"/>
          </p:nvPr>
        </p:nvSpPr>
        <p:spPr>
          <a:xfrm>
            <a:off x="609600" y="123478"/>
            <a:ext cx="7772400" cy="4343400"/>
          </a:xfrm>
        </p:spPr>
        <p:txBody>
          <a:bodyPr/>
          <a:lstStyle/>
          <a:p>
            <a:pPr algn="r" eaLnBrk="1" hangingPunct="1"/>
            <a:endParaRPr lang="en-US" altLang="zh-CN" dirty="0" smtClean="0">
              <a:latin typeface="宋体" pitchFamily="2" charset="-122"/>
            </a:endParaRPr>
          </a:p>
          <a:p>
            <a:pPr algn="r" eaLnBrk="1" hangingPunct="1"/>
            <a:r>
              <a:rPr lang="zh-CN" altLang="en-US" dirty="0" smtClean="0">
                <a:latin typeface="宋体" pitchFamily="2" charset="-122"/>
              </a:rPr>
              <a:t>（</a:t>
            </a:r>
            <a:r>
              <a:rPr lang="en-US" altLang="zh-CN" dirty="0" smtClean="0">
                <a:latin typeface="宋体" pitchFamily="2" charset="-122"/>
              </a:rPr>
              <a:t>4.101</a:t>
            </a:r>
            <a:r>
              <a:rPr lang="zh-CN" altLang="en-US" dirty="0" smtClean="0">
                <a:latin typeface="宋体" pitchFamily="2" charset="-122"/>
              </a:rPr>
              <a:t>）</a:t>
            </a:r>
          </a:p>
          <a:p>
            <a:pPr algn="r" eaLnBrk="1" hangingPunct="1"/>
            <a:r>
              <a:rPr lang="zh-CN" altLang="en-US" dirty="0" smtClean="0">
                <a:latin typeface="宋体" pitchFamily="2" charset="-122"/>
              </a:rPr>
              <a:t>  </a:t>
            </a:r>
          </a:p>
          <a:p>
            <a:pPr algn="r" eaLnBrk="1" hangingPunct="1"/>
            <a:r>
              <a:rPr lang="zh-CN" altLang="en-US" dirty="0" smtClean="0">
                <a:latin typeface="宋体" pitchFamily="2" charset="-122"/>
              </a:rPr>
              <a:t>（</a:t>
            </a:r>
            <a:r>
              <a:rPr lang="en-US" altLang="zh-CN" dirty="0" smtClean="0">
                <a:latin typeface="宋体" pitchFamily="2" charset="-122"/>
              </a:rPr>
              <a:t>4.102</a:t>
            </a:r>
            <a:r>
              <a:rPr lang="zh-CN" altLang="en-US" dirty="0" smtClean="0">
                <a:latin typeface="宋体" pitchFamily="2" charset="-122"/>
              </a:rPr>
              <a:t>）</a:t>
            </a:r>
          </a:p>
          <a:p>
            <a:pPr algn="r" eaLnBrk="1" hangingPunct="1"/>
            <a:endParaRPr lang="zh-CN" altLang="en-US" dirty="0" smtClean="0">
              <a:latin typeface="宋体" pitchFamily="2" charset="-122"/>
            </a:endParaRPr>
          </a:p>
          <a:p>
            <a:pPr algn="r" eaLnBrk="1" hangingPunct="1"/>
            <a:r>
              <a:rPr lang="zh-CN" altLang="en-US" dirty="0" smtClean="0">
                <a:latin typeface="宋体" pitchFamily="2" charset="-122"/>
              </a:rPr>
              <a:t>（</a:t>
            </a:r>
            <a:r>
              <a:rPr lang="en-US" altLang="zh-CN" dirty="0" smtClean="0">
                <a:latin typeface="宋体" pitchFamily="2" charset="-122"/>
              </a:rPr>
              <a:t>4.103</a:t>
            </a:r>
            <a:r>
              <a:rPr lang="zh-CN" altLang="en-US" dirty="0" smtClean="0">
                <a:latin typeface="宋体" pitchFamily="2" charset="-122"/>
              </a:rPr>
              <a:t>）</a:t>
            </a:r>
          </a:p>
          <a:p>
            <a:pPr algn="r" eaLnBrk="1" hangingPunct="1"/>
            <a:r>
              <a:rPr lang="zh-CN" altLang="en-US" dirty="0" smtClean="0"/>
              <a:t> </a:t>
            </a:r>
          </a:p>
          <a:p>
            <a:pPr algn="r" eaLnBrk="1" hangingPunct="1"/>
            <a:r>
              <a:rPr lang="zh-CN" altLang="en-US" dirty="0" smtClean="0">
                <a:latin typeface="宋体" pitchFamily="2" charset="-122"/>
              </a:rPr>
              <a:t>（</a:t>
            </a:r>
            <a:r>
              <a:rPr lang="en-US" altLang="zh-CN" dirty="0" smtClean="0">
                <a:latin typeface="宋体" pitchFamily="2" charset="-122"/>
              </a:rPr>
              <a:t>4.104</a:t>
            </a:r>
            <a:r>
              <a:rPr lang="zh-CN" altLang="en-US" dirty="0" smtClean="0">
                <a:latin typeface="宋体" pitchFamily="2" charset="-122"/>
              </a:rPr>
              <a:t>）</a:t>
            </a:r>
            <a:r>
              <a:rPr lang="zh-CN" altLang="en-US" dirty="0" smtClean="0"/>
              <a:t> </a:t>
            </a:r>
          </a:p>
        </p:txBody>
      </p:sp>
      <p:sp>
        <p:nvSpPr>
          <p:cNvPr id="57348" name="Rectangle 5"/>
          <p:cNvSpPr>
            <a:spLocks noChangeArrowheads="1"/>
          </p:cNvSpPr>
          <p:nvPr/>
        </p:nvSpPr>
        <p:spPr bwMode="auto">
          <a:xfrm>
            <a:off x="0" y="219777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57349" name="Object 4"/>
          <p:cNvGraphicFramePr>
            <a:graphicFrameLocks noChangeAspect="1"/>
          </p:cNvGraphicFramePr>
          <p:nvPr>
            <p:extLst/>
          </p:nvPr>
        </p:nvGraphicFramePr>
        <p:xfrm>
          <a:off x="2426568" y="627534"/>
          <a:ext cx="3657600" cy="870347"/>
        </p:xfrm>
        <a:graphic>
          <a:graphicData uri="http://schemas.openxmlformats.org/presentationml/2006/ole">
            <mc:AlternateContent xmlns:mc="http://schemas.openxmlformats.org/markup-compatibility/2006">
              <mc:Choice xmlns:v="urn:schemas-microsoft-com:vml" Requires="v">
                <p:oleObj spid="_x0000_s343054" name="公式" r:id="rId3" imgW="1663700" imgH="495300" progId="Equation.3">
                  <p:embed/>
                </p:oleObj>
              </mc:Choice>
              <mc:Fallback>
                <p:oleObj name="公式" r:id="rId3" imgW="1663700" imgH="495300" progId="Equation.3">
                  <p:embed/>
                  <p:pic>
                    <p:nvPicPr>
                      <p:cNvPr id="5734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6568" y="627534"/>
                        <a:ext cx="3657600" cy="8703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50" name="Rectangle 7"/>
          <p:cNvSpPr>
            <a:spLocks noChangeArrowheads="1"/>
          </p:cNvSpPr>
          <p:nvPr/>
        </p:nvSpPr>
        <p:spPr bwMode="auto">
          <a:xfrm>
            <a:off x="0" y="221920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57351" name="Object 6"/>
          <p:cNvGraphicFramePr>
            <a:graphicFrameLocks noChangeAspect="1"/>
          </p:cNvGraphicFramePr>
          <p:nvPr/>
        </p:nvGraphicFramePr>
        <p:xfrm>
          <a:off x="2057400" y="1771650"/>
          <a:ext cx="4038600" cy="722710"/>
        </p:xfrm>
        <a:graphic>
          <a:graphicData uri="http://schemas.openxmlformats.org/presentationml/2006/ole">
            <mc:AlternateContent xmlns:mc="http://schemas.openxmlformats.org/markup-compatibility/2006">
              <mc:Choice xmlns:v="urn:schemas-microsoft-com:vml" Requires="v">
                <p:oleObj spid="_x0000_s343055" name="公式" r:id="rId5" imgW="1879600" imgH="444500" progId="Equation.3">
                  <p:embed/>
                </p:oleObj>
              </mc:Choice>
              <mc:Fallback>
                <p:oleObj name="公式" r:id="rId5" imgW="1879600" imgH="444500" progId="Equation.3">
                  <p:embed/>
                  <p:pic>
                    <p:nvPicPr>
                      <p:cNvPr id="5735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1771650"/>
                        <a:ext cx="4038600" cy="7227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52" name="Rectangle 9"/>
          <p:cNvSpPr>
            <a:spLocks noChangeArrowheads="1"/>
          </p:cNvSpPr>
          <p:nvPr/>
        </p:nvSpPr>
        <p:spPr bwMode="auto">
          <a:xfrm>
            <a:off x="0" y="221920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57353" name="Object 8"/>
          <p:cNvGraphicFramePr>
            <a:graphicFrameLocks noChangeAspect="1"/>
          </p:cNvGraphicFramePr>
          <p:nvPr>
            <p:extLst/>
          </p:nvPr>
        </p:nvGraphicFramePr>
        <p:xfrm>
          <a:off x="2514600" y="2749425"/>
          <a:ext cx="3505200" cy="758429"/>
        </p:xfrm>
        <a:graphic>
          <a:graphicData uri="http://schemas.openxmlformats.org/presentationml/2006/ole">
            <mc:AlternateContent xmlns:mc="http://schemas.openxmlformats.org/markup-compatibility/2006">
              <mc:Choice xmlns:v="urn:schemas-microsoft-com:vml" Requires="v">
                <p:oleObj spid="_x0000_s343056" name="公式" r:id="rId7" imgW="1548728" imgH="444307" progId="Equation.3">
                  <p:embed/>
                </p:oleObj>
              </mc:Choice>
              <mc:Fallback>
                <p:oleObj name="公式" r:id="rId7" imgW="1548728" imgH="444307" progId="Equation.3">
                  <p:embed/>
                  <p:pic>
                    <p:nvPicPr>
                      <p:cNvPr id="57353"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4600" y="2749425"/>
                        <a:ext cx="3505200" cy="7584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54" name="Rectangle 11"/>
          <p:cNvSpPr>
            <a:spLocks noChangeArrowheads="1"/>
          </p:cNvSpPr>
          <p:nvPr/>
        </p:nvSpPr>
        <p:spPr bwMode="auto">
          <a:xfrm>
            <a:off x="0" y="222277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57355" name="Object 10"/>
          <p:cNvGraphicFramePr>
            <a:graphicFrameLocks noChangeAspect="1"/>
          </p:cNvGraphicFramePr>
          <p:nvPr>
            <p:extLst/>
          </p:nvPr>
        </p:nvGraphicFramePr>
        <p:xfrm>
          <a:off x="2743200" y="3936082"/>
          <a:ext cx="2895600" cy="723900"/>
        </p:xfrm>
        <a:graphic>
          <a:graphicData uri="http://schemas.openxmlformats.org/presentationml/2006/ole">
            <mc:AlternateContent xmlns:mc="http://schemas.openxmlformats.org/markup-compatibility/2006">
              <mc:Choice xmlns:v="urn:schemas-microsoft-com:vml" Requires="v">
                <p:oleObj spid="_x0000_s343057" name="公式" r:id="rId9" imgW="1397000" imgH="431800" progId="Equation.3">
                  <p:embed/>
                </p:oleObj>
              </mc:Choice>
              <mc:Fallback>
                <p:oleObj name="公式" r:id="rId9" imgW="1397000" imgH="431800" progId="Equation.3">
                  <p:embed/>
                  <p:pic>
                    <p:nvPicPr>
                      <p:cNvPr id="57355"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43200" y="3936082"/>
                        <a:ext cx="2895600"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610555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defRPr/>
            </a:pPr>
            <a:r>
              <a:rPr lang="en-US" altLang="zh-CN" smtClean="0"/>
              <a:t> </a:t>
            </a:r>
          </a:p>
        </p:txBody>
      </p:sp>
      <p:sp>
        <p:nvSpPr>
          <p:cNvPr id="58371" name="Rectangle 3" descr="Rectangle: Click to edit Master text styles&#10;Second level&#10;Third level&#10;Fourth level&#10;Fifth level"/>
          <p:cNvSpPr>
            <a:spLocks noGrp="1" noChangeArrowheads="1"/>
          </p:cNvSpPr>
          <p:nvPr>
            <p:ph type="body" idx="1"/>
          </p:nvPr>
        </p:nvSpPr>
        <p:spPr/>
        <p:txBody>
          <a:bodyPr/>
          <a:lstStyle/>
          <a:p>
            <a:pPr eaLnBrk="1" hangingPunct="1"/>
            <a:r>
              <a:rPr lang="en-US" altLang="zh-CN" smtClean="0"/>
              <a:t> </a:t>
            </a:r>
            <a:r>
              <a:rPr lang="zh-CN" altLang="en-US" smtClean="0"/>
              <a:t>例</a:t>
            </a:r>
            <a:r>
              <a:rPr lang="en-US" altLang="zh-CN" smtClean="0"/>
              <a:t>4.6 </a:t>
            </a:r>
            <a:r>
              <a:rPr lang="zh-CN" altLang="en-US" smtClean="0"/>
              <a:t>分别计算频率为</a:t>
            </a:r>
            <a:r>
              <a:rPr lang="en-US" altLang="zh-CN" smtClean="0"/>
              <a:t>f</a:t>
            </a:r>
            <a:r>
              <a:rPr lang="en-US" altLang="zh-CN" baseline="-25000" smtClean="0"/>
              <a:t>1</a:t>
            </a:r>
            <a:r>
              <a:rPr lang="en-US" altLang="zh-CN" smtClean="0"/>
              <a:t>=50Hz</a:t>
            </a:r>
            <a:r>
              <a:rPr lang="zh-CN" altLang="en-US" smtClean="0"/>
              <a:t>、</a:t>
            </a:r>
            <a:r>
              <a:rPr lang="en-US" altLang="zh-CN" smtClean="0"/>
              <a:t>f</a:t>
            </a:r>
            <a:r>
              <a:rPr lang="en-US" altLang="zh-CN" baseline="-25000" smtClean="0"/>
              <a:t>2</a:t>
            </a:r>
            <a:r>
              <a:rPr lang="en-US" altLang="zh-CN" smtClean="0"/>
              <a:t>=1MHz</a:t>
            </a:r>
            <a:r>
              <a:rPr lang="zh-CN" altLang="en-US" smtClean="0"/>
              <a:t>、</a:t>
            </a:r>
            <a:r>
              <a:rPr lang="en-US" altLang="zh-CN" smtClean="0"/>
              <a:t>f</a:t>
            </a:r>
            <a:r>
              <a:rPr lang="en-US" altLang="zh-CN" baseline="-25000" smtClean="0"/>
              <a:t>3</a:t>
            </a:r>
            <a:r>
              <a:rPr lang="en-US" altLang="zh-CN" smtClean="0"/>
              <a:t>=10GHz</a:t>
            </a:r>
            <a:r>
              <a:rPr lang="zh-CN" altLang="en-US" smtClean="0"/>
              <a:t>时电磁波在铜中的趋肤厚度。已知铜</a:t>
            </a:r>
            <a:r>
              <a:rPr lang="en-US" altLang="zh-CN" smtClean="0"/>
              <a:t>μ≈μ</a:t>
            </a:r>
            <a:r>
              <a:rPr lang="en-US" altLang="zh-CN" baseline="-25000" smtClean="0"/>
              <a:t>0</a:t>
            </a:r>
            <a:r>
              <a:rPr lang="zh-CN" altLang="en-US" smtClean="0"/>
              <a:t>、</a:t>
            </a:r>
            <a:r>
              <a:rPr lang="en-US" altLang="zh-CN" smtClean="0"/>
              <a:t>ε≈ε</a:t>
            </a:r>
            <a:r>
              <a:rPr lang="en-US" altLang="zh-CN" baseline="-25000" smtClean="0"/>
              <a:t>0</a:t>
            </a:r>
            <a:r>
              <a:rPr lang="zh-CN" altLang="en-US" smtClean="0"/>
              <a:t>、</a:t>
            </a:r>
            <a:r>
              <a:rPr lang="en-US" altLang="zh-CN" smtClean="0"/>
              <a:t>σ=5.8×10</a:t>
            </a:r>
            <a:r>
              <a:rPr lang="en-US" altLang="zh-CN" baseline="30000" smtClean="0"/>
              <a:t>7</a:t>
            </a:r>
            <a:r>
              <a:rPr lang="en-US" altLang="zh-CN" smtClean="0"/>
              <a:t>S/m</a:t>
            </a:r>
            <a:r>
              <a:rPr lang="zh-CN" altLang="en-US" smtClean="0"/>
              <a:t>。</a:t>
            </a:r>
          </a:p>
        </p:txBody>
      </p:sp>
    </p:spTree>
    <p:extLst>
      <p:ext uri="{BB962C8B-B14F-4D97-AF65-F5344CB8AC3E}">
        <p14:creationId xmlns:p14="http://schemas.microsoft.com/office/powerpoint/2010/main" val="2200492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defRPr/>
            </a:pPr>
            <a:r>
              <a:rPr lang="en-US" altLang="zh-CN" smtClean="0"/>
              <a:t> </a:t>
            </a:r>
          </a:p>
        </p:txBody>
      </p:sp>
      <p:sp>
        <p:nvSpPr>
          <p:cNvPr id="59395" name="Rectangle 3" descr="Rectangle: Click to edit Master text styles&#10;Second level&#10;Third level&#10;Fourth level&#10;Fifth level"/>
          <p:cNvSpPr>
            <a:spLocks noGrp="1" noChangeArrowheads="1"/>
          </p:cNvSpPr>
          <p:nvPr>
            <p:ph type="body" idx="1"/>
          </p:nvPr>
        </p:nvSpPr>
        <p:spPr>
          <a:xfrm>
            <a:off x="685800" y="571500"/>
            <a:ext cx="7772400" cy="4286250"/>
          </a:xfrm>
        </p:spPr>
        <p:txBody>
          <a:bodyPr/>
          <a:lstStyle/>
          <a:p>
            <a:pPr eaLnBrk="1" hangingPunct="1"/>
            <a:r>
              <a:rPr lang="zh-CN" altLang="en-US" dirty="0" smtClean="0">
                <a:latin typeface="宋体" pitchFamily="2" charset="-122"/>
              </a:rPr>
              <a:t>解 当</a:t>
            </a:r>
            <a:r>
              <a:rPr lang="en-US" altLang="zh-CN" i="1" dirty="0" smtClean="0">
                <a:latin typeface="宋体" pitchFamily="2" charset="-122"/>
              </a:rPr>
              <a:t>f</a:t>
            </a:r>
            <a:r>
              <a:rPr lang="en-US" altLang="zh-CN" baseline="-25000" dirty="0" smtClean="0">
                <a:latin typeface="宋体" pitchFamily="2" charset="-122"/>
              </a:rPr>
              <a:t>1</a:t>
            </a:r>
            <a:r>
              <a:rPr lang="en-US" altLang="zh-CN" dirty="0" smtClean="0">
                <a:latin typeface="宋体" pitchFamily="2" charset="-122"/>
              </a:rPr>
              <a:t>=50Hz</a:t>
            </a:r>
            <a:r>
              <a:rPr lang="zh-CN" altLang="en-US" dirty="0" smtClean="0">
                <a:latin typeface="宋体" pitchFamily="2" charset="-122"/>
              </a:rPr>
              <a:t>时</a:t>
            </a:r>
          </a:p>
        </p:txBody>
      </p:sp>
      <p:sp>
        <p:nvSpPr>
          <p:cNvPr id="59396" name="Rectangle 5"/>
          <p:cNvSpPr>
            <a:spLocks noChangeArrowheads="1"/>
          </p:cNvSpPr>
          <p:nvPr/>
        </p:nvSpPr>
        <p:spPr bwMode="auto">
          <a:xfrm>
            <a:off x="0" y="221206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59397" name="Object 4"/>
          <p:cNvGraphicFramePr>
            <a:graphicFrameLocks noChangeAspect="1"/>
          </p:cNvGraphicFramePr>
          <p:nvPr>
            <p:extLst/>
          </p:nvPr>
        </p:nvGraphicFramePr>
        <p:xfrm>
          <a:off x="1219200" y="1203598"/>
          <a:ext cx="5791200" cy="635794"/>
        </p:xfrm>
        <a:graphic>
          <a:graphicData uri="http://schemas.openxmlformats.org/presentationml/2006/ole">
            <mc:AlternateContent xmlns:mc="http://schemas.openxmlformats.org/markup-compatibility/2006">
              <mc:Choice xmlns:v="urn:schemas-microsoft-com:vml" Requires="v">
                <p:oleObj spid="_x0000_s344075" name="公式" r:id="rId3" imgW="3340100" imgH="457200" progId="Equation.3">
                  <p:embed/>
                </p:oleObj>
              </mc:Choice>
              <mc:Fallback>
                <p:oleObj name="公式" r:id="rId3" imgW="3340100" imgH="457200" progId="Equation.3">
                  <p:embed/>
                  <p:pic>
                    <p:nvPicPr>
                      <p:cNvPr id="5939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203598"/>
                        <a:ext cx="5791200" cy="6357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398" name="Rectangle 6"/>
          <p:cNvSpPr>
            <a:spLocks noChangeArrowheads="1"/>
          </p:cNvSpPr>
          <p:nvPr/>
        </p:nvSpPr>
        <p:spPr bwMode="auto">
          <a:xfrm>
            <a:off x="6934200" y="1210152"/>
            <a:ext cx="6286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1" hangingPunct="1"/>
            <a:r>
              <a:rPr lang="en-US" altLang="zh-CN" b="1">
                <a:solidFill>
                  <a:srgbClr val="000000"/>
                </a:solidFill>
                <a:latin typeface="宋体" pitchFamily="2" charset="-122"/>
              </a:rPr>
              <a:t>mm </a:t>
            </a:r>
          </a:p>
        </p:txBody>
      </p:sp>
      <p:sp>
        <p:nvSpPr>
          <p:cNvPr id="59399" name="Rectangle 8"/>
          <p:cNvSpPr>
            <a:spLocks noChangeArrowheads="1"/>
          </p:cNvSpPr>
          <p:nvPr/>
        </p:nvSpPr>
        <p:spPr bwMode="auto">
          <a:xfrm>
            <a:off x="0" y="221206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59400" name="Object 7"/>
          <p:cNvGraphicFramePr>
            <a:graphicFrameLocks noChangeAspect="1"/>
          </p:cNvGraphicFramePr>
          <p:nvPr>
            <p:extLst/>
          </p:nvPr>
        </p:nvGraphicFramePr>
        <p:xfrm>
          <a:off x="1143000" y="2355726"/>
          <a:ext cx="6019800" cy="616744"/>
        </p:xfrm>
        <a:graphic>
          <a:graphicData uri="http://schemas.openxmlformats.org/presentationml/2006/ole">
            <mc:AlternateContent xmlns:mc="http://schemas.openxmlformats.org/markup-compatibility/2006">
              <mc:Choice xmlns:v="urn:schemas-microsoft-com:vml" Requires="v">
                <p:oleObj spid="_x0000_s344076" name="公式" r:id="rId5" imgW="3581400" imgH="457200" progId="Equation.3">
                  <p:embed/>
                </p:oleObj>
              </mc:Choice>
              <mc:Fallback>
                <p:oleObj name="公式" r:id="rId5" imgW="3581400" imgH="457200" progId="Equation.3">
                  <p:embed/>
                  <p:pic>
                    <p:nvPicPr>
                      <p:cNvPr id="5940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2355726"/>
                        <a:ext cx="6019800" cy="6167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401" name="Rectangle 9"/>
          <p:cNvSpPr>
            <a:spLocks noChangeArrowheads="1"/>
          </p:cNvSpPr>
          <p:nvPr/>
        </p:nvSpPr>
        <p:spPr bwMode="auto">
          <a:xfrm>
            <a:off x="7162801" y="2467452"/>
            <a:ext cx="53572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en-US" altLang="zh-CN" b="1" dirty="0">
                <a:solidFill>
                  <a:srgbClr val="000000"/>
                </a:solidFill>
                <a:latin typeface="宋体" pitchFamily="2" charset="-122"/>
              </a:rPr>
              <a:t>mm </a:t>
            </a:r>
          </a:p>
        </p:txBody>
      </p:sp>
      <p:sp>
        <p:nvSpPr>
          <p:cNvPr id="59402" name="Rectangle 11"/>
          <p:cNvSpPr>
            <a:spLocks noChangeArrowheads="1"/>
          </p:cNvSpPr>
          <p:nvPr/>
        </p:nvSpPr>
        <p:spPr bwMode="auto">
          <a:xfrm>
            <a:off x="0" y="221206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59403" name="Object 10"/>
          <p:cNvGraphicFramePr>
            <a:graphicFrameLocks noChangeAspect="1"/>
          </p:cNvGraphicFramePr>
          <p:nvPr>
            <p:extLst/>
          </p:nvPr>
        </p:nvGraphicFramePr>
        <p:xfrm>
          <a:off x="1191344" y="3579862"/>
          <a:ext cx="6477000" cy="632222"/>
        </p:xfrm>
        <a:graphic>
          <a:graphicData uri="http://schemas.openxmlformats.org/presentationml/2006/ole">
            <mc:AlternateContent xmlns:mc="http://schemas.openxmlformats.org/markup-compatibility/2006">
              <mc:Choice xmlns:v="urn:schemas-microsoft-com:vml" Requires="v">
                <p:oleObj spid="_x0000_s344077" name="公式" r:id="rId7" imgW="3759200" imgH="457200" progId="Equation.3">
                  <p:embed/>
                </p:oleObj>
              </mc:Choice>
              <mc:Fallback>
                <p:oleObj name="公式" r:id="rId7" imgW="3759200" imgH="457200" progId="Equation.3">
                  <p:embed/>
                  <p:pic>
                    <p:nvPicPr>
                      <p:cNvPr id="59403"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91344" y="3579862"/>
                        <a:ext cx="6477000" cy="6322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404" name="Rectangle 12"/>
          <p:cNvSpPr>
            <a:spLocks noChangeArrowheads="1"/>
          </p:cNvSpPr>
          <p:nvPr/>
        </p:nvSpPr>
        <p:spPr bwMode="auto">
          <a:xfrm>
            <a:off x="7551943" y="3601078"/>
            <a:ext cx="53572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en-US" altLang="zh-CN" b="1" dirty="0">
                <a:solidFill>
                  <a:srgbClr val="000000"/>
                </a:solidFill>
                <a:latin typeface="宋体" pitchFamily="2" charset="-122"/>
              </a:rPr>
              <a:t>mm </a:t>
            </a:r>
          </a:p>
        </p:txBody>
      </p:sp>
      <p:sp>
        <p:nvSpPr>
          <p:cNvPr id="3" name="矩形 2"/>
          <p:cNvSpPr/>
          <p:nvPr/>
        </p:nvSpPr>
        <p:spPr>
          <a:xfrm>
            <a:off x="628180" y="2935890"/>
            <a:ext cx="2593980" cy="584775"/>
          </a:xfrm>
          <a:prstGeom prst="rect">
            <a:avLst/>
          </a:prstGeom>
        </p:spPr>
        <p:txBody>
          <a:bodyPr wrap="none">
            <a:spAutoFit/>
          </a:bodyPr>
          <a:lstStyle/>
          <a:p>
            <a:pPr lvl="0" eaLnBrk="1" hangingPunct="1">
              <a:spcBef>
                <a:spcPct val="20000"/>
              </a:spcBef>
              <a:buClr>
                <a:srgbClr val="A50021"/>
              </a:buClr>
              <a:buSzPct val="75000"/>
            </a:pPr>
            <a:r>
              <a:rPr lang="zh-CN" altLang="en-US" sz="3200" b="1" dirty="0">
                <a:solidFill>
                  <a:srgbClr val="000000"/>
                </a:solidFill>
                <a:latin typeface="宋体" pitchFamily="2" charset="-122"/>
                <a:ea typeface="宋体"/>
              </a:rPr>
              <a:t>当</a:t>
            </a:r>
            <a:r>
              <a:rPr lang="en-US" altLang="zh-CN" sz="3200" b="1" i="1" dirty="0">
                <a:solidFill>
                  <a:srgbClr val="000000"/>
                </a:solidFill>
                <a:latin typeface="宋体" pitchFamily="2" charset="-122"/>
                <a:ea typeface="宋体"/>
              </a:rPr>
              <a:t>f</a:t>
            </a:r>
            <a:r>
              <a:rPr lang="en-US" altLang="zh-CN" sz="3200" b="1" baseline="-25000" dirty="0">
                <a:solidFill>
                  <a:srgbClr val="000000"/>
                </a:solidFill>
                <a:latin typeface="宋体" pitchFamily="2" charset="-122"/>
                <a:ea typeface="宋体"/>
              </a:rPr>
              <a:t>3</a:t>
            </a:r>
            <a:r>
              <a:rPr lang="en-US" altLang="zh-CN" sz="3200" b="1" dirty="0">
                <a:solidFill>
                  <a:srgbClr val="000000"/>
                </a:solidFill>
                <a:latin typeface="宋体" pitchFamily="2" charset="-122"/>
                <a:ea typeface="宋体"/>
              </a:rPr>
              <a:t>=10GHz</a:t>
            </a:r>
            <a:r>
              <a:rPr lang="zh-CN" altLang="en-US" sz="3200" b="1" dirty="0">
                <a:solidFill>
                  <a:srgbClr val="000000"/>
                </a:solidFill>
                <a:latin typeface="宋体" pitchFamily="2" charset="-122"/>
                <a:ea typeface="宋体"/>
              </a:rPr>
              <a:t>时</a:t>
            </a:r>
          </a:p>
        </p:txBody>
      </p:sp>
      <p:sp>
        <p:nvSpPr>
          <p:cNvPr id="5" name="矩形 4"/>
          <p:cNvSpPr/>
          <p:nvPr/>
        </p:nvSpPr>
        <p:spPr>
          <a:xfrm>
            <a:off x="601649" y="1748334"/>
            <a:ext cx="2387192" cy="584775"/>
          </a:xfrm>
          <a:prstGeom prst="rect">
            <a:avLst/>
          </a:prstGeom>
        </p:spPr>
        <p:txBody>
          <a:bodyPr wrap="none">
            <a:spAutoFit/>
          </a:bodyPr>
          <a:lstStyle/>
          <a:p>
            <a:pPr lvl="0" eaLnBrk="1" hangingPunct="1">
              <a:spcBef>
                <a:spcPct val="20000"/>
              </a:spcBef>
              <a:buClr>
                <a:srgbClr val="A50021"/>
              </a:buClr>
              <a:buSzPct val="75000"/>
            </a:pPr>
            <a:r>
              <a:rPr lang="zh-CN" altLang="en-US" sz="3200" b="1" dirty="0">
                <a:solidFill>
                  <a:srgbClr val="000000"/>
                </a:solidFill>
                <a:latin typeface="宋体" pitchFamily="2" charset="-122"/>
                <a:ea typeface="宋体"/>
              </a:rPr>
              <a:t>当</a:t>
            </a:r>
            <a:r>
              <a:rPr lang="en-US" altLang="zh-CN" sz="3200" b="1" i="1" dirty="0">
                <a:solidFill>
                  <a:srgbClr val="000000"/>
                </a:solidFill>
                <a:latin typeface="宋体" pitchFamily="2" charset="-122"/>
                <a:ea typeface="宋体"/>
              </a:rPr>
              <a:t>f</a:t>
            </a:r>
            <a:r>
              <a:rPr lang="en-US" altLang="zh-CN" sz="3200" b="1" baseline="-25000" dirty="0">
                <a:solidFill>
                  <a:srgbClr val="000000"/>
                </a:solidFill>
                <a:latin typeface="宋体" pitchFamily="2" charset="-122"/>
                <a:ea typeface="宋体"/>
              </a:rPr>
              <a:t>2</a:t>
            </a:r>
            <a:r>
              <a:rPr lang="en-US" altLang="zh-CN" sz="3200" b="1" dirty="0">
                <a:solidFill>
                  <a:srgbClr val="000000"/>
                </a:solidFill>
                <a:latin typeface="宋体" pitchFamily="2" charset="-122"/>
                <a:ea typeface="宋体"/>
              </a:rPr>
              <a:t>=1MHz</a:t>
            </a:r>
            <a:r>
              <a:rPr lang="zh-CN" altLang="en-US" sz="3200" b="1" dirty="0">
                <a:solidFill>
                  <a:srgbClr val="000000"/>
                </a:solidFill>
                <a:latin typeface="宋体" pitchFamily="2" charset="-122"/>
                <a:ea typeface="宋体"/>
              </a:rPr>
              <a:t>时</a:t>
            </a:r>
          </a:p>
        </p:txBody>
      </p:sp>
      <p:sp>
        <p:nvSpPr>
          <p:cNvPr id="17" name="文本框 16"/>
          <p:cNvSpPr txBox="1"/>
          <p:nvPr/>
        </p:nvSpPr>
        <p:spPr>
          <a:xfrm>
            <a:off x="1082601" y="4371950"/>
            <a:ext cx="3921447" cy="461665"/>
          </a:xfrm>
          <a:prstGeom prst="rect">
            <a:avLst/>
          </a:prstGeom>
          <a:solidFill>
            <a:schemeClr val="tx2">
              <a:lumMod val="20000"/>
              <a:lumOff val="80000"/>
            </a:schemeClr>
          </a:solidFill>
        </p:spPr>
        <p:txBody>
          <a:bodyPr wrap="square" rtlCol="0">
            <a:spAutoFit/>
          </a:bodyPr>
          <a:lstStyle/>
          <a:p>
            <a:r>
              <a:rPr lang="zh-CN" altLang="en-US" sz="2400" b="1" dirty="0" smtClean="0"/>
              <a:t>频率升高，趋肤深度在降低</a:t>
            </a:r>
            <a:endParaRPr lang="zh-CN" altLang="en-US" sz="2400" b="1" dirty="0"/>
          </a:p>
        </p:txBody>
      </p:sp>
    </p:spTree>
    <p:extLst>
      <p:ext uri="{BB962C8B-B14F-4D97-AF65-F5344CB8AC3E}">
        <p14:creationId xmlns:p14="http://schemas.microsoft.com/office/powerpoint/2010/main" val="1082391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40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4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940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40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1" grpId="0"/>
      <p:bldP spid="59404" grpId="0"/>
      <p:bldP spid="3" grpId="0"/>
      <p:bldP spid="5" grpId="0"/>
      <p:bldP spid="17" grpId="0" animBg="1"/>
    </p:bld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defRPr/>
            </a:pPr>
            <a:r>
              <a:rPr lang="en-US" altLang="zh-CN" smtClean="0"/>
              <a:t> </a:t>
            </a:r>
          </a:p>
        </p:txBody>
      </p:sp>
      <p:sp>
        <p:nvSpPr>
          <p:cNvPr id="60419" name="Rectangle 3" descr="Rectangle: Click to edit Master text styles&#10;Second level&#10;Third level&#10;Fourth level&#10;Fifth level"/>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r>
              <a:rPr lang="zh-CN" altLang="en-US" dirty="0" smtClean="0">
                <a:latin typeface="宋体" pitchFamily="2" charset="-122"/>
              </a:rPr>
              <a:t>例</a:t>
            </a:r>
            <a:r>
              <a:rPr lang="en-US" altLang="zh-CN" dirty="0" smtClean="0">
                <a:latin typeface="宋体" pitchFamily="2" charset="-122"/>
              </a:rPr>
              <a:t>4.7 </a:t>
            </a:r>
            <a:r>
              <a:rPr lang="zh-CN" altLang="en-US" dirty="0" smtClean="0">
                <a:latin typeface="宋体" pitchFamily="2" charset="-122"/>
              </a:rPr>
              <a:t>均匀平面波的电场振幅为</a:t>
            </a:r>
            <a:r>
              <a:rPr lang="en-US" altLang="zh-CN" dirty="0" smtClean="0">
                <a:latin typeface="宋体" pitchFamily="2" charset="-122"/>
              </a:rPr>
              <a:t>10</a:t>
            </a:r>
            <a:r>
              <a:rPr lang="en-US" altLang="zh-CN" baseline="30000" dirty="0" smtClean="0">
                <a:latin typeface="宋体" pitchFamily="2" charset="-122"/>
              </a:rPr>
              <a:t>-2</a:t>
            </a:r>
            <a:r>
              <a:rPr lang="en-US" altLang="zh-CN" dirty="0" smtClean="0">
                <a:latin typeface="宋体" pitchFamily="2" charset="-122"/>
              </a:rPr>
              <a:t>V/m</a:t>
            </a:r>
            <a:r>
              <a:rPr lang="zh-CN" altLang="en-US" dirty="0" smtClean="0">
                <a:latin typeface="宋体" pitchFamily="2" charset="-122"/>
              </a:rPr>
              <a:t>，从真空中垂直入射到理想介质平面上。已知介质的</a:t>
            </a:r>
            <a:r>
              <a:rPr lang="en-US" altLang="zh-CN" dirty="0" smtClean="0">
                <a:latin typeface="宋体" pitchFamily="2" charset="-122"/>
              </a:rPr>
              <a:t>μ=μ</a:t>
            </a:r>
            <a:r>
              <a:rPr lang="en-US" altLang="zh-CN" baseline="-25000" dirty="0" smtClean="0">
                <a:latin typeface="宋体" pitchFamily="2" charset="-122"/>
              </a:rPr>
              <a:t>0</a:t>
            </a:r>
            <a:r>
              <a:rPr lang="zh-CN" altLang="en-US" dirty="0" smtClean="0">
                <a:latin typeface="宋体" pitchFamily="2" charset="-122"/>
              </a:rPr>
              <a:t>、</a:t>
            </a:r>
            <a:r>
              <a:rPr lang="en-US" altLang="zh-CN" dirty="0" smtClean="0">
                <a:latin typeface="宋体" pitchFamily="2" charset="-122"/>
              </a:rPr>
              <a:t>ε=4ε</a:t>
            </a:r>
            <a:r>
              <a:rPr lang="en-US" altLang="zh-CN" baseline="-25000" dirty="0" smtClean="0">
                <a:latin typeface="宋体" pitchFamily="2" charset="-122"/>
              </a:rPr>
              <a:t>0</a:t>
            </a:r>
            <a:r>
              <a:rPr lang="en-US" altLang="zh-CN" dirty="0" smtClean="0">
                <a:latin typeface="宋体" pitchFamily="2" charset="-122"/>
              </a:rPr>
              <a:t>,</a:t>
            </a:r>
            <a:r>
              <a:rPr lang="zh-CN" altLang="en-US" dirty="0" smtClean="0">
                <a:latin typeface="宋体" pitchFamily="2" charset="-122"/>
              </a:rPr>
              <a:t>求入射波、反射波和折射波的坡印廷矢量平均值。</a:t>
            </a:r>
          </a:p>
        </p:txBody>
      </p:sp>
    </p:spTree>
    <p:extLst>
      <p:ext uri="{BB962C8B-B14F-4D97-AF65-F5344CB8AC3E}">
        <p14:creationId xmlns:p14="http://schemas.microsoft.com/office/powerpoint/2010/main" val="4707512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defRPr/>
            </a:pPr>
            <a:r>
              <a:rPr lang="en-US" altLang="zh-CN" smtClean="0"/>
              <a:t> </a:t>
            </a:r>
          </a:p>
        </p:txBody>
      </p:sp>
      <p:sp>
        <p:nvSpPr>
          <p:cNvPr id="61443" name="Rectangle 3" descr="Rectangle: Click to edit Master text styles&#10;Second level&#10;Third level&#10;Fourth level&#10;Fifth level"/>
          <p:cNvSpPr>
            <a:spLocks noGrp="1" noChangeArrowheads="1"/>
          </p:cNvSpPr>
          <p:nvPr>
            <p:ph type="body" idx="1"/>
          </p:nvPr>
        </p:nvSpPr>
        <p:spPr>
          <a:xfrm>
            <a:off x="533400" y="742950"/>
            <a:ext cx="7772400" cy="3086100"/>
          </a:xfrm>
        </p:spPr>
        <p:txBody>
          <a:bodyPr/>
          <a:lstStyle/>
          <a:p>
            <a:pPr eaLnBrk="1" hangingPunct="1"/>
            <a:r>
              <a:rPr lang="zh-CN" altLang="en-US" dirty="0" smtClean="0">
                <a:latin typeface="宋体" pitchFamily="2" charset="-122"/>
              </a:rPr>
              <a:t>解	反射系数为</a:t>
            </a:r>
          </a:p>
          <a:p>
            <a:pPr eaLnBrk="1" hangingPunct="1"/>
            <a:r>
              <a:rPr lang="zh-CN" altLang="en-US" dirty="0" smtClean="0">
                <a:latin typeface="宋体" pitchFamily="2" charset="-122"/>
              </a:rPr>
              <a:t> </a:t>
            </a:r>
          </a:p>
          <a:p>
            <a:pPr eaLnBrk="1" hangingPunct="1"/>
            <a:endParaRPr lang="zh-CN" altLang="en-US" dirty="0" smtClean="0">
              <a:latin typeface="宋体" pitchFamily="2" charset="-122"/>
            </a:endParaRPr>
          </a:p>
          <a:p>
            <a:pPr eaLnBrk="1" hangingPunct="1"/>
            <a:r>
              <a:rPr lang="zh-CN" altLang="en-US" dirty="0" smtClean="0">
                <a:latin typeface="宋体" pitchFamily="2" charset="-122"/>
              </a:rPr>
              <a:t>折射系数为</a:t>
            </a:r>
          </a:p>
        </p:txBody>
      </p:sp>
      <p:sp>
        <p:nvSpPr>
          <p:cNvPr id="61444" name="Rectangle 5"/>
          <p:cNvSpPr>
            <a:spLocks noChangeArrowheads="1"/>
          </p:cNvSpPr>
          <p:nvPr/>
        </p:nvSpPr>
        <p:spPr bwMode="auto">
          <a:xfrm>
            <a:off x="0" y="20334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61445" name="Object 4"/>
          <p:cNvGraphicFramePr>
            <a:graphicFrameLocks noChangeAspect="1"/>
          </p:cNvGraphicFramePr>
          <p:nvPr>
            <p:extLst/>
          </p:nvPr>
        </p:nvGraphicFramePr>
        <p:xfrm>
          <a:off x="2057400" y="1131590"/>
          <a:ext cx="4572000" cy="1564481"/>
        </p:xfrm>
        <a:graphic>
          <a:graphicData uri="http://schemas.openxmlformats.org/presentationml/2006/ole">
            <mc:AlternateContent xmlns:mc="http://schemas.openxmlformats.org/markup-compatibility/2006">
              <mc:Choice xmlns:v="urn:schemas-microsoft-com:vml" Requires="v">
                <p:oleObj spid="_x0000_s345096" name="公式" r:id="rId3" imgW="2070100" imgH="939800" progId="Equation.3">
                  <p:embed/>
                </p:oleObj>
              </mc:Choice>
              <mc:Fallback>
                <p:oleObj name="公式" r:id="rId3" imgW="2070100" imgH="939800" progId="Equation.3">
                  <p:embed/>
                  <p:pic>
                    <p:nvPicPr>
                      <p:cNvPr id="6144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1131590"/>
                        <a:ext cx="4572000" cy="15644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46" name="Rectangle 7"/>
          <p:cNvSpPr>
            <a:spLocks noChangeArrowheads="1"/>
          </p:cNvSpPr>
          <p:nvPr/>
        </p:nvSpPr>
        <p:spPr bwMode="auto">
          <a:xfrm>
            <a:off x="0" y="20441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61447" name="Object 6"/>
          <p:cNvGraphicFramePr>
            <a:graphicFrameLocks noChangeAspect="1"/>
          </p:cNvGraphicFramePr>
          <p:nvPr>
            <p:extLst/>
          </p:nvPr>
        </p:nvGraphicFramePr>
        <p:xfrm>
          <a:off x="2051720" y="3086101"/>
          <a:ext cx="4419600" cy="1537097"/>
        </p:xfrm>
        <a:graphic>
          <a:graphicData uri="http://schemas.openxmlformats.org/presentationml/2006/ole">
            <mc:AlternateContent xmlns:mc="http://schemas.openxmlformats.org/markup-compatibility/2006">
              <mc:Choice xmlns:v="urn:schemas-microsoft-com:vml" Requires="v">
                <p:oleObj spid="_x0000_s345097" name="公式" r:id="rId5" imgW="1968500" imgH="914400" progId="Equation.3">
                  <p:embed/>
                </p:oleObj>
              </mc:Choice>
              <mc:Fallback>
                <p:oleObj name="公式" r:id="rId5" imgW="1968500" imgH="914400" progId="Equation.3">
                  <p:embed/>
                  <p:pic>
                    <p:nvPicPr>
                      <p:cNvPr id="6144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720" y="3086101"/>
                        <a:ext cx="4419600" cy="15370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782610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defRPr/>
            </a:pPr>
            <a:r>
              <a:rPr lang="en-US" altLang="zh-CN" smtClean="0"/>
              <a:t> </a:t>
            </a:r>
          </a:p>
        </p:txBody>
      </p:sp>
      <p:sp>
        <p:nvSpPr>
          <p:cNvPr id="62467" name="Rectangle 3" descr="Rectangle: Click to edit Master text styles&#10;Second level&#10;Third level&#10;Fourth level&#10;Fifth level"/>
          <p:cNvSpPr>
            <a:spLocks noGrp="1" noChangeArrowheads="1"/>
          </p:cNvSpPr>
          <p:nvPr>
            <p:ph type="body" idx="1"/>
          </p:nvPr>
        </p:nvSpPr>
        <p:spPr>
          <a:xfrm>
            <a:off x="609600" y="709786"/>
            <a:ext cx="7772400" cy="3086100"/>
          </a:xfrm>
        </p:spPr>
        <p:txBody>
          <a:bodyPr/>
          <a:lstStyle/>
          <a:p>
            <a:pPr eaLnBrk="1" hangingPunct="1"/>
            <a:r>
              <a:rPr lang="zh-CN" altLang="en-US" dirty="0" smtClean="0">
                <a:latin typeface="宋体" pitchFamily="2" charset="-122"/>
              </a:rPr>
              <a:t>介质的波阻抗为</a:t>
            </a:r>
          </a:p>
          <a:p>
            <a:pPr eaLnBrk="1" hangingPunct="1"/>
            <a:endParaRPr lang="zh-CN" altLang="en-US" dirty="0" smtClean="0">
              <a:latin typeface="宋体" pitchFamily="2" charset="-122"/>
            </a:endParaRPr>
          </a:p>
          <a:p>
            <a:pPr eaLnBrk="1" hangingPunct="1"/>
            <a:endParaRPr lang="zh-CN" altLang="en-US" dirty="0" smtClean="0">
              <a:latin typeface="宋体" pitchFamily="2" charset="-122"/>
            </a:endParaRPr>
          </a:p>
          <a:p>
            <a:pPr eaLnBrk="1" hangingPunct="1"/>
            <a:r>
              <a:rPr lang="zh-CN" altLang="en-US" dirty="0" smtClean="0">
                <a:latin typeface="宋体" pitchFamily="2" charset="-122"/>
              </a:rPr>
              <a:t>   </a:t>
            </a:r>
          </a:p>
        </p:txBody>
      </p:sp>
      <p:sp>
        <p:nvSpPr>
          <p:cNvPr id="62468" name="Rectangle 5"/>
          <p:cNvSpPr>
            <a:spLocks noChangeArrowheads="1"/>
          </p:cNvSpPr>
          <p:nvPr/>
        </p:nvSpPr>
        <p:spPr bwMode="auto">
          <a:xfrm>
            <a:off x="0" y="22049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62469" name="Object 4"/>
          <p:cNvGraphicFramePr>
            <a:graphicFrameLocks noChangeAspect="1"/>
          </p:cNvGraphicFramePr>
          <p:nvPr>
            <p:extLst/>
          </p:nvPr>
        </p:nvGraphicFramePr>
        <p:xfrm>
          <a:off x="1839913" y="1492250"/>
          <a:ext cx="5233987" cy="842963"/>
        </p:xfrm>
        <a:graphic>
          <a:graphicData uri="http://schemas.openxmlformats.org/presentationml/2006/ole">
            <mc:AlternateContent xmlns:mc="http://schemas.openxmlformats.org/markup-compatibility/2006">
              <mc:Choice xmlns:v="urn:schemas-microsoft-com:vml" Requires="v">
                <p:oleObj spid="_x0000_s346120" name="公式" r:id="rId3" imgW="2260440" imgH="482400" progId="Equation.3">
                  <p:embed/>
                </p:oleObj>
              </mc:Choice>
              <mc:Fallback>
                <p:oleObj name="公式" r:id="rId3" imgW="2260440" imgH="482400" progId="Equation.3">
                  <p:embed/>
                  <p:pic>
                    <p:nvPicPr>
                      <p:cNvPr id="62469" name="Object 4"/>
                      <p:cNvPicPr>
                        <a:picLocks noChangeAspect="1" noChangeArrowheads="1"/>
                      </p:cNvPicPr>
                      <p:nvPr/>
                    </p:nvPicPr>
                    <p:blipFill>
                      <a:blip r:embed="rId4"/>
                      <a:srcRect/>
                      <a:stretch>
                        <a:fillRect/>
                      </a:stretch>
                    </p:blipFill>
                    <p:spPr bwMode="auto">
                      <a:xfrm>
                        <a:off x="1839913" y="1492250"/>
                        <a:ext cx="5233987" cy="842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0" name="Rectangle 7"/>
          <p:cNvSpPr>
            <a:spLocks noChangeArrowheads="1"/>
          </p:cNvSpPr>
          <p:nvPr/>
        </p:nvSpPr>
        <p:spPr bwMode="auto">
          <a:xfrm>
            <a:off x="0" y="22013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62471" name="Object 6"/>
          <p:cNvGraphicFramePr>
            <a:graphicFrameLocks noChangeAspect="1"/>
          </p:cNvGraphicFramePr>
          <p:nvPr/>
        </p:nvGraphicFramePr>
        <p:xfrm>
          <a:off x="1752600" y="3371850"/>
          <a:ext cx="5257800" cy="915591"/>
        </p:xfrm>
        <a:graphic>
          <a:graphicData uri="http://schemas.openxmlformats.org/presentationml/2006/ole">
            <mc:AlternateContent xmlns:mc="http://schemas.openxmlformats.org/markup-compatibility/2006">
              <mc:Choice xmlns:v="urn:schemas-microsoft-com:vml" Requires="v">
                <p:oleObj spid="_x0000_s346121" name="公式" r:id="rId5" imgW="2133600" imgH="495300" progId="Equation.3">
                  <p:embed/>
                </p:oleObj>
              </mc:Choice>
              <mc:Fallback>
                <p:oleObj name="公式" r:id="rId5" imgW="2133600" imgH="495300" progId="Equation.3">
                  <p:embed/>
                  <p:pic>
                    <p:nvPicPr>
                      <p:cNvPr id="6247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3371850"/>
                        <a:ext cx="5257800" cy="9155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2" name="Rectangle 8"/>
          <p:cNvSpPr>
            <a:spLocks noChangeArrowheads="1"/>
          </p:cNvSpPr>
          <p:nvPr/>
        </p:nvSpPr>
        <p:spPr bwMode="auto">
          <a:xfrm>
            <a:off x="7010400" y="3714750"/>
            <a:ext cx="1143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sz="2400" dirty="0">
                <a:solidFill>
                  <a:srgbClr val="000000"/>
                </a:solidFill>
                <a:latin typeface="宋体" pitchFamily="2" charset="-122"/>
              </a:rPr>
              <a:t>W/m</a:t>
            </a:r>
            <a:r>
              <a:rPr lang="en-US" altLang="zh-CN" sz="2400" baseline="30000" dirty="0">
                <a:solidFill>
                  <a:srgbClr val="000000"/>
                </a:solidFill>
                <a:latin typeface="宋体" pitchFamily="2" charset="-122"/>
              </a:rPr>
              <a:t>2</a:t>
            </a:r>
          </a:p>
        </p:txBody>
      </p:sp>
      <p:sp>
        <p:nvSpPr>
          <p:cNvPr id="62473" name="Rectangle 13"/>
          <p:cNvSpPr>
            <a:spLocks noChangeArrowheads="1"/>
          </p:cNvSpPr>
          <p:nvPr/>
        </p:nvSpPr>
        <p:spPr bwMode="auto">
          <a:xfrm>
            <a:off x="6974782" y="1698229"/>
            <a:ext cx="4315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b="1" dirty="0" smtClean="0">
                <a:solidFill>
                  <a:srgbClr val="000000"/>
                </a:solidFill>
              </a:rPr>
              <a:t>Ω</a:t>
            </a:r>
            <a:endParaRPr lang="en-US" altLang="zh-CN" sz="2400" b="1" dirty="0">
              <a:solidFill>
                <a:srgbClr val="000000"/>
              </a:solidFill>
            </a:endParaRPr>
          </a:p>
        </p:txBody>
      </p:sp>
      <p:sp>
        <p:nvSpPr>
          <p:cNvPr id="3" name="矩形 2"/>
          <p:cNvSpPr/>
          <p:nvPr/>
        </p:nvSpPr>
        <p:spPr>
          <a:xfrm>
            <a:off x="631141" y="2524011"/>
            <a:ext cx="6096000" cy="584775"/>
          </a:xfrm>
          <a:prstGeom prst="rect">
            <a:avLst/>
          </a:prstGeom>
        </p:spPr>
        <p:txBody>
          <a:bodyPr wrap="square">
            <a:spAutoFit/>
          </a:bodyPr>
          <a:lstStyle/>
          <a:p>
            <a:pPr lvl="0" eaLnBrk="1" hangingPunct="1">
              <a:spcBef>
                <a:spcPct val="20000"/>
              </a:spcBef>
              <a:buClr>
                <a:srgbClr val="A50021"/>
              </a:buClr>
              <a:buSzPct val="75000"/>
            </a:pPr>
            <a:r>
              <a:rPr lang="zh-CN" altLang="en-US" sz="3200" b="1" dirty="0">
                <a:solidFill>
                  <a:srgbClr val="000000"/>
                </a:solidFill>
                <a:latin typeface="宋体" pitchFamily="2" charset="-122"/>
                <a:ea typeface="宋体"/>
              </a:rPr>
              <a:t>入射波的坡印廷矢量平均值为</a:t>
            </a:r>
          </a:p>
        </p:txBody>
      </p:sp>
    </p:spTree>
    <p:extLst>
      <p:ext uri="{BB962C8B-B14F-4D97-AF65-F5344CB8AC3E}">
        <p14:creationId xmlns:p14="http://schemas.microsoft.com/office/powerpoint/2010/main" val="35270373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47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4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2" grpId="0"/>
      <p:bldP spid="3" grpId="0"/>
    </p:bld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defRPr/>
            </a:pPr>
            <a:r>
              <a:rPr lang="en-US" altLang="zh-CN" smtClean="0"/>
              <a:t> </a:t>
            </a:r>
          </a:p>
        </p:txBody>
      </p:sp>
      <p:sp>
        <p:nvSpPr>
          <p:cNvPr id="63491" name="Rectangle 3" descr="Rectangle: Click to edit Master text styles&#10;Second level&#10;Third level&#10;Fourth level&#10;Fifth level"/>
          <p:cNvSpPr>
            <a:spLocks noGrp="1" noChangeArrowheads="1"/>
          </p:cNvSpPr>
          <p:nvPr>
            <p:ph type="body" idx="1"/>
          </p:nvPr>
        </p:nvSpPr>
        <p:spPr>
          <a:xfrm>
            <a:off x="685800" y="457200"/>
            <a:ext cx="7772400" cy="4229100"/>
          </a:xfrm>
        </p:spPr>
        <p:txBody>
          <a:bodyPr/>
          <a:lstStyle/>
          <a:p>
            <a:pPr eaLnBrk="1" hangingPunct="1"/>
            <a:r>
              <a:rPr lang="zh-CN" altLang="en-US" dirty="0" smtClean="0">
                <a:latin typeface="宋体" pitchFamily="2" charset="-122"/>
              </a:rPr>
              <a:t>反射波的坡印廷矢量平均值为    </a:t>
            </a:r>
          </a:p>
          <a:p>
            <a:pPr algn="r" eaLnBrk="1" hangingPunct="1"/>
            <a:endParaRPr lang="en-US" altLang="zh-CN" dirty="0" smtClean="0">
              <a:latin typeface="宋体" pitchFamily="2" charset="-122"/>
            </a:endParaRPr>
          </a:p>
          <a:p>
            <a:pPr eaLnBrk="1" hangingPunct="1"/>
            <a:r>
              <a:rPr lang="en-US" altLang="zh-CN" dirty="0" smtClean="0">
                <a:latin typeface="宋体" pitchFamily="2" charset="-122"/>
              </a:rPr>
              <a:t>    </a:t>
            </a:r>
            <a:r>
              <a:rPr lang="zh-CN" altLang="en-US" dirty="0" smtClean="0">
                <a:latin typeface="宋体" pitchFamily="2" charset="-122"/>
              </a:rPr>
              <a:t>     </a:t>
            </a:r>
            <a:endParaRPr lang="en-US" altLang="zh-CN" dirty="0" smtClean="0">
              <a:latin typeface="宋体" pitchFamily="2" charset="-122"/>
            </a:endParaRPr>
          </a:p>
          <a:p>
            <a:pPr eaLnBrk="1" hangingPunct="1"/>
            <a:r>
              <a:rPr lang="en-US" altLang="zh-CN" dirty="0" smtClean="0"/>
              <a:t>        </a:t>
            </a:r>
            <a:endParaRPr lang="zh-CN" altLang="en-US" dirty="0" smtClean="0"/>
          </a:p>
        </p:txBody>
      </p:sp>
      <p:sp>
        <p:nvSpPr>
          <p:cNvPr id="63492" name="Rectangle 5"/>
          <p:cNvSpPr>
            <a:spLocks noChangeArrowheads="1"/>
          </p:cNvSpPr>
          <p:nvPr/>
        </p:nvSpPr>
        <p:spPr bwMode="auto">
          <a:xfrm>
            <a:off x="0" y="22013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63493" name="Object 4"/>
          <p:cNvGraphicFramePr>
            <a:graphicFrameLocks noChangeAspect="1"/>
          </p:cNvGraphicFramePr>
          <p:nvPr>
            <p:extLst/>
          </p:nvPr>
        </p:nvGraphicFramePr>
        <p:xfrm>
          <a:off x="684213" y="1209675"/>
          <a:ext cx="6556375" cy="717550"/>
        </p:xfrm>
        <a:graphic>
          <a:graphicData uri="http://schemas.openxmlformats.org/presentationml/2006/ole">
            <mc:AlternateContent xmlns:mc="http://schemas.openxmlformats.org/markup-compatibility/2006">
              <mc:Choice xmlns:v="urn:schemas-microsoft-com:vml" Requires="v">
                <p:oleObj spid="_x0000_s347147" name="公式" r:id="rId3" imgW="3301920" imgH="482400" progId="Equation.3">
                  <p:embed/>
                </p:oleObj>
              </mc:Choice>
              <mc:Fallback>
                <p:oleObj name="公式" r:id="rId3" imgW="3301920" imgH="482400" progId="Equation.3">
                  <p:embed/>
                  <p:pic>
                    <p:nvPicPr>
                      <p:cNvPr id="63493" name="Object 4"/>
                      <p:cNvPicPr>
                        <a:picLocks noChangeAspect="1" noChangeArrowheads="1"/>
                      </p:cNvPicPr>
                      <p:nvPr/>
                    </p:nvPicPr>
                    <p:blipFill>
                      <a:blip r:embed="rId4"/>
                      <a:srcRect/>
                      <a:stretch>
                        <a:fillRect/>
                      </a:stretch>
                    </p:blipFill>
                    <p:spPr bwMode="auto">
                      <a:xfrm>
                        <a:off x="684213" y="1209675"/>
                        <a:ext cx="6556375" cy="717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494" name="Rectangle 7"/>
          <p:cNvSpPr>
            <a:spLocks noChangeArrowheads="1"/>
          </p:cNvSpPr>
          <p:nvPr/>
        </p:nvSpPr>
        <p:spPr bwMode="auto">
          <a:xfrm>
            <a:off x="0" y="22013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63495" name="Object 6"/>
          <p:cNvGraphicFramePr>
            <a:graphicFrameLocks noChangeAspect="1"/>
          </p:cNvGraphicFramePr>
          <p:nvPr>
            <p:extLst/>
          </p:nvPr>
        </p:nvGraphicFramePr>
        <p:xfrm>
          <a:off x="800100" y="2928624"/>
          <a:ext cx="6172200" cy="691754"/>
        </p:xfrm>
        <a:graphic>
          <a:graphicData uri="http://schemas.openxmlformats.org/presentationml/2006/ole">
            <mc:AlternateContent xmlns:mc="http://schemas.openxmlformats.org/markup-compatibility/2006">
              <mc:Choice xmlns:v="urn:schemas-microsoft-com:vml" Requires="v">
                <p:oleObj spid="_x0000_s347148" name="公式" r:id="rId5" imgW="3314700" imgH="495300" progId="Equation.3">
                  <p:embed/>
                </p:oleObj>
              </mc:Choice>
              <mc:Fallback>
                <p:oleObj name="公式" r:id="rId5" imgW="3314700" imgH="495300" progId="Equation.3">
                  <p:embed/>
                  <p:pic>
                    <p:nvPicPr>
                      <p:cNvPr id="6349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0100" y="2928624"/>
                        <a:ext cx="6172200" cy="6917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496" name="Rectangle 9"/>
          <p:cNvSpPr>
            <a:spLocks noChangeArrowheads="1"/>
          </p:cNvSpPr>
          <p:nvPr/>
        </p:nvSpPr>
        <p:spPr bwMode="auto">
          <a:xfrm>
            <a:off x="0" y="22835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63497" name="Object 8"/>
          <p:cNvGraphicFramePr>
            <a:graphicFrameLocks noChangeAspect="1"/>
          </p:cNvGraphicFramePr>
          <p:nvPr/>
        </p:nvGraphicFramePr>
        <p:xfrm>
          <a:off x="2514600" y="3943350"/>
          <a:ext cx="2743200" cy="452438"/>
        </p:xfrm>
        <a:graphic>
          <a:graphicData uri="http://schemas.openxmlformats.org/presentationml/2006/ole">
            <mc:AlternateContent xmlns:mc="http://schemas.openxmlformats.org/markup-compatibility/2006">
              <mc:Choice xmlns:v="urn:schemas-microsoft-com:vml" Requires="v">
                <p:oleObj spid="_x0000_s347149" name="公式" r:id="rId7" imgW="1257300" imgH="279400" progId="Equation.3">
                  <p:embed/>
                </p:oleObj>
              </mc:Choice>
              <mc:Fallback>
                <p:oleObj name="公式" r:id="rId7" imgW="1257300" imgH="279400" progId="Equation.3">
                  <p:embed/>
                  <p:pic>
                    <p:nvPicPr>
                      <p:cNvPr id="63497"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4600" y="3943350"/>
                        <a:ext cx="2743200" cy="452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1475656" y="3867894"/>
            <a:ext cx="7272808" cy="584775"/>
          </a:xfrm>
          <a:prstGeom prst="rect">
            <a:avLst/>
          </a:prstGeom>
        </p:spPr>
        <p:txBody>
          <a:bodyPr wrap="square">
            <a:spAutoFit/>
          </a:bodyPr>
          <a:lstStyle/>
          <a:p>
            <a:pPr lvl="0" eaLnBrk="1" hangingPunct="1">
              <a:spcBef>
                <a:spcPct val="20000"/>
              </a:spcBef>
              <a:buClr>
                <a:srgbClr val="A50021"/>
              </a:buClr>
              <a:buSzPct val="75000"/>
            </a:pPr>
            <a:r>
              <a:rPr lang="zh-CN" altLang="en-US" sz="3200" b="1" dirty="0">
                <a:solidFill>
                  <a:srgbClr val="000000"/>
                </a:solidFill>
                <a:latin typeface="Times New Roman"/>
                <a:ea typeface="宋体"/>
              </a:rPr>
              <a:t>因为                            ，所以能量守恒。</a:t>
            </a:r>
          </a:p>
        </p:txBody>
      </p:sp>
      <p:sp>
        <p:nvSpPr>
          <p:cNvPr id="5" name="矩形 4"/>
          <p:cNvSpPr/>
          <p:nvPr/>
        </p:nvSpPr>
        <p:spPr>
          <a:xfrm>
            <a:off x="7094438" y="2992702"/>
            <a:ext cx="942886" cy="584775"/>
          </a:xfrm>
          <a:prstGeom prst="rect">
            <a:avLst/>
          </a:prstGeom>
        </p:spPr>
        <p:txBody>
          <a:bodyPr wrap="none">
            <a:spAutoFit/>
          </a:bodyPr>
          <a:lstStyle/>
          <a:p>
            <a:pPr lvl="0" algn="r" eaLnBrk="1" hangingPunct="1">
              <a:spcBef>
                <a:spcPct val="20000"/>
              </a:spcBef>
              <a:buClr>
                <a:srgbClr val="A50021"/>
              </a:buClr>
              <a:buSzPct val="75000"/>
            </a:pPr>
            <a:r>
              <a:rPr lang="en-US" altLang="zh-CN" sz="3200" b="1" dirty="0">
                <a:solidFill>
                  <a:srgbClr val="000000"/>
                </a:solidFill>
                <a:latin typeface="宋体" pitchFamily="2" charset="-122"/>
                <a:ea typeface="宋体"/>
              </a:rPr>
              <a:t>W/m</a:t>
            </a:r>
            <a:r>
              <a:rPr lang="en-US" altLang="zh-CN" sz="3200" b="1" baseline="30000" dirty="0">
                <a:solidFill>
                  <a:srgbClr val="000000"/>
                </a:solidFill>
                <a:latin typeface="宋体" pitchFamily="2" charset="-122"/>
                <a:ea typeface="宋体"/>
              </a:rPr>
              <a:t>2</a:t>
            </a:r>
          </a:p>
        </p:txBody>
      </p:sp>
      <p:sp>
        <p:nvSpPr>
          <p:cNvPr id="7" name="矩形 6"/>
          <p:cNvSpPr/>
          <p:nvPr/>
        </p:nvSpPr>
        <p:spPr>
          <a:xfrm>
            <a:off x="746434" y="2098712"/>
            <a:ext cx="6849901" cy="584775"/>
          </a:xfrm>
          <a:prstGeom prst="rect">
            <a:avLst/>
          </a:prstGeom>
        </p:spPr>
        <p:txBody>
          <a:bodyPr wrap="square">
            <a:spAutoFit/>
          </a:bodyPr>
          <a:lstStyle/>
          <a:p>
            <a:pPr lvl="0" eaLnBrk="1" hangingPunct="1">
              <a:spcBef>
                <a:spcPct val="20000"/>
              </a:spcBef>
              <a:buClr>
                <a:srgbClr val="A50021"/>
              </a:buClr>
              <a:buSzPct val="75000"/>
            </a:pPr>
            <a:r>
              <a:rPr lang="zh-CN" altLang="en-US" sz="3200" b="1" dirty="0">
                <a:solidFill>
                  <a:srgbClr val="000000"/>
                </a:solidFill>
                <a:latin typeface="宋体" pitchFamily="2" charset="-122"/>
                <a:ea typeface="宋体"/>
              </a:rPr>
              <a:t>折射波的坡印廷矢量平均值为</a:t>
            </a:r>
          </a:p>
        </p:txBody>
      </p:sp>
      <p:sp>
        <p:nvSpPr>
          <p:cNvPr id="9" name="矩形 8"/>
          <p:cNvSpPr/>
          <p:nvPr/>
        </p:nvSpPr>
        <p:spPr>
          <a:xfrm>
            <a:off x="7301522" y="1314450"/>
            <a:ext cx="942886" cy="584775"/>
          </a:xfrm>
          <a:prstGeom prst="rect">
            <a:avLst/>
          </a:prstGeom>
        </p:spPr>
        <p:txBody>
          <a:bodyPr wrap="none">
            <a:spAutoFit/>
          </a:bodyPr>
          <a:lstStyle/>
          <a:p>
            <a:pPr lvl="0" algn="r" eaLnBrk="1" hangingPunct="1">
              <a:spcBef>
                <a:spcPct val="20000"/>
              </a:spcBef>
              <a:buClr>
                <a:srgbClr val="A50021"/>
              </a:buClr>
              <a:buSzPct val="75000"/>
            </a:pPr>
            <a:r>
              <a:rPr lang="en-US" altLang="zh-CN" sz="3200" b="1" dirty="0">
                <a:solidFill>
                  <a:srgbClr val="000000"/>
                </a:solidFill>
                <a:latin typeface="宋体" pitchFamily="2" charset="-122"/>
                <a:ea typeface="宋体"/>
              </a:rPr>
              <a:t>W/m</a:t>
            </a:r>
            <a:r>
              <a:rPr lang="en-US" altLang="zh-CN" sz="3200" b="1" baseline="30000" dirty="0">
                <a:solidFill>
                  <a:srgbClr val="000000"/>
                </a:solidFill>
                <a:latin typeface="宋体" pitchFamily="2" charset="-122"/>
                <a:ea typeface="宋体"/>
              </a:rPr>
              <a:t>2</a:t>
            </a:r>
          </a:p>
        </p:txBody>
      </p:sp>
    </p:spTree>
    <p:extLst>
      <p:ext uri="{BB962C8B-B14F-4D97-AF65-F5344CB8AC3E}">
        <p14:creationId xmlns:p14="http://schemas.microsoft.com/office/powerpoint/2010/main" val="9089148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49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49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685800" y="685800"/>
            <a:ext cx="7772400" cy="857250"/>
          </a:xfrm>
        </p:spPr>
        <p:txBody>
          <a:bodyPr/>
          <a:lstStyle/>
          <a:p>
            <a:pPr eaLnBrk="1" hangingPunct="1">
              <a:defRPr/>
            </a:pPr>
            <a:r>
              <a:rPr lang="en-US" altLang="zh-CN" dirty="0" smtClean="0"/>
              <a:t>4.5  </a:t>
            </a:r>
            <a:r>
              <a:rPr lang="zh-CN" altLang="en-US" dirty="0" smtClean="0"/>
              <a:t>均匀平面波对平面分界面的</a:t>
            </a:r>
            <a:br>
              <a:rPr lang="zh-CN" altLang="en-US" dirty="0" smtClean="0"/>
            </a:br>
            <a:r>
              <a:rPr lang="zh-CN" altLang="en-US" dirty="0" smtClean="0"/>
              <a:t>                        斜入射 </a:t>
            </a:r>
          </a:p>
        </p:txBody>
      </p:sp>
      <p:sp>
        <p:nvSpPr>
          <p:cNvPr id="4" name="内容占位符 1"/>
          <p:cNvSpPr txBox="1">
            <a:spLocks/>
          </p:cNvSpPr>
          <p:nvPr/>
        </p:nvSpPr>
        <p:spPr bwMode="auto">
          <a:xfrm>
            <a:off x="838200" y="1500758"/>
            <a:ext cx="7772400" cy="2079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定义分界面的法线与入射波射线构成的平面为</a:t>
            </a:r>
            <a:r>
              <a:rPr lang="zh-CN" altLang="en-US" dirty="0" smtClean="0">
                <a:solidFill>
                  <a:srgbClr val="FF0000"/>
                </a:solidFill>
              </a:rPr>
              <a:t>入射平面</a:t>
            </a:r>
            <a:r>
              <a:rPr lang="zh-CN" altLang="en-US" dirty="0" smtClean="0"/>
              <a:t>。若电场的方向平行于入射平面，称为</a:t>
            </a:r>
            <a:r>
              <a:rPr lang="zh-CN" altLang="en-US" dirty="0" smtClean="0">
                <a:solidFill>
                  <a:srgbClr val="FF0000"/>
                </a:solidFill>
              </a:rPr>
              <a:t>平行极化</a:t>
            </a:r>
            <a:r>
              <a:rPr lang="zh-CN" altLang="en-US" dirty="0" smtClean="0"/>
              <a:t>；若电场的方向垂直于入射平面，称为</a:t>
            </a:r>
            <a:r>
              <a:rPr lang="zh-CN" altLang="en-US" dirty="0" smtClean="0">
                <a:solidFill>
                  <a:srgbClr val="FF0000"/>
                </a:solidFill>
              </a:rPr>
              <a:t>垂直极化</a:t>
            </a:r>
            <a:r>
              <a:rPr lang="zh-CN" altLang="en-US" dirty="0" smtClean="0"/>
              <a:t>。</a:t>
            </a:r>
            <a:endParaRPr lang="zh-CN" altLang="en-US" dirty="0"/>
          </a:p>
        </p:txBody>
      </p:sp>
      <p:sp>
        <p:nvSpPr>
          <p:cNvPr id="5" name="矩形 4"/>
          <p:cNvSpPr/>
          <p:nvPr/>
        </p:nvSpPr>
        <p:spPr>
          <a:xfrm>
            <a:off x="827584" y="3582764"/>
            <a:ext cx="7632848" cy="1077218"/>
          </a:xfrm>
          <a:prstGeom prst="rect">
            <a:avLst/>
          </a:prstGeom>
          <a:solidFill>
            <a:schemeClr val="accent1">
              <a:lumMod val="40000"/>
              <a:lumOff val="60000"/>
            </a:schemeClr>
          </a:solidFill>
        </p:spPr>
        <p:txBody>
          <a:bodyPr wrap="square">
            <a:spAutoFit/>
          </a:bodyPr>
          <a:lstStyle/>
          <a:p>
            <a:pPr lvl="0">
              <a:spcBef>
                <a:spcPct val="20000"/>
              </a:spcBef>
              <a:buClr>
                <a:srgbClr val="A50021"/>
              </a:buClr>
              <a:buSzPct val="75000"/>
            </a:pPr>
            <a:r>
              <a:rPr lang="zh-CN" altLang="en-US" sz="3200" b="1" dirty="0">
                <a:solidFill>
                  <a:srgbClr val="000000"/>
                </a:solidFill>
                <a:latin typeface="Times New Roman"/>
                <a:ea typeface="宋体"/>
              </a:rPr>
              <a:t>任意方向的电磁波，都可以分解为平行极化和垂直极化两个分量。</a:t>
            </a:r>
          </a:p>
        </p:txBody>
      </p:sp>
    </p:spTree>
    <p:extLst>
      <p:ext uri="{BB962C8B-B14F-4D97-AF65-F5344CB8AC3E}">
        <p14:creationId xmlns:p14="http://schemas.microsoft.com/office/powerpoint/2010/main" val="6483316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1131590"/>
            <a:ext cx="7772400" cy="720080"/>
          </a:xfrm>
        </p:spPr>
        <p:txBody>
          <a:bodyPr/>
          <a:lstStyle/>
          <a:p>
            <a:r>
              <a:rPr lang="zh-CN" altLang="en-US" dirty="0" smtClean="0"/>
              <a:t>左侧，入射波和反射波的合成电场为</a:t>
            </a:r>
            <a:endParaRPr lang="zh-CN" altLang="en-US" dirty="0"/>
          </a:p>
        </p:txBody>
      </p:sp>
      <p:graphicFrame>
        <p:nvGraphicFramePr>
          <p:cNvPr id="4" name="对象 3"/>
          <p:cNvGraphicFramePr>
            <a:graphicFrameLocks noChangeAspect="1"/>
          </p:cNvGraphicFramePr>
          <p:nvPr>
            <p:extLst/>
          </p:nvPr>
        </p:nvGraphicFramePr>
        <p:xfrm>
          <a:off x="755576" y="1851670"/>
          <a:ext cx="4338638" cy="407988"/>
        </p:xfrm>
        <a:graphic>
          <a:graphicData uri="http://schemas.openxmlformats.org/presentationml/2006/ole">
            <mc:AlternateContent xmlns:mc="http://schemas.openxmlformats.org/markup-compatibility/2006">
              <mc:Choice xmlns:v="urn:schemas-microsoft-com:vml" Requires="v">
                <p:oleObj spid="_x0000_s348174" name="公式" r:id="rId3" imgW="2197080" imgH="279360" progId="Equation.3">
                  <p:embed/>
                </p:oleObj>
              </mc:Choice>
              <mc:Fallback>
                <p:oleObj name="公式" r:id="rId3" imgW="2197080" imgH="279360" progId="Equation.3">
                  <p:embed/>
                  <p:pic>
                    <p:nvPicPr>
                      <p:cNvPr id="4" name="对象 3"/>
                      <p:cNvPicPr>
                        <a:picLocks noChangeAspect="1" noChangeArrowheads="1"/>
                      </p:cNvPicPr>
                      <p:nvPr/>
                    </p:nvPicPr>
                    <p:blipFill>
                      <a:blip r:embed="rId4"/>
                      <a:srcRect/>
                      <a:stretch>
                        <a:fillRect/>
                      </a:stretch>
                    </p:blipFill>
                    <p:spPr bwMode="auto">
                      <a:xfrm>
                        <a:off x="755576" y="1851670"/>
                        <a:ext cx="433863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3" descr="Rectangle: Click to edit Master text styles&#10;Second level&#10;Third level&#10;Fourth level&#10;Fifth level"/>
          <p:cNvSpPr txBox="1">
            <a:spLocks noChangeArrowheads="1"/>
          </p:cNvSpPr>
          <p:nvPr/>
        </p:nvSpPr>
        <p:spPr bwMode="auto">
          <a:xfrm>
            <a:off x="111968" y="195486"/>
            <a:ext cx="7772400" cy="670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66800" lvl="2" indent="-685800" eaLnBrk="1" hangingPunct="1"/>
            <a:r>
              <a:rPr lang="en-US" altLang="zh-CN" dirty="0" smtClean="0">
                <a:latin typeface="华文行楷" pitchFamily="2" charset="-122"/>
              </a:rPr>
              <a:t>1.</a:t>
            </a:r>
            <a:r>
              <a:rPr lang="zh-CN" altLang="en-US" dirty="0" smtClean="0">
                <a:latin typeface="华文行楷" pitchFamily="2" charset="-122"/>
              </a:rPr>
              <a:t>平行极化波的斜入射</a:t>
            </a:r>
          </a:p>
        </p:txBody>
      </p:sp>
      <p:sp>
        <p:nvSpPr>
          <p:cNvPr id="6" name="内容占位符 2"/>
          <p:cNvSpPr txBox="1">
            <a:spLocks/>
          </p:cNvSpPr>
          <p:nvPr/>
        </p:nvSpPr>
        <p:spPr bwMode="auto">
          <a:xfrm>
            <a:off x="611560" y="2139702"/>
            <a:ext cx="7772400"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分解为</a:t>
            </a:r>
            <a:r>
              <a:rPr lang="en-US" altLang="zh-CN" dirty="0" smtClean="0"/>
              <a:t>x</a:t>
            </a:r>
            <a:r>
              <a:rPr lang="zh-CN" altLang="en-US" dirty="0" smtClean="0"/>
              <a:t>分量和</a:t>
            </a:r>
            <a:r>
              <a:rPr lang="en-US" altLang="zh-CN" dirty="0" smtClean="0"/>
              <a:t>z</a:t>
            </a:r>
            <a:r>
              <a:rPr lang="zh-CN" altLang="en-US" dirty="0" smtClean="0"/>
              <a:t>分量</a:t>
            </a:r>
            <a:endParaRPr lang="zh-CN" altLang="en-US" dirty="0"/>
          </a:p>
        </p:txBody>
      </p:sp>
      <p:graphicFrame>
        <p:nvGraphicFramePr>
          <p:cNvPr id="7" name="对象 6"/>
          <p:cNvGraphicFramePr>
            <a:graphicFrameLocks noChangeAspect="1"/>
          </p:cNvGraphicFramePr>
          <p:nvPr>
            <p:extLst/>
          </p:nvPr>
        </p:nvGraphicFramePr>
        <p:xfrm>
          <a:off x="855663" y="2787650"/>
          <a:ext cx="6846887" cy="352425"/>
        </p:xfrm>
        <a:graphic>
          <a:graphicData uri="http://schemas.openxmlformats.org/presentationml/2006/ole">
            <mc:AlternateContent xmlns:mc="http://schemas.openxmlformats.org/markup-compatibility/2006">
              <mc:Choice xmlns:v="urn:schemas-microsoft-com:vml" Requires="v">
                <p:oleObj spid="_x0000_s348175" name="公式" r:id="rId5" imgW="3466800" imgH="241200" progId="Equation.3">
                  <p:embed/>
                </p:oleObj>
              </mc:Choice>
              <mc:Fallback>
                <p:oleObj name="公式" r:id="rId5" imgW="3466800" imgH="241200" progId="Equation.3">
                  <p:embed/>
                  <p:pic>
                    <p:nvPicPr>
                      <p:cNvPr id="7" name="对象 6"/>
                      <p:cNvPicPr>
                        <a:picLocks noChangeAspect="1" noChangeArrowheads="1"/>
                      </p:cNvPicPr>
                      <p:nvPr/>
                    </p:nvPicPr>
                    <p:blipFill>
                      <a:blip r:embed="rId6"/>
                      <a:srcRect/>
                      <a:stretch>
                        <a:fillRect/>
                      </a:stretch>
                    </p:blipFill>
                    <p:spPr bwMode="auto">
                      <a:xfrm>
                        <a:off x="855663" y="2787650"/>
                        <a:ext cx="6846887"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nvPr>
        </p:nvGraphicFramePr>
        <p:xfrm>
          <a:off x="777875" y="3219450"/>
          <a:ext cx="6845300" cy="352425"/>
        </p:xfrm>
        <a:graphic>
          <a:graphicData uri="http://schemas.openxmlformats.org/presentationml/2006/ole">
            <mc:AlternateContent xmlns:mc="http://schemas.openxmlformats.org/markup-compatibility/2006">
              <mc:Choice xmlns:v="urn:schemas-microsoft-com:vml" Requires="v">
                <p:oleObj spid="_x0000_s348176" name="公式" r:id="rId7" imgW="3466800" imgH="241200" progId="Equation.3">
                  <p:embed/>
                </p:oleObj>
              </mc:Choice>
              <mc:Fallback>
                <p:oleObj name="公式" r:id="rId7" imgW="3466800" imgH="241200" progId="Equation.3">
                  <p:embed/>
                  <p:pic>
                    <p:nvPicPr>
                      <p:cNvPr id="8" name="对象 7"/>
                      <p:cNvPicPr>
                        <a:picLocks noChangeAspect="1" noChangeArrowheads="1"/>
                      </p:cNvPicPr>
                      <p:nvPr/>
                    </p:nvPicPr>
                    <p:blipFill>
                      <a:blip r:embed="rId8"/>
                      <a:srcRect/>
                      <a:stretch>
                        <a:fillRect/>
                      </a:stretch>
                    </p:blipFill>
                    <p:spPr bwMode="auto">
                      <a:xfrm>
                        <a:off x="777875" y="3219450"/>
                        <a:ext cx="68453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内容占位符 2"/>
          <p:cNvSpPr txBox="1">
            <a:spLocks/>
          </p:cNvSpPr>
          <p:nvPr/>
        </p:nvSpPr>
        <p:spPr bwMode="auto">
          <a:xfrm>
            <a:off x="611560" y="3579862"/>
            <a:ext cx="7772400"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在理想导体表面，电场切向分量为</a:t>
            </a:r>
            <a:r>
              <a:rPr lang="en-US" altLang="zh-CN" dirty="0" smtClean="0"/>
              <a:t>0</a:t>
            </a:r>
            <a:endParaRPr lang="zh-CN" altLang="en-US" dirty="0"/>
          </a:p>
        </p:txBody>
      </p:sp>
      <p:graphicFrame>
        <p:nvGraphicFramePr>
          <p:cNvPr id="10" name="对象 9"/>
          <p:cNvGraphicFramePr>
            <a:graphicFrameLocks noChangeAspect="1"/>
          </p:cNvGraphicFramePr>
          <p:nvPr>
            <p:extLst/>
          </p:nvPr>
        </p:nvGraphicFramePr>
        <p:xfrm>
          <a:off x="913655" y="4227934"/>
          <a:ext cx="6169025" cy="352425"/>
        </p:xfrm>
        <a:graphic>
          <a:graphicData uri="http://schemas.openxmlformats.org/presentationml/2006/ole">
            <mc:AlternateContent xmlns:mc="http://schemas.openxmlformats.org/markup-compatibility/2006">
              <mc:Choice xmlns:v="urn:schemas-microsoft-com:vml" Requires="v">
                <p:oleObj spid="_x0000_s348177" name="公式" r:id="rId9" imgW="3124080" imgH="241200" progId="Equation.3">
                  <p:embed/>
                </p:oleObj>
              </mc:Choice>
              <mc:Fallback>
                <p:oleObj name="公式" r:id="rId9" imgW="3124080" imgH="241200" progId="Equation.3">
                  <p:embed/>
                  <p:pic>
                    <p:nvPicPr>
                      <p:cNvPr id="10" name="对象 9"/>
                      <p:cNvPicPr>
                        <a:picLocks noChangeAspect="1" noChangeArrowheads="1"/>
                      </p:cNvPicPr>
                      <p:nvPr/>
                    </p:nvPicPr>
                    <p:blipFill>
                      <a:blip r:embed="rId10"/>
                      <a:srcRect/>
                      <a:stretch>
                        <a:fillRect/>
                      </a:stretch>
                    </p:blipFill>
                    <p:spPr bwMode="auto">
                      <a:xfrm>
                        <a:off x="913655" y="4227934"/>
                        <a:ext cx="61690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413149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4"/>
          <p:cNvSpPr>
            <a:spLocks noGrp="1" noChangeArrowheads="1"/>
          </p:cNvSpPr>
          <p:nvPr>
            <p:ph type="title"/>
          </p:nvPr>
        </p:nvSpPr>
        <p:spPr/>
        <p:txBody>
          <a:bodyPr/>
          <a:lstStyle/>
          <a:p>
            <a:pPr eaLnBrk="1" hangingPunct="1">
              <a:defRPr/>
            </a:pPr>
            <a:r>
              <a:rPr lang="en-US" altLang="zh-CN" smtClean="0"/>
              <a:t> </a:t>
            </a:r>
          </a:p>
        </p:txBody>
      </p:sp>
      <p:graphicFrame>
        <p:nvGraphicFramePr>
          <p:cNvPr id="65539" name="Object 3"/>
          <p:cNvGraphicFramePr>
            <a:graphicFrameLocks noGrp="1" noChangeAspect="1"/>
          </p:cNvGraphicFramePr>
          <p:nvPr>
            <p:ph idx="1"/>
            <p:extLst/>
          </p:nvPr>
        </p:nvGraphicFramePr>
        <p:xfrm>
          <a:off x="683568" y="627534"/>
          <a:ext cx="6748463" cy="3086100"/>
        </p:xfrm>
        <a:graphic>
          <a:graphicData uri="http://schemas.openxmlformats.org/presentationml/2006/ole">
            <mc:AlternateContent xmlns:mc="http://schemas.openxmlformats.org/markup-compatibility/2006">
              <mc:Choice xmlns:v="urn:schemas-microsoft-com:vml" Requires="v">
                <p:oleObj spid="_x0000_s349195" r:id="rId3" imgW="22057143" imgH="13447619" progId="">
                  <p:embed/>
                </p:oleObj>
              </mc:Choice>
              <mc:Fallback>
                <p:oleObj r:id="rId3" imgW="22057143" imgH="13447619" progId="">
                  <p:embed/>
                  <p:pic>
                    <p:nvPicPr>
                      <p:cNvPr id="65539"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8" y="627534"/>
                        <a:ext cx="6748463" cy="3086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40" name="Rectangle 6"/>
          <p:cNvSpPr>
            <a:spLocks noChangeArrowheads="1"/>
          </p:cNvSpPr>
          <p:nvPr/>
        </p:nvSpPr>
        <p:spPr bwMode="auto">
          <a:xfrm>
            <a:off x="1547664" y="4270325"/>
            <a:ext cx="45207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zh-CN" altLang="en-US" sz="2400" b="1" dirty="0">
                <a:solidFill>
                  <a:srgbClr val="000000"/>
                </a:solidFill>
                <a:latin typeface="宋体" pitchFamily="2" charset="-122"/>
              </a:rPr>
              <a:t>图</a:t>
            </a:r>
            <a:r>
              <a:rPr lang="en-US" altLang="zh-CN" sz="2400" b="1" dirty="0">
                <a:solidFill>
                  <a:srgbClr val="000000"/>
                </a:solidFill>
                <a:latin typeface="宋体" pitchFamily="2" charset="-122"/>
              </a:rPr>
              <a:t>4.15  </a:t>
            </a:r>
            <a:r>
              <a:rPr lang="zh-CN" altLang="en-US" sz="2400" b="1" dirty="0">
                <a:solidFill>
                  <a:srgbClr val="000000"/>
                </a:solidFill>
                <a:latin typeface="宋体" pitchFamily="2" charset="-122"/>
              </a:rPr>
              <a:t>对理想导体平面斜入射</a:t>
            </a:r>
          </a:p>
        </p:txBody>
      </p:sp>
      <p:graphicFrame>
        <p:nvGraphicFramePr>
          <p:cNvPr id="2" name="对象 1"/>
          <p:cNvGraphicFramePr>
            <a:graphicFrameLocks noChangeAspect="1"/>
          </p:cNvGraphicFramePr>
          <p:nvPr>
            <p:extLst/>
          </p:nvPr>
        </p:nvGraphicFramePr>
        <p:xfrm>
          <a:off x="1274408" y="3795886"/>
          <a:ext cx="2533650" cy="336550"/>
        </p:xfrm>
        <a:graphic>
          <a:graphicData uri="http://schemas.openxmlformats.org/presentationml/2006/ole">
            <mc:AlternateContent xmlns:mc="http://schemas.openxmlformats.org/markup-compatibility/2006">
              <mc:Choice xmlns:v="urn:schemas-microsoft-com:vml" Requires="v">
                <p:oleObj spid="_x0000_s349196" name="公式" r:id="rId5" imgW="1358640" imgH="241200" progId="Equation.3">
                  <p:embed/>
                </p:oleObj>
              </mc:Choice>
              <mc:Fallback>
                <p:oleObj name="公式" r:id="rId5" imgW="1358640" imgH="241200" progId="Equation.3">
                  <p:embed/>
                  <p:pic>
                    <p:nvPicPr>
                      <p:cNvPr id="2" name="对象 1"/>
                      <p:cNvPicPr>
                        <a:picLocks noChangeAspect="1" noChangeArrowheads="1"/>
                      </p:cNvPicPr>
                      <p:nvPr/>
                    </p:nvPicPr>
                    <p:blipFill>
                      <a:blip r:embed="rId6"/>
                      <a:srcRect/>
                      <a:stretch>
                        <a:fillRect/>
                      </a:stretch>
                    </p:blipFill>
                    <p:spPr bwMode="auto">
                      <a:xfrm>
                        <a:off x="1274408" y="3795886"/>
                        <a:ext cx="25336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extLst/>
          </p:nvPr>
        </p:nvGraphicFramePr>
        <p:xfrm>
          <a:off x="3984625" y="3795886"/>
          <a:ext cx="2555875" cy="336550"/>
        </p:xfrm>
        <a:graphic>
          <a:graphicData uri="http://schemas.openxmlformats.org/presentationml/2006/ole">
            <mc:AlternateContent xmlns:mc="http://schemas.openxmlformats.org/markup-compatibility/2006">
              <mc:Choice xmlns:v="urn:schemas-microsoft-com:vml" Requires="v">
                <p:oleObj spid="_x0000_s349197" name="公式" r:id="rId7" imgW="1371600" imgH="241200" progId="Equation.3">
                  <p:embed/>
                </p:oleObj>
              </mc:Choice>
              <mc:Fallback>
                <p:oleObj name="公式" r:id="rId7" imgW="1371600" imgH="241200" progId="Equation.3">
                  <p:embed/>
                  <p:pic>
                    <p:nvPicPr>
                      <p:cNvPr id="3" name="对象 2"/>
                      <p:cNvPicPr>
                        <a:picLocks noChangeAspect="1" noChangeArrowheads="1"/>
                      </p:cNvPicPr>
                      <p:nvPr/>
                    </p:nvPicPr>
                    <p:blipFill>
                      <a:blip r:embed="rId8"/>
                      <a:srcRect/>
                      <a:stretch>
                        <a:fillRect/>
                      </a:stretch>
                    </p:blipFill>
                    <p:spPr bwMode="auto">
                      <a:xfrm>
                        <a:off x="3984625" y="3795886"/>
                        <a:ext cx="2555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864718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defRPr/>
            </a:pPr>
            <a:r>
              <a:rPr lang="en-US" altLang="zh-CN" smtClean="0"/>
              <a:t> </a:t>
            </a:r>
          </a:p>
        </p:txBody>
      </p:sp>
      <p:sp>
        <p:nvSpPr>
          <p:cNvPr id="66563" name="Rectangle 3" descr="Rectangle: Click to edit Master text styles&#10;Second level&#10;Third level&#10;Fourth level&#10;Fifth level"/>
          <p:cNvSpPr>
            <a:spLocks noGrp="1" noChangeArrowheads="1"/>
          </p:cNvSpPr>
          <p:nvPr>
            <p:ph type="body" idx="1"/>
          </p:nvPr>
        </p:nvSpPr>
        <p:spPr>
          <a:xfrm>
            <a:off x="838200" y="1491630"/>
            <a:ext cx="7772400" cy="3086100"/>
          </a:xfrm>
        </p:spPr>
        <p:txBody>
          <a:bodyPr/>
          <a:lstStyle/>
          <a:p>
            <a:pPr eaLnBrk="1" hangingPunct="1"/>
            <a:r>
              <a:rPr lang="en-US" altLang="zh-CN" dirty="0" smtClean="0"/>
              <a:t>                            </a:t>
            </a:r>
            <a:r>
              <a:rPr lang="en-US" altLang="zh-CN" dirty="0" smtClean="0">
                <a:latin typeface="宋体" pitchFamily="2" charset="-122"/>
              </a:rPr>
              <a:t>θ′=θ       </a:t>
            </a:r>
            <a:r>
              <a:rPr lang="zh-CN" altLang="en-US" dirty="0" smtClean="0">
                <a:latin typeface="宋体" pitchFamily="2" charset="-122"/>
              </a:rPr>
              <a:t>（</a:t>
            </a:r>
            <a:r>
              <a:rPr lang="en-US" altLang="zh-CN" dirty="0" smtClean="0">
                <a:latin typeface="宋体" pitchFamily="2" charset="-122"/>
              </a:rPr>
              <a:t>4.113</a:t>
            </a:r>
            <a:r>
              <a:rPr lang="zh-CN" altLang="en-US" dirty="0" smtClean="0">
                <a:latin typeface="宋体" pitchFamily="2" charset="-122"/>
              </a:rPr>
              <a:t>）</a:t>
            </a:r>
          </a:p>
          <a:p>
            <a:pPr eaLnBrk="1" hangingPunct="1"/>
            <a:r>
              <a:rPr lang="zh-CN" altLang="en-US" dirty="0" smtClean="0">
                <a:latin typeface="宋体" pitchFamily="2" charset="-122"/>
              </a:rPr>
              <a:t>    式（</a:t>
            </a:r>
            <a:r>
              <a:rPr lang="en-US" altLang="zh-CN" dirty="0" smtClean="0">
                <a:latin typeface="宋体" pitchFamily="2" charset="-122"/>
              </a:rPr>
              <a:t>4.113</a:t>
            </a:r>
            <a:r>
              <a:rPr lang="zh-CN" altLang="en-US" dirty="0" smtClean="0">
                <a:latin typeface="宋体" pitchFamily="2" charset="-122"/>
              </a:rPr>
              <a:t>）表明</a:t>
            </a:r>
            <a:r>
              <a:rPr lang="zh-CN" altLang="en-US" dirty="0" smtClean="0">
                <a:solidFill>
                  <a:srgbClr val="FF0000"/>
                </a:solidFill>
                <a:latin typeface="宋体" pitchFamily="2" charset="-122"/>
              </a:rPr>
              <a:t>反射角等于入射角</a:t>
            </a:r>
            <a:r>
              <a:rPr lang="zh-CN" altLang="en-US" dirty="0" smtClean="0">
                <a:latin typeface="宋体" pitchFamily="2" charset="-122"/>
              </a:rPr>
              <a:t>，这是斯耐尔反射定律。</a:t>
            </a:r>
          </a:p>
          <a:p>
            <a:pPr eaLnBrk="1" hangingPunct="1"/>
            <a:r>
              <a:rPr lang="zh-CN" altLang="en-US" dirty="0" smtClean="0">
                <a:latin typeface="宋体" pitchFamily="2" charset="-122"/>
              </a:rPr>
              <a:t>               </a:t>
            </a:r>
            <a:r>
              <a:rPr lang="en-US" altLang="zh-CN" dirty="0" smtClean="0">
                <a:latin typeface="宋体" pitchFamily="2" charset="-122"/>
              </a:rPr>
              <a:t>E</a:t>
            </a:r>
            <a:r>
              <a:rPr lang="en-US" altLang="zh-CN" baseline="30000" dirty="0" smtClean="0">
                <a:latin typeface="宋体" pitchFamily="2" charset="-122"/>
              </a:rPr>
              <a:t>-</a:t>
            </a:r>
            <a:r>
              <a:rPr lang="en-US" altLang="zh-CN" baseline="-25000" dirty="0" smtClean="0">
                <a:latin typeface="宋体" pitchFamily="2" charset="-122"/>
              </a:rPr>
              <a:t>0</a:t>
            </a:r>
            <a:r>
              <a:rPr lang="en-US" altLang="zh-CN" dirty="0" smtClean="0">
                <a:latin typeface="宋体" pitchFamily="2" charset="-122"/>
              </a:rPr>
              <a:t>=E</a:t>
            </a:r>
            <a:r>
              <a:rPr lang="en-US" altLang="zh-CN" baseline="30000" dirty="0" smtClean="0">
                <a:latin typeface="宋体" pitchFamily="2" charset="-122"/>
              </a:rPr>
              <a:t>+</a:t>
            </a:r>
            <a:r>
              <a:rPr lang="en-US" altLang="zh-CN" baseline="-25000" dirty="0" smtClean="0">
                <a:latin typeface="宋体" pitchFamily="2" charset="-122"/>
              </a:rPr>
              <a:t>0 </a:t>
            </a:r>
            <a:r>
              <a:rPr lang="en-US" altLang="zh-CN" dirty="0" smtClean="0">
                <a:latin typeface="宋体" pitchFamily="2" charset="-122"/>
              </a:rPr>
              <a:t>      </a:t>
            </a:r>
            <a:r>
              <a:rPr lang="zh-CN" altLang="en-US" dirty="0" smtClean="0">
                <a:latin typeface="宋体" pitchFamily="2" charset="-122"/>
              </a:rPr>
              <a:t>（</a:t>
            </a:r>
            <a:r>
              <a:rPr lang="en-US" altLang="zh-CN" dirty="0" smtClean="0">
                <a:latin typeface="宋体" pitchFamily="2" charset="-122"/>
              </a:rPr>
              <a:t>4.114</a:t>
            </a:r>
            <a:r>
              <a:rPr lang="zh-CN" altLang="en-US" dirty="0" smtClean="0">
                <a:latin typeface="宋体" pitchFamily="2" charset="-122"/>
              </a:rPr>
              <a:t>）</a:t>
            </a:r>
          </a:p>
          <a:p>
            <a:pPr eaLnBrk="1" hangingPunct="1"/>
            <a:r>
              <a:rPr lang="zh-CN" altLang="en-US" dirty="0" smtClean="0">
                <a:latin typeface="宋体" pitchFamily="2" charset="-122"/>
              </a:rPr>
              <a:t>    式（</a:t>
            </a:r>
            <a:r>
              <a:rPr lang="en-US" altLang="zh-CN" dirty="0" smtClean="0">
                <a:latin typeface="宋体" pitchFamily="2" charset="-122"/>
              </a:rPr>
              <a:t>4.114</a:t>
            </a:r>
            <a:r>
              <a:rPr lang="zh-CN" altLang="en-US" dirty="0" smtClean="0">
                <a:latin typeface="宋体" pitchFamily="2" charset="-122"/>
              </a:rPr>
              <a:t>）表明</a:t>
            </a:r>
            <a:r>
              <a:rPr lang="zh-CN" altLang="en-US" dirty="0" smtClean="0">
                <a:solidFill>
                  <a:srgbClr val="FF0000"/>
                </a:solidFill>
                <a:latin typeface="宋体" pitchFamily="2" charset="-122"/>
              </a:rPr>
              <a:t>入射波与反射波电场振幅相等</a:t>
            </a:r>
            <a:r>
              <a:rPr lang="zh-CN" altLang="en-US" dirty="0" smtClean="0">
                <a:latin typeface="宋体" pitchFamily="2" charset="-122"/>
              </a:rPr>
              <a:t>。</a:t>
            </a:r>
          </a:p>
        </p:txBody>
      </p:sp>
      <p:graphicFrame>
        <p:nvGraphicFramePr>
          <p:cNvPr id="2" name="对象 1"/>
          <p:cNvGraphicFramePr>
            <a:graphicFrameLocks noChangeAspect="1"/>
          </p:cNvGraphicFramePr>
          <p:nvPr>
            <p:extLst/>
          </p:nvPr>
        </p:nvGraphicFramePr>
        <p:xfrm>
          <a:off x="611560" y="483518"/>
          <a:ext cx="8229600" cy="470142"/>
        </p:xfrm>
        <a:graphic>
          <a:graphicData uri="http://schemas.openxmlformats.org/presentationml/2006/ole">
            <mc:AlternateContent xmlns:mc="http://schemas.openxmlformats.org/markup-compatibility/2006">
              <mc:Choice xmlns:v="urn:schemas-microsoft-com:vml" Requires="v">
                <p:oleObj spid="_x0000_s350213" name="公式" r:id="rId3" imgW="3124080" imgH="241200" progId="Equation.3">
                  <p:embed/>
                </p:oleObj>
              </mc:Choice>
              <mc:Fallback>
                <p:oleObj name="公式" r:id="rId3" imgW="3124080" imgH="241200" progId="Equation.3">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483518"/>
                        <a:ext cx="8229600" cy="470142"/>
                      </a:xfrm>
                      <a:prstGeom prst="rect">
                        <a:avLst/>
                      </a:prstGeom>
                      <a:noFill/>
                      <a:ln>
                        <a:noFill/>
                      </a:ln>
                    </p:spPr>
                  </p:pic>
                </p:oleObj>
              </mc:Fallback>
            </mc:AlternateContent>
          </a:graphicData>
        </a:graphic>
      </p:graphicFrame>
      <p:sp>
        <p:nvSpPr>
          <p:cNvPr id="6" name="矩形 5"/>
          <p:cNvSpPr/>
          <p:nvPr/>
        </p:nvSpPr>
        <p:spPr>
          <a:xfrm>
            <a:off x="679588" y="1059582"/>
            <a:ext cx="2244525" cy="584775"/>
          </a:xfrm>
          <a:prstGeom prst="rect">
            <a:avLst/>
          </a:prstGeom>
        </p:spPr>
        <p:txBody>
          <a:bodyPr wrap="none">
            <a:spAutoFit/>
          </a:bodyPr>
          <a:lstStyle/>
          <a:p>
            <a:r>
              <a:rPr lang="zh-CN" altLang="en-US" sz="3200" b="1" dirty="0" smtClean="0">
                <a:solidFill>
                  <a:srgbClr val="000000"/>
                </a:solidFill>
                <a:latin typeface="宋体" pitchFamily="2" charset="-122"/>
                <a:ea typeface="宋体"/>
              </a:rPr>
              <a:t>这时必然有</a:t>
            </a:r>
            <a:endParaRPr lang="zh-CN" altLang="en-US" dirty="0"/>
          </a:p>
        </p:txBody>
      </p:sp>
    </p:spTree>
    <p:extLst>
      <p:ext uri="{BB962C8B-B14F-4D97-AF65-F5344CB8AC3E}">
        <p14:creationId xmlns:p14="http://schemas.microsoft.com/office/powerpoint/2010/main" val="1811885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defRPr/>
            </a:pPr>
            <a:r>
              <a:rPr lang="en-US" altLang="zh-CN" dirty="0" smtClean="0"/>
              <a:t> </a:t>
            </a:r>
          </a:p>
        </p:txBody>
      </p:sp>
      <p:sp>
        <p:nvSpPr>
          <p:cNvPr id="67587" name="Rectangle 3" descr="Rectangle: Click to edit Master text styles&#10;Second level&#10;Third level&#10;Fourth level&#10;Fifth level"/>
          <p:cNvSpPr>
            <a:spLocks noGrp="1" noChangeArrowheads="1"/>
          </p:cNvSpPr>
          <p:nvPr>
            <p:ph type="body" idx="1"/>
          </p:nvPr>
        </p:nvSpPr>
        <p:spPr>
          <a:xfrm>
            <a:off x="609600" y="483518"/>
            <a:ext cx="8077200" cy="3086100"/>
          </a:xfrm>
        </p:spPr>
        <p:txBody>
          <a:bodyPr/>
          <a:lstStyle/>
          <a:p>
            <a:pPr eaLnBrk="1" hangingPunct="1"/>
            <a:r>
              <a:rPr lang="zh-CN" altLang="en-US" dirty="0" smtClean="0">
                <a:latin typeface="宋体" pitchFamily="2" charset="-122"/>
              </a:rPr>
              <a:t>场强分量</a:t>
            </a:r>
            <a:endParaRPr lang="en-US" altLang="zh-CN" dirty="0" smtClean="0">
              <a:latin typeface="宋体" pitchFamily="2" charset="-122"/>
            </a:endParaRPr>
          </a:p>
          <a:p>
            <a:pPr algn="r" eaLnBrk="1" hangingPunct="1"/>
            <a:r>
              <a:rPr lang="zh-CN" altLang="en-US" dirty="0" smtClean="0">
                <a:latin typeface="宋体" pitchFamily="2" charset="-122"/>
              </a:rPr>
              <a:t>（</a:t>
            </a:r>
            <a:r>
              <a:rPr lang="en-US" altLang="zh-CN" dirty="0" smtClean="0">
                <a:latin typeface="宋体" pitchFamily="2" charset="-122"/>
              </a:rPr>
              <a:t>4.115</a:t>
            </a:r>
            <a:r>
              <a:rPr lang="zh-CN" altLang="en-US" dirty="0" smtClean="0">
                <a:latin typeface="宋体" pitchFamily="2" charset="-122"/>
              </a:rPr>
              <a:t>）</a:t>
            </a:r>
          </a:p>
          <a:p>
            <a:pPr algn="r" eaLnBrk="1" hangingPunct="1"/>
            <a:endParaRPr lang="zh-CN" altLang="en-US" dirty="0" smtClean="0">
              <a:latin typeface="宋体" pitchFamily="2" charset="-122"/>
            </a:endParaRPr>
          </a:p>
          <a:p>
            <a:pPr algn="r" eaLnBrk="1" hangingPunct="1"/>
            <a:r>
              <a:rPr lang="zh-CN" altLang="en-US" dirty="0" smtClean="0">
                <a:latin typeface="宋体" pitchFamily="2" charset="-122"/>
              </a:rPr>
              <a:t>             （</a:t>
            </a:r>
            <a:r>
              <a:rPr lang="en-US" altLang="zh-CN" dirty="0" smtClean="0">
                <a:latin typeface="宋体" pitchFamily="2" charset="-122"/>
              </a:rPr>
              <a:t>4.116</a:t>
            </a:r>
            <a:r>
              <a:rPr lang="zh-CN" altLang="en-US" dirty="0" smtClean="0">
                <a:latin typeface="宋体" pitchFamily="2" charset="-122"/>
              </a:rPr>
              <a:t>）</a:t>
            </a:r>
          </a:p>
          <a:p>
            <a:pPr algn="r" eaLnBrk="1" hangingPunct="1"/>
            <a:r>
              <a:rPr lang="zh-CN" altLang="en-US" dirty="0" smtClean="0">
                <a:latin typeface="宋体" pitchFamily="2" charset="-122"/>
              </a:rPr>
              <a:t>      </a:t>
            </a:r>
          </a:p>
          <a:p>
            <a:pPr algn="r" eaLnBrk="1" hangingPunct="1"/>
            <a:r>
              <a:rPr lang="zh-CN" altLang="en-US" dirty="0" smtClean="0">
                <a:latin typeface="宋体" pitchFamily="2" charset="-122"/>
              </a:rPr>
              <a:t>（</a:t>
            </a:r>
            <a:r>
              <a:rPr lang="en-US" altLang="zh-CN" dirty="0" smtClean="0">
                <a:latin typeface="宋体" pitchFamily="2" charset="-122"/>
              </a:rPr>
              <a:t>4.117</a:t>
            </a:r>
            <a:r>
              <a:rPr lang="zh-CN" altLang="en-US" dirty="0" smtClean="0">
                <a:latin typeface="宋体" pitchFamily="2" charset="-122"/>
              </a:rPr>
              <a:t>）</a:t>
            </a:r>
          </a:p>
        </p:txBody>
      </p:sp>
      <p:sp>
        <p:nvSpPr>
          <p:cNvPr id="67588" name="Rectangle 5"/>
          <p:cNvSpPr>
            <a:spLocks noChangeArrowheads="1"/>
          </p:cNvSpPr>
          <p:nvPr/>
        </p:nvSpPr>
        <p:spPr bwMode="auto">
          <a:xfrm>
            <a:off x="0" y="229778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67589" name="Object 4"/>
          <p:cNvGraphicFramePr>
            <a:graphicFrameLocks noChangeAspect="1"/>
          </p:cNvGraphicFramePr>
          <p:nvPr>
            <p:extLst/>
          </p:nvPr>
        </p:nvGraphicFramePr>
        <p:xfrm>
          <a:off x="1090538" y="1257300"/>
          <a:ext cx="5425678" cy="450850"/>
        </p:xfrm>
        <a:graphic>
          <a:graphicData uri="http://schemas.openxmlformats.org/presentationml/2006/ole">
            <mc:AlternateContent xmlns:mc="http://schemas.openxmlformats.org/markup-compatibility/2006">
              <mc:Choice xmlns:v="urn:schemas-microsoft-com:vml" Requires="v">
                <p:oleObj spid="_x0000_s351243" name="公式" r:id="rId3" imgW="2641320" imgH="241200" progId="Equation.3">
                  <p:embed/>
                </p:oleObj>
              </mc:Choice>
              <mc:Fallback>
                <p:oleObj name="公式" r:id="rId3" imgW="2641320" imgH="241200" progId="Equation.3">
                  <p:embed/>
                  <p:pic>
                    <p:nvPicPr>
                      <p:cNvPr id="67589" name="Object 4"/>
                      <p:cNvPicPr>
                        <a:picLocks noChangeAspect="1" noChangeArrowheads="1"/>
                      </p:cNvPicPr>
                      <p:nvPr/>
                    </p:nvPicPr>
                    <p:blipFill>
                      <a:blip r:embed="rId4"/>
                      <a:srcRect/>
                      <a:stretch>
                        <a:fillRect/>
                      </a:stretch>
                    </p:blipFill>
                    <p:spPr bwMode="auto">
                      <a:xfrm>
                        <a:off x="1090538" y="1257300"/>
                        <a:ext cx="5425678" cy="450850"/>
                      </a:xfrm>
                      <a:prstGeom prst="rect">
                        <a:avLst/>
                      </a:prstGeom>
                      <a:noFill/>
                      <a:extLst/>
                    </p:spPr>
                  </p:pic>
                </p:oleObj>
              </mc:Fallback>
            </mc:AlternateContent>
          </a:graphicData>
        </a:graphic>
      </p:graphicFrame>
      <p:sp>
        <p:nvSpPr>
          <p:cNvPr id="67590" name="Rectangle 7"/>
          <p:cNvSpPr>
            <a:spLocks noChangeArrowheads="1"/>
          </p:cNvSpPr>
          <p:nvPr/>
        </p:nvSpPr>
        <p:spPr bwMode="auto">
          <a:xfrm>
            <a:off x="0" y="229778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67591" name="Object 6"/>
          <p:cNvGraphicFramePr>
            <a:graphicFrameLocks noChangeAspect="1"/>
          </p:cNvGraphicFramePr>
          <p:nvPr>
            <p:extLst/>
          </p:nvPr>
        </p:nvGraphicFramePr>
        <p:xfrm>
          <a:off x="1219200" y="2481163"/>
          <a:ext cx="5486400" cy="378619"/>
        </p:xfrm>
        <a:graphic>
          <a:graphicData uri="http://schemas.openxmlformats.org/presentationml/2006/ole">
            <mc:AlternateContent xmlns:mc="http://schemas.openxmlformats.org/markup-compatibility/2006">
              <mc:Choice xmlns:v="urn:schemas-microsoft-com:vml" Requires="v">
                <p:oleObj spid="_x0000_s351244" name="公式" r:id="rId5" imgW="2590800" imgH="241300" progId="Equation.3">
                  <p:embed/>
                </p:oleObj>
              </mc:Choice>
              <mc:Fallback>
                <p:oleObj name="公式" r:id="rId5" imgW="2590800" imgH="241300" progId="Equation.3">
                  <p:embed/>
                  <p:pic>
                    <p:nvPicPr>
                      <p:cNvPr id="6759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2481163"/>
                        <a:ext cx="5486400" cy="3786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592" name="Rectangle 9"/>
          <p:cNvSpPr>
            <a:spLocks noChangeArrowheads="1"/>
          </p:cNvSpPr>
          <p:nvPr/>
        </p:nvSpPr>
        <p:spPr bwMode="auto">
          <a:xfrm>
            <a:off x="0" y="20441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67593" name="Object 8"/>
          <p:cNvGraphicFramePr>
            <a:graphicFrameLocks noChangeAspect="1"/>
          </p:cNvGraphicFramePr>
          <p:nvPr>
            <p:extLst/>
          </p:nvPr>
        </p:nvGraphicFramePr>
        <p:xfrm>
          <a:off x="1783986" y="3291830"/>
          <a:ext cx="4804238" cy="720080"/>
        </p:xfrm>
        <a:graphic>
          <a:graphicData uri="http://schemas.openxmlformats.org/presentationml/2006/ole">
            <mc:AlternateContent xmlns:mc="http://schemas.openxmlformats.org/markup-compatibility/2006">
              <mc:Choice xmlns:v="urn:schemas-microsoft-com:vml" Requires="v">
                <p:oleObj spid="_x0000_s351245" name="公式" r:id="rId7" imgW="2222500" imgH="444500" progId="Equation.3">
                  <p:embed/>
                </p:oleObj>
              </mc:Choice>
              <mc:Fallback>
                <p:oleObj name="公式" r:id="rId7" imgW="2222500" imgH="444500" progId="Equation.3">
                  <p:embed/>
                  <p:pic>
                    <p:nvPicPr>
                      <p:cNvPr id="67593"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83986" y="3291830"/>
                        <a:ext cx="4804238" cy="720080"/>
                      </a:xfrm>
                      <a:prstGeom prst="rect">
                        <a:avLst/>
                      </a:prstGeom>
                      <a:noFill/>
                      <a:extLst/>
                    </p:spPr>
                  </p:pic>
                </p:oleObj>
              </mc:Fallback>
            </mc:AlternateContent>
          </a:graphicData>
        </a:graphic>
      </p:graphicFrame>
      <p:sp>
        <p:nvSpPr>
          <p:cNvPr id="3" name="矩形 2"/>
          <p:cNvSpPr/>
          <p:nvPr/>
        </p:nvSpPr>
        <p:spPr>
          <a:xfrm>
            <a:off x="3995936" y="1203598"/>
            <a:ext cx="1584176" cy="5760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385487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defRPr/>
            </a:pPr>
            <a:r>
              <a:rPr lang="en-US" altLang="zh-CN" smtClean="0"/>
              <a:t> </a:t>
            </a:r>
          </a:p>
        </p:txBody>
      </p:sp>
      <p:sp>
        <p:nvSpPr>
          <p:cNvPr id="68611" name="Rectangle 3" descr="Rectangle: Click to edit Master text styles&#10;Second level&#10;Third level&#10;Fourth level&#10;Fifth level"/>
          <p:cNvSpPr>
            <a:spLocks noGrp="1" noChangeArrowheads="1"/>
          </p:cNvSpPr>
          <p:nvPr>
            <p:ph type="body" idx="1"/>
          </p:nvPr>
        </p:nvSpPr>
        <p:spPr>
          <a:xfrm>
            <a:off x="683568" y="2828"/>
            <a:ext cx="7990656" cy="3600450"/>
          </a:xfrm>
        </p:spPr>
        <p:txBody>
          <a:bodyPr/>
          <a:lstStyle/>
          <a:p>
            <a:pPr eaLnBrk="1" hangingPunct="1">
              <a:lnSpc>
                <a:spcPct val="90000"/>
              </a:lnSpc>
            </a:pPr>
            <a:r>
              <a:rPr lang="en-US" altLang="zh-CN" dirty="0" smtClean="0">
                <a:latin typeface="宋体" pitchFamily="2" charset="-122"/>
              </a:rPr>
              <a:t>    </a:t>
            </a:r>
            <a:r>
              <a:rPr lang="zh-CN" altLang="en-US" dirty="0" smtClean="0">
                <a:latin typeface="宋体" pitchFamily="2" charset="-122"/>
              </a:rPr>
              <a:t>在</a:t>
            </a:r>
            <a:r>
              <a:rPr lang="en-US" altLang="zh-CN" dirty="0" smtClean="0">
                <a:latin typeface="宋体" pitchFamily="2" charset="-122"/>
              </a:rPr>
              <a:t>z&lt;0</a:t>
            </a:r>
            <a:r>
              <a:rPr lang="zh-CN" altLang="en-US" dirty="0" smtClean="0">
                <a:latin typeface="宋体" pitchFamily="2" charset="-122"/>
              </a:rPr>
              <a:t>区域合成场有</a:t>
            </a:r>
            <a:r>
              <a:rPr lang="en-US" altLang="zh-CN" dirty="0" smtClean="0">
                <a:latin typeface="宋体" pitchFamily="2" charset="-122"/>
              </a:rPr>
              <a:t>5</a:t>
            </a:r>
            <a:r>
              <a:rPr lang="zh-CN" altLang="en-US" dirty="0" smtClean="0">
                <a:latin typeface="宋体" pitchFamily="2" charset="-122"/>
              </a:rPr>
              <a:t>个特点。</a:t>
            </a:r>
          </a:p>
          <a:p>
            <a:pPr eaLnBrk="1" hangingPunct="1">
              <a:lnSpc>
                <a:spcPct val="90000"/>
              </a:lnSpc>
            </a:pPr>
            <a:r>
              <a:rPr lang="en-US" altLang="zh-CN" dirty="0" smtClean="0">
                <a:latin typeface="宋体" pitchFamily="2" charset="-122"/>
              </a:rPr>
              <a:t>(1)</a:t>
            </a:r>
            <a:r>
              <a:rPr lang="zh-CN" altLang="en-US" dirty="0" smtClean="0">
                <a:solidFill>
                  <a:srgbClr val="C00000"/>
                </a:solidFill>
                <a:latin typeface="宋体" pitchFamily="2" charset="-122"/>
              </a:rPr>
              <a:t>在</a:t>
            </a:r>
            <a:r>
              <a:rPr lang="en-US" altLang="zh-CN" dirty="0" smtClean="0">
                <a:solidFill>
                  <a:srgbClr val="C00000"/>
                </a:solidFill>
                <a:latin typeface="宋体" pitchFamily="2" charset="-122"/>
              </a:rPr>
              <a:t>z</a:t>
            </a:r>
            <a:r>
              <a:rPr lang="zh-CN" altLang="en-US" dirty="0" smtClean="0">
                <a:solidFill>
                  <a:srgbClr val="C00000"/>
                </a:solidFill>
                <a:latin typeface="宋体" pitchFamily="2" charset="-122"/>
              </a:rPr>
              <a:t>方向为驻波</a:t>
            </a:r>
            <a:r>
              <a:rPr lang="zh-CN" altLang="en-US" dirty="0" smtClean="0">
                <a:latin typeface="宋体" pitchFamily="2" charset="-122"/>
              </a:rPr>
              <a:t>。电磁场量中振幅</a:t>
            </a:r>
            <a:r>
              <a:rPr lang="en-US" altLang="zh-CN" dirty="0" err="1" smtClean="0">
                <a:latin typeface="宋体" pitchFamily="2" charset="-122"/>
              </a:rPr>
              <a:t>cos</a:t>
            </a:r>
            <a:r>
              <a:rPr lang="en-US" altLang="zh-CN" dirty="0" smtClean="0">
                <a:latin typeface="宋体" pitchFamily="2" charset="-122"/>
              </a:rPr>
              <a:t>(</a:t>
            </a:r>
            <a:r>
              <a:rPr lang="en-US" altLang="zh-CN" i="1" dirty="0" smtClean="0">
                <a:latin typeface="宋体" pitchFamily="2" charset="-122"/>
              </a:rPr>
              <a:t>β</a:t>
            </a:r>
            <a:r>
              <a:rPr lang="en-US" altLang="zh-CN" dirty="0" err="1" smtClean="0">
                <a:latin typeface="宋体" pitchFamily="2" charset="-122"/>
              </a:rPr>
              <a:t>zcos</a:t>
            </a:r>
            <a:r>
              <a:rPr lang="en-US" altLang="zh-CN" i="1" dirty="0" err="1" smtClean="0">
                <a:latin typeface="宋体" pitchFamily="2" charset="-122"/>
              </a:rPr>
              <a:t>θ</a:t>
            </a:r>
            <a:r>
              <a:rPr lang="en-US" altLang="zh-CN" dirty="0" smtClean="0">
                <a:latin typeface="宋体" pitchFamily="2" charset="-122"/>
              </a:rPr>
              <a:t>)</a:t>
            </a:r>
            <a:r>
              <a:rPr lang="zh-CN" altLang="en-US" dirty="0" smtClean="0">
                <a:latin typeface="宋体" pitchFamily="2" charset="-122"/>
              </a:rPr>
              <a:t>或</a:t>
            </a:r>
            <a:r>
              <a:rPr lang="en-US" altLang="zh-CN" dirty="0" smtClean="0">
                <a:latin typeface="宋体" pitchFamily="2" charset="-122"/>
              </a:rPr>
              <a:t>sin(</a:t>
            </a:r>
            <a:r>
              <a:rPr lang="en-US" altLang="zh-CN" i="1" dirty="0" smtClean="0">
                <a:latin typeface="宋体" pitchFamily="2" charset="-122"/>
              </a:rPr>
              <a:t>β</a:t>
            </a:r>
            <a:r>
              <a:rPr lang="en-US" altLang="zh-CN" dirty="0" err="1" smtClean="0">
                <a:latin typeface="宋体" pitchFamily="2" charset="-122"/>
              </a:rPr>
              <a:t>zcos</a:t>
            </a:r>
            <a:r>
              <a:rPr lang="en-US" altLang="zh-CN" i="1" dirty="0" err="1" smtClean="0">
                <a:latin typeface="宋体" pitchFamily="2" charset="-122"/>
              </a:rPr>
              <a:t>θ</a:t>
            </a:r>
            <a:r>
              <a:rPr lang="en-US" altLang="zh-CN" dirty="0" smtClean="0">
                <a:latin typeface="宋体" pitchFamily="2" charset="-122"/>
              </a:rPr>
              <a:t>)</a:t>
            </a:r>
            <a:r>
              <a:rPr lang="zh-CN" altLang="en-US" dirty="0" smtClean="0">
                <a:latin typeface="宋体" pitchFamily="2" charset="-122"/>
              </a:rPr>
              <a:t>表示场沿</a:t>
            </a:r>
            <a:r>
              <a:rPr lang="en-US" altLang="zh-CN" dirty="0" smtClean="0">
                <a:latin typeface="宋体" pitchFamily="2" charset="-122"/>
              </a:rPr>
              <a:t>z</a:t>
            </a:r>
            <a:r>
              <a:rPr lang="zh-CN" altLang="en-US" dirty="0" smtClean="0">
                <a:latin typeface="宋体" pitchFamily="2" charset="-122"/>
              </a:rPr>
              <a:t>方向为驻波。</a:t>
            </a:r>
          </a:p>
          <a:p>
            <a:pPr eaLnBrk="1" hangingPunct="1">
              <a:lnSpc>
                <a:spcPct val="90000"/>
              </a:lnSpc>
            </a:pPr>
            <a:r>
              <a:rPr lang="en-US" altLang="zh-CN" dirty="0" smtClean="0">
                <a:latin typeface="宋体" pitchFamily="2" charset="-122"/>
              </a:rPr>
              <a:t>(2) </a:t>
            </a:r>
            <a:r>
              <a:rPr lang="zh-CN" altLang="en-US" dirty="0" smtClean="0">
                <a:solidFill>
                  <a:srgbClr val="C00000"/>
                </a:solidFill>
                <a:latin typeface="宋体" pitchFamily="2" charset="-122"/>
              </a:rPr>
              <a:t>在</a:t>
            </a:r>
            <a:r>
              <a:rPr lang="en-US" altLang="zh-CN" dirty="0" smtClean="0">
                <a:solidFill>
                  <a:srgbClr val="C00000"/>
                </a:solidFill>
                <a:latin typeface="宋体" pitchFamily="2" charset="-122"/>
              </a:rPr>
              <a:t>x</a:t>
            </a:r>
            <a:r>
              <a:rPr lang="zh-CN" altLang="en-US" dirty="0" smtClean="0">
                <a:solidFill>
                  <a:srgbClr val="C00000"/>
                </a:solidFill>
                <a:latin typeface="宋体" pitchFamily="2" charset="-122"/>
              </a:rPr>
              <a:t>方向为行波</a:t>
            </a:r>
            <a:r>
              <a:rPr lang="zh-CN" altLang="en-US" dirty="0" smtClean="0">
                <a:latin typeface="宋体" pitchFamily="2" charset="-122"/>
              </a:rPr>
              <a:t>。电磁场量中相位</a:t>
            </a:r>
            <a:endParaRPr lang="en-US" altLang="zh-CN" dirty="0" smtClean="0">
              <a:latin typeface="宋体" pitchFamily="2" charset="-122"/>
            </a:endParaRPr>
          </a:p>
          <a:p>
            <a:pPr eaLnBrk="1" hangingPunct="1">
              <a:lnSpc>
                <a:spcPct val="90000"/>
              </a:lnSpc>
            </a:pPr>
            <a:r>
              <a:rPr lang="en-US" altLang="zh-CN" dirty="0" smtClean="0">
                <a:latin typeface="宋体" pitchFamily="2" charset="-122"/>
              </a:rPr>
              <a:t>e</a:t>
            </a:r>
            <a:r>
              <a:rPr lang="en-US" altLang="zh-CN" baseline="30000" dirty="0" smtClean="0">
                <a:latin typeface="宋体" pitchFamily="2" charset="-122"/>
              </a:rPr>
              <a:t>-j</a:t>
            </a:r>
            <a:r>
              <a:rPr lang="en-US" altLang="zh-CN" i="1" baseline="30000" dirty="0" smtClean="0">
                <a:latin typeface="宋体" pitchFamily="2" charset="-122"/>
              </a:rPr>
              <a:t>β</a:t>
            </a:r>
            <a:r>
              <a:rPr lang="en-US" altLang="zh-CN" baseline="30000" dirty="0" err="1" smtClean="0">
                <a:latin typeface="宋体" pitchFamily="2" charset="-122"/>
              </a:rPr>
              <a:t>xsin</a:t>
            </a:r>
            <a:r>
              <a:rPr lang="en-US" altLang="zh-CN" i="1" baseline="30000" dirty="0" err="1" smtClean="0">
                <a:latin typeface="宋体" pitchFamily="2" charset="-122"/>
              </a:rPr>
              <a:t>θ</a:t>
            </a:r>
            <a:r>
              <a:rPr lang="zh-CN" altLang="en-US" dirty="0" smtClean="0">
                <a:latin typeface="宋体" pitchFamily="2" charset="-122"/>
              </a:rPr>
              <a:t>表示场沿</a:t>
            </a:r>
            <a:r>
              <a:rPr lang="en-US" altLang="zh-CN" dirty="0" smtClean="0">
                <a:latin typeface="宋体" pitchFamily="2" charset="-122"/>
              </a:rPr>
              <a:t>x</a:t>
            </a:r>
            <a:r>
              <a:rPr lang="zh-CN" altLang="en-US" dirty="0" smtClean="0">
                <a:latin typeface="宋体" pitchFamily="2" charset="-122"/>
              </a:rPr>
              <a:t>方向为行波。</a:t>
            </a:r>
          </a:p>
          <a:p>
            <a:pPr eaLnBrk="1" hangingPunct="1">
              <a:lnSpc>
                <a:spcPct val="90000"/>
              </a:lnSpc>
            </a:pPr>
            <a:r>
              <a:rPr lang="en-US" altLang="zh-CN" dirty="0" smtClean="0">
                <a:latin typeface="宋体" pitchFamily="2" charset="-122"/>
              </a:rPr>
              <a:t>(3) </a:t>
            </a:r>
            <a:r>
              <a:rPr lang="zh-CN" altLang="en-US" dirty="0" smtClean="0">
                <a:solidFill>
                  <a:srgbClr val="C00000"/>
                </a:solidFill>
                <a:latin typeface="宋体" pitchFamily="2" charset="-122"/>
              </a:rPr>
              <a:t>合成场不是</a:t>
            </a:r>
            <a:r>
              <a:rPr lang="en-US" altLang="zh-CN" dirty="0" smtClean="0">
                <a:solidFill>
                  <a:srgbClr val="C00000"/>
                </a:solidFill>
                <a:latin typeface="宋体" pitchFamily="2" charset="-122"/>
              </a:rPr>
              <a:t>TEM</a:t>
            </a:r>
            <a:r>
              <a:rPr lang="zh-CN" altLang="en-US" dirty="0" smtClean="0">
                <a:solidFill>
                  <a:srgbClr val="C00000"/>
                </a:solidFill>
                <a:latin typeface="宋体" pitchFamily="2" charset="-122"/>
              </a:rPr>
              <a:t>波</a:t>
            </a:r>
            <a:r>
              <a:rPr lang="zh-CN" altLang="en-US" dirty="0" smtClean="0">
                <a:latin typeface="宋体" pitchFamily="2" charset="-122"/>
              </a:rPr>
              <a:t>，因为在电磁波传播的</a:t>
            </a:r>
            <a:r>
              <a:rPr lang="en-US" altLang="zh-CN" dirty="0" smtClean="0">
                <a:latin typeface="宋体" pitchFamily="2" charset="-122"/>
              </a:rPr>
              <a:t>x</a:t>
            </a:r>
            <a:r>
              <a:rPr lang="zh-CN" altLang="en-US" dirty="0" smtClean="0">
                <a:latin typeface="宋体" pitchFamily="2" charset="-122"/>
              </a:rPr>
              <a:t>方向，电场有纵向（</a:t>
            </a:r>
            <a:r>
              <a:rPr lang="en-US" altLang="zh-CN" i="1" dirty="0" smtClean="0">
                <a:latin typeface="宋体" pitchFamily="2" charset="-122"/>
              </a:rPr>
              <a:t>x</a:t>
            </a:r>
            <a:r>
              <a:rPr lang="zh-CN" altLang="en-US" dirty="0" smtClean="0">
                <a:latin typeface="宋体" pitchFamily="2" charset="-122"/>
              </a:rPr>
              <a:t>方向）分量。由于</a:t>
            </a:r>
          </a:p>
        </p:txBody>
      </p:sp>
      <p:sp>
        <p:nvSpPr>
          <p:cNvPr id="3" name="矩形 2"/>
          <p:cNvSpPr/>
          <p:nvPr/>
        </p:nvSpPr>
        <p:spPr>
          <a:xfrm>
            <a:off x="683568" y="3939902"/>
            <a:ext cx="7560840" cy="1077218"/>
          </a:xfrm>
          <a:prstGeom prst="rect">
            <a:avLst/>
          </a:prstGeom>
          <a:solidFill>
            <a:schemeClr val="accent1">
              <a:lumMod val="20000"/>
              <a:lumOff val="80000"/>
            </a:schemeClr>
          </a:solidFill>
        </p:spPr>
        <p:txBody>
          <a:bodyPr wrap="square">
            <a:spAutoFit/>
          </a:bodyPr>
          <a:lstStyle/>
          <a:p>
            <a:r>
              <a:rPr lang="zh-CN" altLang="en-US" sz="3200" b="1" dirty="0">
                <a:solidFill>
                  <a:srgbClr val="000066"/>
                </a:solidFill>
                <a:latin typeface="宋体" pitchFamily="2" charset="-122"/>
                <a:ea typeface="宋体"/>
              </a:rPr>
              <a:t>磁场只有横向（</a:t>
            </a:r>
            <a:r>
              <a:rPr lang="en-US" altLang="zh-CN" sz="3200" b="1" i="1" dirty="0">
                <a:solidFill>
                  <a:srgbClr val="000066"/>
                </a:solidFill>
                <a:latin typeface="宋体" pitchFamily="2" charset="-122"/>
                <a:ea typeface="宋体"/>
              </a:rPr>
              <a:t>y</a:t>
            </a:r>
            <a:r>
              <a:rPr lang="zh-CN" altLang="en-US" sz="3200" b="1" dirty="0">
                <a:solidFill>
                  <a:srgbClr val="000066"/>
                </a:solidFill>
                <a:latin typeface="宋体" pitchFamily="2" charset="-122"/>
                <a:ea typeface="宋体"/>
              </a:rPr>
              <a:t>方向）分量，简称</a:t>
            </a:r>
            <a:r>
              <a:rPr lang="zh-CN" altLang="en-US" sz="3200" b="1" dirty="0" smtClean="0">
                <a:solidFill>
                  <a:srgbClr val="000066"/>
                </a:solidFill>
                <a:latin typeface="宋体" pitchFamily="2" charset="-122"/>
                <a:ea typeface="宋体"/>
              </a:rPr>
              <a:t>这种波为横磁波（</a:t>
            </a:r>
            <a:r>
              <a:rPr lang="en-US" altLang="zh-CN" sz="3200" b="1" dirty="0" smtClean="0">
                <a:solidFill>
                  <a:srgbClr val="000066"/>
                </a:solidFill>
                <a:latin typeface="宋体" pitchFamily="2" charset="-122"/>
                <a:ea typeface="宋体"/>
              </a:rPr>
              <a:t>TM</a:t>
            </a:r>
            <a:r>
              <a:rPr lang="zh-CN" altLang="en-US" sz="3200" b="1" dirty="0" smtClean="0">
                <a:solidFill>
                  <a:srgbClr val="000066"/>
                </a:solidFill>
                <a:latin typeface="宋体" pitchFamily="2" charset="-122"/>
                <a:ea typeface="宋体"/>
              </a:rPr>
              <a:t>波）</a:t>
            </a:r>
            <a:endParaRPr lang="zh-CN" altLang="en-US" dirty="0"/>
          </a:p>
        </p:txBody>
      </p:sp>
    </p:spTree>
    <p:extLst>
      <p:ext uri="{BB962C8B-B14F-4D97-AF65-F5344CB8AC3E}">
        <p14:creationId xmlns:p14="http://schemas.microsoft.com/office/powerpoint/2010/main" val="38621023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defRPr/>
            </a:pPr>
            <a:r>
              <a:rPr lang="en-US" altLang="zh-CN" smtClean="0"/>
              <a:t> </a:t>
            </a:r>
          </a:p>
        </p:txBody>
      </p:sp>
      <p:sp>
        <p:nvSpPr>
          <p:cNvPr id="69635" name="Rectangle 3" descr="Rectangle: Click to edit Master text styles&#10;Second level&#10;Third level&#10;Fourth level&#10;Fifth level"/>
          <p:cNvSpPr>
            <a:spLocks noGrp="1" noChangeArrowheads="1"/>
          </p:cNvSpPr>
          <p:nvPr>
            <p:ph type="body" idx="1"/>
          </p:nvPr>
        </p:nvSpPr>
        <p:spPr>
          <a:xfrm>
            <a:off x="609600" y="818356"/>
            <a:ext cx="7772400" cy="4057650"/>
          </a:xfrm>
        </p:spPr>
        <p:txBody>
          <a:bodyPr/>
          <a:lstStyle/>
          <a:p>
            <a:pPr lvl="3" eaLnBrk="1" hangingPunct="1"/>
            <a:r>
              <a:rPr lang="en-US" altLang="zh-CN" dirty="0" smtClean="0">
                <a:solidFill>
                  <a:schemeClr val="bg2">
                    <a:lumMod val="50000"/>
                  </a:schemeClr>
                </a:solidFill>
                <a:latin typeface="黑体" pitchFamily="49" charset="-122"/>
              </a:rPr>
              <a:t>(4) </a:t>
            </a:r>
            <a:r>
              <a:rPr lang="zh-CN" altLang="en-US" dirty="0" smtClean="0">
                <a:solidFill>
                  <a:srgbClr val="C00000"/>
                </a:solidFill>
                <a:latin typeface="黑体" pitchFamily="49" charset="-122"/>
              </a:rPr>
              <a:t>合成场不是均匀平面波</a:t>
            </a:r>
            <a:r>
              <a:rPr lang="zh-CN" altLang="en-US" dirty="0" smtClean="0">
                <a:solidFill>
                  <a:schemeClr val="bg2">
                    <a:lumMod val="50000"/>
                  </a:schemeClr>
                </a:solidFill>
                <a:latin typeface="黑体" pitchFamily="49" charset="-122"/>
              </a:rPr>
              <a:t>。因为在等相位面上，场量振幅不是常数。</a:t>
            </a:r>
          </a:p>
          <a:p>
            <a:pPr lvl="3" eaLnBrk="1" hangingPunct="1"/>
            <a:r>
              <a:rPr lang="en-US" altLang="zh-CN" dirty="0" smtClean="0">
                <a:solidFill>
                  <a:schemeClr val="bg2">
                    <a:lumMod val="50000"/>
                  </a:schemeClr>
                </a:solidFill>
                <a:latin typeface="黑体" pitchFamily="49" charset="-122"/>
              </a:rPr>
              <a:t>(5) x</a:t>
            </a:r>
            <a:r>
              <a:rPr lang="zh-CN" altLang="en-US" dirty="0" smtClean="0">
                <a:solidFill>
                  <a:schemeClr val="bg2">
                    <a:lumMod val="50000"/>
                  </a:schemeClr>
                </a:solidFill>
                <a:latin typeface="黑体" pitchFamily="49" charset="-122"/>
              </a:rPr>
              <a:t>方向行波的</a:t>
            </a:r>
            <a:r>
              <a:rPr lang="zh-CN" altLang="en-US" dirty="0" smtClean="0">
                <a:solidFill>
                  <a:srgbClr val="C00000"/>
                </a:solidFill>
                <a:latin typeface="黑体" pitchFamily="49" charset="-122"/>
              </a:rPr>
              <a:t>相速度</a:t>
            </a:r>
            <a:r>
              <a:rPr lang="zh-CN" altLang="en-US" dirty="0" smtClean="0">
                <a:solidFill>
                  <a:schemeClr val="bg2">
                    <a:lumMod val="50000"/>
                  </a:schemeClr>
                </a:solidFill>
                <a:latin typeface="黑体" pitchFamily="49" charset="-122"/>
              </a:rPr>
              <a:t>为</a:t>
            </a:r>
          </a:p>
          <a:p>
            <a:pPr algn="r" eaLnBrk="1" hangingPunct="1"/>
            <a:endParaRPr lang="zh-CN" altLang="en-US" dirty="0" smtClean="0">
              <a:latin typeface="宋体" pitchFamily="2" charset="-122"/>
            </a:endParaRPr>
          </a:p>
          <a:p>
            <a:pPr eaLnBrk="1" hangingPunct="1"/>
            <a:r>
              <a:rPr lang="zh-CN" altLang="en-US" dirty="0" smtClean="0">
                <a:latin typeface="宋体" pitchFamily="2" charset="-122"/>
              </a:rPr>
              <a:t>    </a:t>
            </a:r>
          </a:p>
          <a:p>
            <a:pPr eaLnBrk="1" hangingPunct="1"/>
            <a:r>
              <a:rPr lang="zh-CN" altLang="en-US" dirty="0">
                <a:latin typeface="宋体" pitchFamily="2" charset="-122"/>
              </a:rPr>
              <a:t>相速度是等相位面移动的速度，它不是能量传播的速度。相速度可以大于光速。</a:t>
            </a:r>
          </a:p>
          <a:p>
            <a:pPr eaLnBrk="1" hangingPunct="1"/>
            <a:endParaRPr lang="zh-CN" altLang="en-US" dirty="0">
              <a:latin typeface="宋体" pitchFamily="2" charset="-122"/>
            </a:endParaRPr>
          </a:p>
          <a:p>
            <a:pPr eaLnBrk="1" hangingPunct="1"/>
            <a:endParaRPr lang="en-US" altLang="zh-CN" dirty="0" smtClean="0">
              <a:latin typeface="宋体" pitchFamily="2" charset="-122"/>
            </a:endParaRPr>
          </a:p>
        </p:txBody>
      </p:sp>
      <p:sp>
        <p:nvSpPr>
          <p:cNvPr id="69636" name="Rectangle 5"/>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69637" name="Object 4"/>
          <p:cNvGraphicFramePr>
            <a:graphicFrameLocks noChangeAspect="1"/>
          </p:cNvGraphicFramePr>
          <p:nvPr>
            <p:extLst/>
          </p:nvPr>
        </p:nvGraphicFramePr>
        <p:xfrm>
          <a:off x="2209800" y="2542307"/>
          <a:ext cx="4114800" cy="821531"/>
        </p:xfrm>
        <a:graphic>
          <a:graphicData uri="http://schemas.openxmlformats.org/presentationml/2006/ole">
            <mc:AlternateContent xmlns:mc="http://schemas.openxmlformats.org/markup-compatibility/2006">
              <mc:Choice xmlns:v="urn:schemas-microsoft-com:vml" Requires="v">
                <p:oleObj spid="_x0000_s352261" name="公式" r:id="rId3" imgW="1612900" imgH="431800" progId="Equation.3">
                  <p:embed/>
                </p:oleObj>
              </mc:Choice>
              <mc:Fallback>
                <p:oleObj name="公式" r:id="rId3" imgW="1612900" imgH="431800" progId="Equation.3">
                  <p:embed/>
                  <p:pic>
                    <p:nvPicPr>
                      <p:cNvPr id="6963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542307"/>
                        <a:ext cx="4114800" cy="8215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11460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03429" y="483518"/>
            <a:ext cx="4724755" cy="857250"/>
          </a:xfrm>
        </p:spPr>
        <p:txBody>
          <a:bodyPr/>
          <a:lstStyle/>
          <a:p>
            <a:r>
              <a:rPr lang="zh-CN" altLang="en-US" dirty="0" smtClean="0"/>
              <a:t>思考：</a:t>
            </a:r>
            <a:endParaRPr lang="zh-CN" altLang="en-US" dirty="0"/>
          </a:p>
        </p:txBody>
      </p:sp>
      <p:sp>
        <p:nvSpPr>
          <p:cNvPr id="3" name="内容占位符 2"/>
          <p:cNvSpPr>
            <a:spLocks noGrp="1"/>
          </p:cNvSpPr>
          <p:nvPr>
            <p:ph idx="1"/>
          </p:nvPr>
        </p:nvSpPr>
        <p:spPr>
          <a:xfrm>
            <a:off x="838200" y="1789906"/>
            <a:ext cx="5029944" cy="1501924"/>
          </a:xfrm>
        </p:spPr>
        <p:txBody>
          <a:bodyPr/>
          <a:lstStyle/>
          <a:p>
            <a:pPr marL="514350" indent="-514350">
              <a:buAutoNum type="arabicPeriod"/>
            </a:pPr>
            <a:r>
              <a:rPr lang="zh-CN" altLang="en-US" dirty="0" smtClean="0"/>
              <a:t>有无面电流？</a:t>
            </a:r>
            <a:endParaRPr lang="en-US" altLang="zh-CN" dirty="0" smtClean="0"/>
          </a:p>
          <a:p>
            <a:pPr marL="514350" indent="-514350">
              <a:buAutoNum type="arabicPeriod"/>
            </a:pPr>
            <a:r>
              <a:rPr lang="zh-CN" altLang="en-US" dirty="0" smtClean="0"/>
              <a:t>能流密度是怎样的？</a:t>
            </a:r>
            <a:endParaRPr lang="zh-CN" altLang="en-US" dirty="0"/>
          </a:p>
        </p:txBody>
      </p:sp>
      <p:sp>
        <p:nvSpPr>
          <p:cNvPr id="4" name="动作按钮: 帮助 3">
            <a:hlinkClick r:id="" action="ppaction://noaction" highlightClick="1"/>
          </p:cNvPr>
          <p:cNvSpPr/>
          <p:nvPr/>
        </p:nvSpPr>
        <p:spPr>
          <a:xfrm>
            <a:off x="539552" y="267494"/>
            <a:ext cx="936104" cy="1224136"/>
          </a:xfrm>
          <a:prstGeom prst="actionButtonHel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20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08104" y="780224"/>
            <a:ext cx="3351849" cy="353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06520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80523" y="51470"/>
            <a:ext cx="2027981" cy="2846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内容占位符 2"/>
          <p:cNvSpPr>
            <a:spLocks noGrp="1"/>
          </p:cNvSpPr>
          <p:nvPr>
            <p:ph idx="1"/>
          </p:nvPr>
        </p:nvSpPr>
        <p:spPr>
          <a:xfrm>
            <a:off x="35496" y="1131590"/>
            <a:ext cx="7772400" cy="720080"/>
          </a:xfrm>
        </p:spPr>
        <p:txBody>
          <a:bodyPr/>
          <a:lstStyle/>
          <a:p>
            <a:r>
              <a:rPr lang="zh-CN" altLang="en-US" dirty="0" smtClean="0"/>
              <a:t>左侧，入射波和反射波的合成电场为</a:t>
            </a:r>
            <a:endParaRPr lang="zh-CN" altLang="en-US" dirty="0"/>
          </a:p>
        </p:txBody>
      </p:sp>
      <p:graphicFrame>
        <p:nvGraphicFramePr>
          <p:cNvPr id="4" name="对象 3"/>
          <p:cNvGraphicFramePr>
            <a:graphicFrameLocks noChangeAspect="1"/>
          </p:cNvGraphicFramePr>
          <p:nvPr>
            <p:extLst/>
          </p:nvPr>
        </p:nvGraphicFramePr>
        <p:xfrm>
          <a:off x="755576" y="1779662"/>
          <a:ext cx="4338638" cy="407988"/>
        </p:xfrm>
        <a:graphic>
          <a:graphicData uri="http://schemas.openxmlformats.org/presentationml/2006/ole">
            <mc:AlternateContent xmlns:mc="http://schemas.openxmlformats.org/markup-compatibility/2006">
              <mc:Choice xmlns:v="urn:schemas-microsoft-com:vml" Requires="v">
                <p:oleObj spid="_x0000_s353294" name="公式" r:id="rId4" imgW="2197080" imgH="279360" progId="Equation.3">
                  <p:embed/>
                </p:oleObj>
              </mc:Choice>
              <mc:Fallback>
                <p:oleObj name="公式" r:id="rId4" imgW="2197080" imgH="279360" progId="Equation.3">
                  <p:embed/>
                  <p:pic>
                    <p:nvPicPr>
                      <p:cNvPr id="4" name="对象 3"/>
                      <p:cNvPicPr>
                        <a:picLocks noChangeAspect="1" noChangeArrowheads="1"/>
                      </p:cNvPicPr>
                      <p:nvPr/>
                    </p:nvPicPr>
                    <p:blipFill>
                      <a:blip r:embed="rId5"/>
                      <a:srcRect/>
                      <a:stretch>
                        <a:fillRect/>
                      </a:stretch>
                    </p:blipFill>
                    <p:spPr bwMode="auto">
                      <a:xfrm>
                        <a:off x="755576" y="1779662"/>
                        <a:ext cx="433863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3" descr="Rectangle: Click to edit Master text styles&#10;Second level&#10;Third level&#10;Fourth level&#10;Fifth level"/>
          <p:cNvSpPr txBox="1">
            <a:spLocks noChangeArrowheads="1"/>
          </p:cNvSpPr>
          <p:nvPr/>
        </p:nvSpPr>
        <p:spPr bwMode="auto">
          <a:xfrm>
            <a:off x="111968" y="195486"/>
            <a:ext cx="7772400" cy="670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66800" lvl="2" indent="-685800" eaLnBrk="1" hangingPunct="1"/>
            <a:r>
              <a:rPr lang="en-US" altLang="zh-CN" dirty="0" smtClean="0">
                <a:latin typeface="华文行楷" pitchFamily="2" charset="-122"/>
              </a:rPr>
              <a:t>2.</a:t>
            </a:r>
            <a:r>
              <a:rPr lang="zh-CN" altLang="en-US" dirty="0" smtClean="0">
                <a:latin typeface="华文行楷" pitchFamily="2" charset="-122"/>
              </a:rPr>
              <a:t>垂直极化波的斜入射</a:t>
            </a:r>
          </a:p>
        </p:txBody>
      </p:sp>
      <p:sp>
        <p:nvSpPr>
          <p:cNvPr id="6" name="内容占位符 2"/>
          <p:cNvSpPr txBox="1">
            <a:spLocks/>
          </p:cNvSpPr>
          <p:nvPr/>
        </p:nvSpPr>
        <p:spPr bwMode="auto">
          <a:xfrm>
            <a:off x="611560" y="2139702"/>
            <a:ext cx="7772400"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只有</a:t>
            </a:r>
            <a:r>
              <a:rPr lang="en-US" altLang="zh-CN" dirty="0" smtClean="0"/>
              <a:t>y</a:t>
            </a:r>
            <a:r>
              <a:rPr lang="zh-CN" altLang="en-US" dirty="0" smtClean="0"/>
              <a:t>分量</a:t>
            </a:r>
            <a:endParaRPr lang="zh-CN" altLang="en-US" dirty="0"/>
          </a:p>
        </p:txBody>
      </p:sp>
      <p:graphicFrame>
        <p:nvGraphicFramePr>
          <p:cNvPr id="7" name="对象 6"/>
          <p:cNvGraphicFramePr>
            <a:graphicFrameLocks noChangeAspect="1"/>
          </p:cNvGraphicFramePr>
          <p:nvPr>
            <p:extLst/>
          </p:nvPr>
        </p:nvGraphicFramePr>
        <p:xfrm>
          <a:off x="755576" y="2715766"/>
          <a:ext cx="5568950" cy="371475"/>
        </p:xfrm>
        <a:graphic>
          <a:graphicData uri="http://schemas.openxmlformats.org/presentationml/2006/ole">
            <mc:AlternateContent xmlns:mc="http://schemas.openxmlformats.org/markup-compatibility/2006">
              <mc:Choice xmlns:v="urn:schemas-microsoft-com:vml" Requires="v">
                <p:oleObj spid="_x0000_s353295" name="公式" r:id="rId6" imgW="2819160" imgH="253800" progId="Equation.3">
                  <p:embed/>
                </p:oleObj>
              </mc:Choice>
              <mc:Fallback>
                <p:oleObj name="公式" r:id="rId6" imgW="2819160" imgH="253800" progId="Equation.3">
                  <p:embed/>
                  <p:pic>
                    <p:nvPicPr>
                      <p:cNvPr id="7" name="对象 6"/>
                      <p:cNvPicPr>
                        <a:picLocks noChangeAspect="1" noChangeArrowheads="1"/>
                      </p:cNvPicPr>
                      <p:nvPr/>
                    </p:nvPicPr>
                    <p:blipFill>
                      <a:blip r:embed="rId7"/>
                      <a:srcRect/>
                      <a:stretch>
                        <a:fillRect/>
                      </a:stretch>
                    </p:blipFill>
                    <p:spPr bwMode="auto">
                      <a:xfrm>
                        <a:off x="755576" y="2715766"/>
                        <a:ext cx="556895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nvPr>
        </p:nvGraphicFramePr>
        <p:xfrm>
          <a:off x="652463" y="3648075"/>
          <a:ext cx="7196137" cy="649288"/>
        </p:xfrm>
        <a:graphic>
          <a:graphicData uri="http://schemas.openxmlformats.org/presentationml/2006/ole">
            <mc:AlternateContent xmlns:mc="http://schemas.openxmlformats.org/markup-compatibility/2006">
              <mc:Choice xmlns:v="urn:schemas-microsoft-com:vml" Requires="v">
                <p:oleObj spid="_x0000_s353296" name="公式" r:id="rId8" imgW="3644640" imgH="444240" progId="Equation.3">
                  <p:embed/>
                </p:oleObj>
              </mc:Choice>
              <mc:Fallback>
                <p:oleObj name="公式" r:id="rId8" imgW="3644640" imgH="444240" progId="Equation.3">
                  <p:embed/>
                  <p:pic>
                    <p:nvPicPr>
                      <p:cNvPr id="8" name="对象 7"/>
                      <p:cNvPicPr>
                        <a:picLocks noChangeAspect="1" noChangeArrowheads="1"/>
                      </p:cNvPicPr>
                      <p:nvPr/>
                    </p:nvPicPr>
                    <p:blipFill>
                      <a:blip r:embed="rId9"/>
                      <a:srcRect/>
                      <a:stretch>
                        <a:fillRect/>
                      </a:stretch>
                    </p:blipFill>
                    <p:spPr bwMode="auto">
                      <a:xfrm>
                        <a:off x="652463" y="3648075"/>
                        <a:ext cx="7196137"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内容占位符 2"/>
          <p:cNvSpPr txBox="1">
            <a:spLocks/>
          </p:cNvSpPr>
          <p:nvPr/>
        </p:nvSpPr>
        <p:spPr bwMode="auto">
          <a:xfrm>
            <a:off x="611560" y="3075806"/>
            <a:ext cx="7772400"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合成磁场有</a:t>
            </a:r>
            <a:r>
              <a:rPr lang="en-US" altLang="zh-CN" dirty="0" smtClean="0"/>
              <a:t>x</a:t>
            </a:r>
            <a:r>
              <a:rPr lang="zh-CN" altLang="en-US" dirty="0" smtClean="0"/>
              <a:t>方向和</a:t>
            </a:r>
            <a:r>
              <a:rPr lang="en-US" altLang="zh-CN" dirty="0" smtClean="0"/>
              <a:t>z</a:t>
            </a:r>
            <a:r>
              <a:rPr lang="zh-CN" altLang="en-US" dirty="0" smtClean="0"/>
              <a:t>方向分量</a:t>
            </a:r>
            <a:endParaRPr lang="zh-CN" altLang="en-US" dirty="0"/>
          </a:p>
        </p:txBody>
      </p:sp>
      <p:graphicFrame>
        <p:nvGraphicFramePr>
          <p:cNvPr id="12" name="对象 11"/>
          <p:cNvGraphicFramePr>
            <a:graphicFrameLocks noChangeAspect="1"/>
          </p:cNvGraphicFramePr>
          <p:nvPr>
            <p:extLst/>
          </p:nvPr>
        </p:nvGraphicFramePr>
        <p:xfrm>
          <a:off x="701675" y="4227513"/>
          <a:ext cx="7019925" cy="649287"/>
        </p:xfrm>
        <a:graphic>
          <a:graphicData uri="http://schemas.openxmlformats.org/presentationml/2006/ole">
            <mc:AlternateContent xmlns:mc="http://schemas.openxmlformats.org/markup-compatibility/2006">
              <mc:Choice xmlns:v="urn:schemas-microsoft-com:vml" Requires="v">
                <p:oleObj spid="_x0000_s353297" name="公式" r:id="rId10" imgW="3555720" imgH="444240" progId="Equation.3">
                  <p:embed/>
                </p:oleObj>
              </mc:Choice>
              <mc:Fallback>
                <p:oleObj name="公式" r:id="rId10" imgW="3555720" imgH="444240" progId="Equation.3">
                  <p:embed/>
                  <p:pic>
                    <p:nvPicPr>
                      <p:cNvPr id="12" name="对象 11"/>
                      <p:cNvPicPr>
                        <a:picLocks noChangeAspect="1" noChangeArrowheads="1"/>
                      </p:cNvPicPr>
                      <p:nvPr/>
                    </p:nvPicPr>
                    <p:blipFill>
                      <a:blip r:embed="rId11"/>
                      <a:srcRect/>
                      <a:stretch>
                        <a:fillRect/>
                      </a:stretch>
                    </p:blipFill>
                    <p:spPr bwMode="auto">
                      <a:xfrm>
                        <a:off x="701675" y="4227513"/>
                        <a:ext cx="7019925"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915598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a:spLocks/>
          </p:cNvSpPr>
          <p:nvPr/>
        </p:nvSpPr>
        <p:spPr bwMode="auto">
          <a:xfrm>
            <a:off x="611560" y="555526"/>
            <a:ext cx="7772400"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在理想导体表面，电场切向分量为</a:t>
            </a:r>
            <a:r>
              <a:rPr lang="en-US" altLang="zh-CN" dirty="0" smtClean="0"/>
              <a:t>0</a:t>
            </a:r>
            <a:endParaRPr lang="zh-CN" altLang="en-US" dirty="0"/>
          </a:p>
        </p:txBody>
      </p:sp>
      <p:graphicFrame>
        <p:nvGraphicFramePr>
          <p:cNvPr id="8" name="对象 7"/>
          <p:cNvGraphicFramePr>
            <a:graphicFrameLocks noChangeAspect="1"/>
          </p:cNvGraphicFramePr>
          <p:nvPr>
            <p:extLst/>
          </p:nvPr>
        </p:nvGraphicFramePr>
        <p:xfrm>
          <a:off x="1093788" y="1131590"/>
          <a:ext cx="4891087" cy="371475"/>
        </p:xfrm>
        <a:graphic>
          <a:graphicData uri="http://schemas.openxmlformats.org/presentationml/2006/ole">
            <mc:AlternateContent xmlns:mc="http://schemas.openxmlformats.org/markup-compatibility/2006">
              <mc:Choice xmlns:v="urn:schemas-microsoft-com:vml" Requires="v">
                <p:oleObj spid="_x0000_s354309" name="公式" r:id="rId3" imgW="2476440" imgH="253800" progId="Equation.3">
                  <p:embed/>
                </p:oleObj>
              </mc:Choice>
              <mc:Fallback>
                <p:oleObj name="公式" r:id="rId3" imgW="2476440" imgH="253800" progId="Equation.3">
                  <p:embed/>
                  <p:pic>
                    <p:nvPicPr>
                      <p:cNvPr id="8" name="对象 7"/>
                      <p:cNvPicPr>
                        <a:picLocks noChangeAspect="1" noChangeArrowheads="1"/>
                      </p:cNvPicPr>
                      <p:nvPr/>
                    </p:nvPicPr>
                    <p:blipFill>
                      <a:blip r:embed="rId4"/>
                      <a:srcRect/>
                      <a:stretch>
                        <a:fillRect/>
                      </a:stretch>
                    </p:blipFill>
                    <p:spPr bwMode="auto">
                      <a:xfrm>
                        <a:off x="1093788" y="1131590"/>
                        <a:ext cx="4891087"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descr="Rectangle: Click to edit Master text styles&#10;Second level&#10;Third level&#10;Fourth level&#10;Fifth level"/>
          <p:cNvSpPr txBox="1">
            <a:spLocks noChangeArrowheads="1"/>
          </p:cNvSpPr>
          <p:nvPr/>
        </p:nvSpPr>
        <p:spPr bwMode="auto">
          <a:xfrm>
            <a:off x="467544" y="1707654"/>
            <a:ext cx="8198296"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zh-CN" altLang="en-US" dirty="0" smtClean="0"/>
              <a:t>同样必然有</a:t>
            </a:r>
            <a:endParaRPr lang="en-US" altLang="zh-CN" dirty="0" smtClean="0"/>
          </a:p>
          <a:p>
            <a:pPr eaLnBrk="1" hangingPunct="1"/>
            <a:r>
              <a:rPr lang="en-US" altLang="zh-CN" dirty="0" smtClean="0"/>
              <a:t>                            </a:t>
            </a:r>
            <a:r>
              <a:rPr lang="en-US" altLang="zh-CN" dirty="0" smtClean="0">
                <a:latin typeface="宋体" pitchFamily="2" charset="-122"/>
              </a:rPr>
              <a:t>θ′=θ </a:t>
            </a:r>
          </a:p>
          <a:p>
            <a:pPr eaLnBrk="1" hangingPunct="1"/>
            <a:r>
              <a:rPr lang="zh-CN" altLang="en-US" dirty="0" smtClean="0">
                <a:latin typeface="宋体" pitchFamily="2" charset="-122"/>
              </a:rPr>
              <a:t>表明</a:t>
            </a:r>
            <a:r>
              <a:rPr lang="zh-CN" altLang="en-US" dirty="0" smtClean="0">
                <a:solidFill>
                  <a:srgbClr val="FF0000"/>
                </a:solidFill>
                <a:latin typeface="宋体" pitchFamily="2" charset="-122"/>
              </a:rPr>
              <a:t>反射角等于入射角</a:t>
            </a:r>
            <a:r>
              <a:rPr lang="zh-CN" altLang="en-US" dirty="0" smtClean="0">
                <a:latin typeface="宋体" pitchFamily="2" charset="-122"/>
              </a:rPr>
              <a:t>。</a:t>
            </a:r>
          </a:p>
          <a:p>
            <a:pPr eaLnBrk="1" hangingPunct="1"/>
            <a:r>
              <a:rPr lang="zh-CN" altLang="en-US" dirty="0" smtClean="0">
                <a:latin typeface="宋体" pitchFamily="2" charset="-122"/>
              </a:rPr>
              <a:t>               </a:t>
            </a:r>
            <a:r>
              <a:rPr lang="en-US" altLang="zh-CN" dirty="0" smtClean="0">
                <a:latin typeface="宋体" pitchFamily="2" charset="-122"/>
              </a:rPr>
              <a:t>E</a:t>
            </a:r>
            <a:r>
              <a:rPr lang="en-US" altLang="zh-CN" baseline="30000" dirty="0" smtClean="0">
                <a:latin typeface="宋体" pitchFamily="2" charset="-122"/>
              </a:rPr>
              <a:t>-</a:t>
            </a:r>
            <a:r>
              <a:rPr lang="en-US" altLang="zh-CN" baseline="-25000" dirty="0" smtClean="0">
                <a:latin typeface="宋体" pitchFamily="2" charset="-122"/>
              </a:rPr>
              <a:t>0</a:t>
            </a:r>
            <a:r>
              <a:rPr lang="en-US" altLang="zh-CN" dirty="0" smtClean="0">
                <a:latin typeface="宋体" pitchFamily="2" charset="-122"/>
              </a:rPr>
              <a:t>=-E</a:t>
            </a:r>
            <a:r>
              <a:rPr lang="en-US" altLang="zh-CN" baseline="30000" dirty="0" smtClean="0">
                <a:latin typeface="宋体" pitchFamily="2" charset="-122"/>
              </a:rPr>
              <a:t>+</a:t>
            </a:r>
            <a:r>
              <a:rPr lang="en-US" altLang="zh-CN" baseline="-25000" dirty="0" smtClean="0">
                <a:latin typeface="宋体" pitchFamily="2" charset="-122"/>
              </a:rPr>
              <a:t>0 </a:t>
            </a:r>
            <a:r>
              <a:rPr lang="en-US" altLang="zh-CN" dirty="0" smtClean="0">
                <a:latin typeface="宋体" pitchFamily="2" charset="-122"/>
              </a:rPr>
              <a:t>      </a:t>
            </a:r>
          </a:p>
          <a:p>
            <a:pPr eaLnBrk="1" hangingPunct="1"/>
            <a:r>
              <a:rPr lang="zh-CN" altLang="en-US" dirty="0" smtClean="0">
                <a:latin typeface="宋体" pitchFamily="2" charset="-122"/>
              </a:rPr>
              <a:t>表明</a:t>
            </a:r>
            <a:r>
              <a:rPr lang="zh-CN" altLang="en-US" dirty="0" smtClean="0">
                <a:solidFill>
                  <a:srgbClr val="FF0000"/>
                </a:solidFill>
                <a:latin typeface="宋体" pitchFamily="2" charset="-122"/>
              </a:rPr>
              <a:t>入射波与反射波电场振幅相等方向相反</a:t>
            </a:r>
            <a:r>
              <a:rPr lang="zh-CN" altLang="en-US" dirty="0" smtClean="0">
                <a:latin typeface="宋体" pitchFamily="2" charset="-122"/>
              </a:rPr>
              <a:t>。</a:t>
            </a:r>
          </a:p>
        </p:txBody>
      </p:sp>
    </p:spTree>
    <p:extLst>
      <p:ext uri="{BB962C8B-B14F-4D97-AF65-F5344CB8AC3E}">
        <p14:creationId xmlns:p14="http://schemas.microsoft.com/office/powerpoint/2010/main" val="28565415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5"/>
          <p:cNvSpPr>
            <a:spLocks noChangeArrowheads="1"/>
          </p:cNvSpPr>
          <p:nvPr/>
        </p:nvSpPr>
        <p:spPr bwMode="auto">
          <a:xfrm>
            <a:off x="0" y="229778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67589" name="Object 4"/>
          <p:cNvGraphicFramePr>
            <a:graphicFrameLocks noChangeAspect="1"/>
          </p:cNvGraphicFramePr>
          <p:nvPr>
            <p:extLst/>
          </p:nvPr>
        </p:nvGraphicFramePr>
        <p:xfrm>
          <a:off x="1331640" y="1449016"/>
          <a:ext cx="4748213" cy="474662"/>
        </p:xfrm>
        <a:graphic>
          <a:graphicData uri="http://schemas.openxmlformats.org/presentationml/2006/ole">
            <mc:AlternateContent xmlns:mc="http://schemas.openxmlformats.org/markup-compatibility/2006">
              <mc:Choice xmlns:v="urn:schemas-microsoft-com:vml" Requires="v">
                <p:oleObj spid="_x0000_s355339" name="公式" r:id="rId3" imgW="2311200" imgH="253800" progId="Equation.3">
                  <p:embed/>
                </p:oleObj>
              </mc:Choice>
              <mc:Fallback>
                <p:oleObj name="公式" r:id="rId3" imgW="2311200" imgH="253800" progId="Equation.3">
                  <p:embed/>
                  <p:pic>
                    <p:nvPicPr>
                      <p:cNvPr id="67589" name="Object 4"/>
                      <p:cNvPicPr>
                        <a:picLocks noChangeAspect="1" noChangeArrowheads="1"/>
                      </p:cNvPicPr>
                      <p:nvPr/>
                    </p:nvPicPr>
                    <p:blipFill>
                      <a:blip r:embed="rId4"/>
                      <a:srcRect/>
                      <a:stretch>
                        <a:fillRect/>
                      </a:stretch>
                    </p:blipFill>
                    <p:spPr bwMode="auto">
                      <a:xfrm>
                        <a:off x="1331640" y="1449016"/>
                        <a:ext cx="4748213" cy="474662"/>
                      </a:xfrm>
                      <a:prstGeom prst="rect">
                        <a:avLst/>
                      </a:prstGeom>
                      <a:noFill/>
                      <a:extLst/>
                    </p:spPr>
                  </p:pic>
                </p:oleObj>
              </mc:Fallback>
            </mc:AlternateContent>
          </a:graphicData>
        </a:graphic>
      </p:graphicFrame>
      <p:sp>
        <p:nvSpPr>
          <p:cNvPr id="67590" name="Rectangle 7"/>
          <p:cNvSpPr>
            <a:spLocks noChangeArrowheads="1"/>
          </p:cNvSpPr>
          <p:nvPr/>
        </p:nvSpPr>
        <p:spPr bwMode="auto">
          <a:xfrm>
            <a:off x="0" y="229778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67592" name="Rectangle 9"/>
          <p:cNvSpPr>
            <a:spLocks noChangeArrowheads="1"/>
          </p:cNvSpPr>
          <p:nvPr/>
        </p:nvSpPr>
        <p:spPr bwMode="auto">
          <a:xfrm>
            <a:off x="0" y="20441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67593" name="Object 8"/>
          <p:cNvGraphicFramePr>
            <a:graphicFrameLocks noChangeAspect="1"/>
          </p:cNvGraphicFramePr>
          <p:nvPr>
            <p:extLst/>
          </p:nvPr>
        </p:nvGraphicFramePr>
        <p:xfrm>
          <a:off x="1337097" y="2387848"/>
          <a:ext cx="6034678" cy="759966"/>
        </p:xfrm>
        <a:graphic>
          <a:graphicData uri="http://schemas.openxmlformats.org/presentationml/2006/ole">
            <mc:AlternateContent xmlns:mc="http://schemas.openxmlformats.org/markup-compatibility/2006">
              <mc:Choice xmlns:v="urn:schemas-microsoft-com:vml" Requires="v">
                <p:oleObj spid="_x0000_s355340" name="公式" r:id="rId5" imgW="2641320" imgH="444240" progId="Equation.3">
                  <p:embed/>
                </p:oleObj>
              </mc:Choice>
              <mc:Fallback>
                <p:oleObj name="公式" r:id="rId5" imgW="2641320" imgH="444240" progId="Equation.3">
                  <p:embed/>
                  <p:pic>
                    <p:nvPicPr>
                      <p:cNvPr id="67593" name="Object 8"/>
                      <p:cNvPicPr>
                        <a:picLocks noChangeAspect="1" noChangeArrowheads="1"/>
                      </p:cNvPicPr>
                      <p:nvPr/>
                    </p:nvPicPr>
                    <p:blipFill>
                      <a:blip r:embed="rId6"/>
                      <a:srcRect/>
                      <a:stretch>
                        <a:fillRect/>
                      </a:stretch>
                    </p:blipFill>
                    <p:spPr bwMode="auto">
                      <a:xfrm>
                        <a:off x="1337097" y="2387848"/>
                        <a:ext cx="6034678" cy="759966"/>
                      </a:xfrm>
                      <a:prstGeom prst="rect">
                        <a:avLst/>
                      </a:prstGeom>
                      <a:noFill/>
                      <a:extLst/>
                    </p:spPr>
                  </p:pic>
                </p:oleObj>
              </mc:Fallback>
            </mc:AlternateContent>
          </a:graphicData>
        </a:graphic>
      </p:graphicFrame>
      <p:graphicFrame>
        <p:nvGraphicFramePr>
          <p:cNvPr id="4" name="对象 3"/>
          <p:cNvGraphicFramePr>
            <a:graphicFrameLocks noChangeAspect="1"/>
          </p:cNvGraphicFramePr>
          <p:nvPr>
            <p:extLst/>
          </p:nvPr>
        </p:nvGraphicFramePr>
        <p:xfrm>
          <a:off x="1403648" y="3363838"/>
          <a:ext cx="5801469" cy="720080"/>
        </p:xfrm>
        <a:graphic>
          <a:graphicData uri="http://schemas.openxmlformats.org/presentationml/2006/ole">
            <mc:AlternateContent xmlns:mc="http://schemas.openxmlformats.org/markup-compatibility/2006">
              <mc:Choice xmlns:v="urn:schemas-microsoft-com:vml" Requires="v">
                <p:oleObj spid="_x0000_s355341" name="公式" r:id="rId7" imgW="2679480" imgH="444240" progId="Equation.3">
                  <p:embed/>
                </p:oleObj>
              </mc:Choice>
              <mc:Fallback>
                <p:oleObj name="公式" r:id="rId7" imgW="2679480" imgH="444240" progId="Equation.3">
                  <p:embed/>
                  <p:pic>
                    <p:nvPicPr>
                      <p:cNvPr id="4" name="对象 3"/>
                      <p:cNvPicPr>
                        <a:picLocks noChangeAspect="1" noChangeArrowheads="1"/>
                      </p:cNvPicPr>
                      <p:nvPr/>
                    </p:nvPicPr>
                    <p:blipFill>
                      <a:blip r:embed="rId8"/>
                      <a:srcRect/>
                      <a:stretch>
                        <a:fillRect/>
                      </a:stretch>
                    </p:blipFill>
                    <p:spPr bwMode="auto">
                      <a:xfrm>
                        <a:off x="1403648" y="3363838"/>
                        <a:ext cx="5801469" cy="720080"/>
                      </a:xfrm>
                      <a:prstGeom prst="rect">
                        <a:avLst/>
                      </a:prstGeom>
                      <a:noFill/>
                      <a:ln>
                        <a:noFill/>
                      </a:ln>
                    </p:spPr>
                  </p:pic>
                </p:oleObj>
              </mc:Fallback>
            </mc:AlternateContent>
          </a:graphicData>
        </a:graphic>
      </p:graphicFrame>
      <p:sp>
        <p:nvSpPr>
          <p:cNvPr id="7" name="矩形 6"/>
          <p:cNvSpPr/>
          <p:nvPr/>
        </p:nvSpPr>
        <p:spPr>
          <a:xfrm>
            <a:off x="467544" y="339502"/>
            <a:ext cx="6048672" cy="707886"/>
          </a:xfrm>
          <a:prstGeom prst="rect">
            <a:avLst/>
          </a:prstGeom>
        </p:spPr>
        <p:txBody>
          <a:bodyPr wrap="square">
            <a:spAutoFit/>
          </a:bodyPr>
          <a:lstStyle/>
          <a:p>
            <a:r>
              <a:rPr lang="zh-CN" altLang="en-US" sz="4000" b="1" dirty="0" smtClean="0">
                <a:solidFill>
                  <a:srgbClr val="C00000"/>
                </a:solidFill>
              </a:rPr>
              <a:t>场的分量</a:t>
            </a:r>
            <a:endParaRPr lang="zh-CN" altLang="en-US" sz="4000" b="1" dirty="0">
              <a:solidFill>
                <a:srgbClr val="C00000"/>
              </a:solidFill>
            </a:endParaRPr>
          </a:p>
        </p:txBody>
      </p:sp>
    </p:spTree>
    <p:extLst>
      <p:ext uri="{BB962C8B-B14F-4D97-AF65-F5344CB8AC3E}">
        <p14:creationId xmlns:p14="http://schemas.microsoft.com/office/powerpoint/2010/main" val="39477439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defRPr/>
            </a:pPr>
            <a:r>
              <a:rPr lang="en-US" altLang="zh-CN" smtClean="0"/>
              <a:t> </a:t>
            </a:r>
          </a:p>
        </p:txBody>
      </p:sp>
      <p:sp>
        <p:nvSpPr>
          <p:cNvPr id="68611" name="Rectangle 3" descr="Rectangle: Click to edit Master text styles&#10;Second level&#10;Third level&#10;Fourth level&#10;Fifth level"/>
          <p:cNvSpPr>
            <a:spLocks noGrp="1" noChangeArrowheads="1"/>
          </p:cNvSpPr>
          <p:nvPr>
            <p:ph type="body" idx="1"/>
          </p:nvPr>
        </p:nvSpPr>
        <p:spPr>
          <a:xfrm>
            <a:off x="685800" y="123478"/>
            <a:ext cx="7990656" cy="3600450"/>
          </a:xfrm>
        </p:spPr>
        <p:txBody>
          <a:bodyPr/>
          <a:lstStyle/>
          <a:p>
            <a:pPr eaLnBrk="1" hangingPunct="1">
              <a:lnSpc>
                <a:spcPct val="90000"/>
              </a:lnSpc>
            </a:pPr>
            <a:r>
              <a:rPr lang="en-US" altLang="zh-CN" dirty="0" smtClean="0">
                <a:latin typeface="宋体" pitchFamily="2" charset="-122"/>
              </a:rPr>
              <a:t>    </a:t>
            </a:r>
            <a:r>
              <a:rPr lang="zh-CN" altLang="en-US" dirty="0" smtClean="0">
                <a:latin typeface="宋体" pitchFamily="2" charset="-122"/>
              </a:rPr>
              <a:t>在</a:t>
            </a:r>
            <a:r>
              <a:rPr lang="en-US" altLang="zh-CN" dirty="0" smtClean="0">
                <a:latin typeface="宋体" pitchFamily="2" charset="-122"/>
              </a:rPr>
              <a:t>z&lt;0</a:t>
            </a:r>
            <a:r>
              <a:rPr lang="zh-CN" altLang="en-US" dirty="0" smtClean="0">
                <a:latin typeface="宋体" pitchFamily="2" charset="-122"/>
              </a:rPr>
              <a:t>区域合成场有</a:t>
            </a:r>
            <a:r>
              <a:rPr lang="en-US" altLang="zh-CN" dirty="0" smtClean="0">
                <a:latin typeface="宋体" pitchFamily="2" charset="-122"/>
              </a:rPr>
              <a:t>5</a:t>
            </a:r>
            <a:r>
              <a:rPr lang="zh-CN" altLang="en-US" dirty="0" smtClean="0">
                <a:latin typeface="宋体" pitchFamily="2" charset="-122"/>
              </a:rPr>
              <a:t>个特点。</a:t>
            </a:r>
          </a:p>
          <a:p>
            <a:pPr eaLnBrk="1" hangingPunct="1">
              <a:lnSpc>
                <a:spcPct val="90000"/>
              </a:lnSpc>
            </a:pPr>
            <a:r>
              <a:rPr lang="en-US" altLang="zh-CN" dirty="0" smtClean="0">
                <a:latin typeface="宋体" pitchFamily="2" charset="-122"/>
              </a:rPr>
              <a:t>(1)</a:t>
            </a:r>
            <a:r>
              <a:rPr lang="zh-CN" altLang="en-US" dirty="0" smtClean="0">
                <a:solidFill>
                  <a:srgbClr val="C00000"/>
                </a:solidFill>
                <a:latin typeface="宋体" pitchFamily="2" charset="-122"/>
              </a:rPr>
              <a:t>在</a:t>
            </a:r>
            <a:r>
              <a:rPr lang="en-US" altLang="zh-CN" dirty="0" smtClean="0">
                <a:solidFill>
                  <a:srgbClr val="C00000"/>
                </a:solidFill>
                <a:latin typeface="宋体" pitchFamily="2" charset="-122"/>
              </a:rPr>
              <a:t>z</a:t>
            </a:r>
            <a:r>
              <a:rPr lang="zh-CN" altLang="en-US" dirty="0" smtClean="0">
                <a:solidFill>
                  <a:srgbClr val="C00000"/>
                </a:solidFill>
                <a:latin typeface="宋体" pitchFamily="2" charset="-122"/>
              </a:rPr>
              <a:t>方向为驻波</a:t>
            </a:r>
            <a:r>
              <a:rPr lang="zh-CN" altLang="en-US" dirty="0" smtClean="0">
                <a:latin typeface="宋体" pitchFamily="2" charset="-122"/>
              </a:rPr>
              <a:t>。电磁场量中振幅</a:t>
            </a:r>
            <a:r>
              <a:rPr lang="en-US" altLang="zh-CN" dirty="0" err="1" smtClean="0">
                <a:latin typeface="宋体" pitchFamily="2" charset="-122"/>
              </a:rPr>
              <a:t>cos</a:t>
            </a:r>
            <a:r>
              <a:rPr lang="en-US" altLang="zh-CN" dirty="0" smtClean="0">
                <a:latin typeface="宋体" pitchFamily="2" charset="-122"/>
              </a:rPr>
              <a:t>(</a:t>
            </a:r>
            <a:r>
              <a:rPr lang="en-US" altLang="zh-CN" i="1" dirty="0" smtClean="0">
                <a:latin typeface="宋体" pitchFamily="2" charset="-122"/>
              </a:rPr>
              <a:t>β</a:t>
            </a:r>
            <a:r>
              <a:rPr lang="en-US" altLang="zh-CN" dirty="0" err="1" smtClean="0">
                <a:latin typeface="宋体" pitchFamily="2" charset="-122"/>
              </a:rPr>
              <a:t>zcos</a:t>
            </a:r>
            <a:r>
              <a:rPr lang="en-US" altLang="zh-CN" i="1" dirty="0" err="1" smtClean="0">
                <a:latin typeface="宋体" pitchFamily="2" charset="-122"/>
              </a:rPr>
              <a:t>θ</a:t>
            </a:r>
            <a:r>
              <a:rPr lang="en-US" altLang="zh-CN" dirty="0" smtClean="0">
                <a:latin typeface="宋体" pitchFamily="2" charset="-122"/>
              </a:rPr>
              <a:t>)</a:t>
            </a:r>
            <a:r>
              <a:rPr lang="zh-CN" altLang="en-US" dirty="0" smtClean="0">
                <a:latin typeface="宋体" pitchFamily="2" charset="-122"/>
              </a:rPr>
              <a:t>或</a:t>
            </a:r>
            <a:r>
              <a:rPr lang="en-US" altLang="zh-CN" dirty="0" smtClean="0">
                <a:latin typeface="宋体" pitchFamily="2" charset="-122"/>
              </a:rPr>
              <a:t>sin(</a:t>
            </a:r>
            <a:r>
              <a:rPr lang="en-US" altLang="zh-CN" i="1" dirty="0" smtClean="0">
                <a:latin typeface="宋体" pitchFamily="2" charset="-122"/>
              </a:rPr>
              <a:t>β</a:t>
            </a:r>
            <a:r>
              <a:rPr lang="en-US" altLang="zh-CN" dirty="0" err="1" smtClean="0">
                <a:latin typeface="宋体" pitchFamily="2" charset="-122"/>
              </a:rPr>
              <a:t>zcos</a:t>
            </a:r>
            <a:r>
              <a:rPr lang="en-US" altLang="zh-CN" i="1" dirty="0" err="1" smtClean="0">
                <a:latin typeface="宋体" pitchFamily="2" charset="-122"/>
              </a:rPr>
              <a:t>θ</a:t>
            </a:r>
            <a:r>
              <a:rPr lang="en-US" altLang="zh-CN" dirty="0" smtClean="0">
                <a:latin typeface="宋体" pitchFamily="2" charset="-122"/>
              </a:rPr>
              <a:t>)</a:t>
            </a:r>
            <a:r>
              <a:rPr lang="zh-CN" altLang="en-US" dirty="0" smtClean="0">
                <a:latin typeface="宋体" pitchFamily="2" charset="-122"/>
              </a:rPr>
              <a:t>表示场沿</a:t>
            </a:r>
            <a:r>
              <a:rPr lang="en-US" altLang="zh-CN" dirty="0" smtClean="0">
                <a:latin typeface="宋体" pitchFamily="2" charset="-122"/>
              </a:rPr>
              <a:t>z</a:t>
            </a:r>
            <a:r>
              <a:rPr lang="zh-CN" altLang="en-US" dirty="0" smtClean="0">
                <a:latin typeface="宋体" pitchFamily="2" charset="-122"/>
              </a:rPr>
              <a:t>方向为驻波。</a:t>
            </a:r>
          </a:p>
          <a:p>
            <a:pPr eaLnBrk="1" hangingPunct="1">
              <a:lnSpc>
                <a:spcPct val="90000"/>
              </a:lnSpc>
            </a:pPr>
            <a:r>
              <a:rPr lang="en-US" altLang="zh-CN" dirty="0" smtClean="0">
                <a:latin typeface="宋体" pitchFamily="2" charset="-122"/>
              </a:rPr>
              <a:t>(2) </a:t>
            </a:r>
            <a:r>
              <a:rPr lang="zh-CN" altLang="en-US" dirty="0" smtClean="0">
                <a:solidFill>
                  <a:srgbClr val="C00000"/>
                </a:solidFill>
                <a:latin typeface="宋体" pitchFamily="2" charset="-122"/>
              </a:rPr>
              <a:t>在</a:t>
            </a:r>
            <a:r>
              <a:rPr lang="en-US" altLang="zh-CN" dirty="0" smtClean="0">
                <a:solidFill>
                  <a:srgbClr val="C00000"/>
                </a:solidFill>
                <a:latin typeface="宋体" pitchFamily="2" charset="-122"/>
              </a:rPr>
              <a:t>x</a:t>
            </a:r>
            <a:r>
              <a:rPr lang="zh-CN" altLang="en-US" dirty="0" smtClean="0">
                <a:solidFill>
                  <a:srgbClr val="C00000"/>
                </a:solidFill>
                <a:latin typeface="宋体" pitchFamily="2" charset="-122"/>
              </a:rPr>
              <a:t>方向为行波</a:t>
            </a:r>
            <a:r>
              <a:rPr lang="zh-CN" altLang="en-US" dirty="0" smtClean="0">
                <a:latin typeface="宋体" pitchFamily="2" charset="-122"/>
              </a:rPr>
              <a:t>。电磁场量中相位</a:t>
            </a:r>
            <a:r>
              <a:rPr lang="en-US" altLang="zh-CN" dirty="0" smtClean="0">
                <a:latin typeface="宋体" pitchFamily="2" charset="-122"/>
              </a:rPr>
              <a:t>e</a:t>
            </a:r>
            <a:r>
              <a:rPr lang="en-US" altLang="zh-CN" baseline="30000" dirty="0" smtClean="0">
                <a:latin typeface="宋体" pitchFamily="2" charset="-122"/>
              </a:rPr>
              <a:t>-j</a:t>
            </a:r>
            <a:r>
              <a:rPr lang="en-US" altLang="zh-CN" i="1" baseline="30000" dirty="0" smtClean="0">
                <a:latin typeface="宋体" pitchFamily="2" charset="-122"/>
              </a:rPr>
              <a:t>β</a:t>
            </a:r>
            <a:r>
              <a:rPr lang="en-US" altLang="zh-CN" baseline="30000" dirty="0" err="1" smtClean="0">
                <a:latin typeface="宋体" pitchFamily="2" charset="-122"/>
              </a:rPr>
              <a:t>xsin</a:t>
            </a:r>
            <a:r>
              <a:rPr lang="en-US" altLang="zh-CN" i="1" baseline="30000" dirty="0" err="1" smtClean="0">
                <a:latin typeface="宋体" pitchFamily="2" charset="-122"/>
              </a:rPr>
              <a:t>θ</a:t>
            </a:r>
            <a:r>
              <a:rPr lang="zh-CN" altLang="en-US" dirty="0" smtClean="0">
                <a:latin typeface="宋体" pitchFamily="2" charset="-122"/>
              </a:rPr>
              <a:t>表示场沿</a:t>
            </a:r>
            <a:r>
              <a:rPr lang="en-US" altLang="zh-CN" dirty="0" smtClean="0">
                <a:latin typeface="宋体" pitchFamily="2" charset="-122"/>
              </a:rPr>
              <a:t>x</a:t>
            </a:r>
            <a:r>
              <a:rPr lang="zh-CN" altLang="en-US" dirty="0" smtClean="0">
                <a:latin typeface="宋体" pitchFamily="2" charset="-122"/>
              </a:rPr>
              <a:t>方向为行波。</a:t>
            </a:r>
          </a:p>
          <a:p>
            <a:pPr eaLnBrk="1" hangingPunct="1">
              <a:lnSpc>
                <a:spcPct val="90000"/>
              </a:lnSpc>
            </a:pPr>
            <a:r>
              <a:rPr lang="en-US" altLang="zh-CN" dirty="0" smtClean="0">
                <a:latin typeface="宋体" pitchFamily="2" charset="-122"/>
              </a:rPr>
              <a:t>(3) </a:t>
            </a:r>
            <a:r>
              <a:rPr lang="zh-CN" altLang="en-US" dirty="0" smtClean="0">
                <a:solidFill>
                  <a:srgbClr val="C00000"/>
                </a:solidFill>
                <a:latin typeface="宋体" pitchFamily="2" charset="-122"/>
              </a:rPr>
              <a:t>合成场不是</a:t>
            </a:r>
            <a:r>
              <a:rPr lang="en-US" altLang="zh-CN" dirty="0" smtClean="0">
                <a:solidFill>
                  <a:srgbClr val="C00000"/>
                </a:solidFill>
                <a:latin typeface="宋体" pitchFamily="2" charset="-122"/>
              </a:rPr>
              <a:t>TEM</a:t>
            </a:r>
            <a:r>
              <a:rPr lang="zh-CN" altLang="en-US" dirty="0" smtClean="0">
                <a:solidFill>
                  <a:srgbClr val="C00000"/>
                </a:solidFill>
                <a:latin typeface="宋体" pitchFamily="2" charset="-122"/>
              </a:rPr>
              <a:t>波</a:t>
            </a:r>
            <a:r>
              <a:rPr lang="zh-CN" altLang="en-US" dirty="0" smtClean="0">
                <a:latin typeface="宋体" pitchFamily="2" charset="-122"/>
              </a:rPr>
              <a:t>，因为在电磁波传播的</a:t>
            </a:r>
            <a:r>
              <a:rPr lang="en-US" altLang="zh-CN" dirty="0" smtClean="0">
                <a:latin typeface="宋体" pitchFamily="2" charset="-122"/>
              </a:rPr>
              <a:t>x</a:t>
            </a:r>
            <a:r>
              <a:rPr lang="zh-CN" altLang="en-US" dirty="0" smtClean="0">
                <a:latin typeface="宋体" pitchFamily="2" charset="-122"/>
              </a:rPr>
              <a:t>方向，磁场有纵向（</a:t>
            </a:r>
            <a:r>
              <a:rPr lang="en-US" altLang="zh-CN" i="1" dirty="0" smtClean="0">
                <a:latin typeface="宋体" pitchFamily="2" charset="-122"/>
              </a:rPr>
              <a:t>x</a:t>
            </a:r>
            <a:r>
              <a:rPr lang="zh-CN" altLang="en-US" dirty="0" smtClean="0">
                <a:latin typeface="宋体" pitchFamily="2" charset="-122"/>
              </a:rPr>
              <a:t>方向）分量。由于</a:t>
            </a:r>
          </a:p>
        </p:txBody>
      </p:sp>
      <p:sp>
        <p:nvSpPr>
          <p:cNvPr id="3" name="矩形 2"/>
          <p:cNvSpPr/>
          <p:nvPr/>
        </p:nvSpPr>
        <p:spPr>
          <a:xfrm>
            <a:off x="755576" y="3939902"/>
            <a:ext cx="7560840" cy="1077218"/>
          </a:xfrm>
          <a:prstGeom prst="rect">
            <a:avLst/>
          </a:prstGeom>
          <a:solidFill>
            <a:schemeClr val="accent1">
              <a:lumMod val="20000"/>
              <a:lumOff val="80000"/>
            </a:schemeClr>
          </a:solidFill>
        </p:spPr>
        <p:txBody>
          <a:bodyPr wrap="square">
            <a:spAutoFit/>
          </a:bodyPr>
          <a:lstStyle/>
          <a:p>
            <a:r>
              <a:rPr lang="zh-CN" altLang="en-US" sz="3200" b="1" dirty="0">
                <a:solidFill>
                  <a:srgbClr val="000066"/>
                </a:solidFill>
                <a:latin typeface="宋体" pitchFamily="2" charset="-122"/>
                <a:ea typeface="宋体"/>
              </a:rPr>
              <a:t>电</a:t>
            </a:r>
            <a:r>
              <a:rPr lang="zh-CN" altLang="en-US" sz="3200" b="1" dirty="0" smtClean="0">
                <a:solidFill>
                  <a:srgbClr val="000066"/>
                </a:solidFill>
                <a:latin typeface="宋体" pitchFamily="2" charset="-122"/>
                <a:ea typeface="宋体"/>
              </a:rPr>
              <a:t>场</a:t>
            </a:r>
            <a:r>
              <a:rPr lang="zh-CN" altLang="en-US" sz="3200" b="1" dirty="0">
                <a:solidFill>
                  <a:srgbClr val="000066"/>
                </a:solidFill>
                <a:latin typeface="宋体" pitchFamily="2" charset="-122"/>
                <a:ea typeface="宋体"/>
              </a:rPr>
              <a:t>只有横向（</a:t>
            </a:r>
            <a:r>
              <a:rPr lang="en-US" altLang="zh-CN" sz="3200" b="1" i="1" dirty="0">
                <a:solidFill>
                  <a:srgbClr val="000066"/>
                </a:solidFill>
                <a:latin typeface="宋体" pitchFamily="2" charset="-122"/>
                <a:ea typeface="宋体"/>
              </a:rPr>
              <a:t>y</a:t>
            </a:r>
            <a:r>
              <a:rPr lang="zh-CN" altLang="en-US" sz="3200" b="1" dirty="0">
                <a:solidFill>
                  <a:srgbClr val="000066"/>
                </a:solidFill>
                <a:latin typeface="宋体" pitchFamily="2" charset="-122"/>
                <a:ea typeface="宋体"/>
              </a:rPr>
              <a:t>方向）分量，简称</a:t>
            </a:r>
            <a:r>
              <a:rPr lang="zh-CN" altLang="en-US" sz="3200" b="1" dirty="0" smtClean="0">
                <a:solidFill>
                  <a:srgbClr val="000066"/>
                </a:solidFill>
                <a:latin typeface="宋体" pitchFamily="2" charset="-122"/>
                <a:ea typeface="宋体"/>
              </a:rPr>
              <a:t>这种波为横电波（</a:t>
            </a:r>
            <a:r>
              <a:rPr lang="en-US" altLang="zh-CN" sz="3200" b="1" dirty="0" smtClean="0">
                <a:solidFill>
                  <a:srgbClr val="000066"/>
                </a:solidFill>
                <a:latin typeface="宋体" pitchFamily="2" charset="-122"/>
                <a:ea typeface="宋体"/>
              </a:rPr>
              <a:t>TE</a:t>
            </a:r>
            <a:r>
              <a:rPr lang="zh-CN" altLang="en-US" sz="3200" b="1" dirty="0" smtClean="0">
                <a:solidFill>
                  <a:srgbClr val="000066"/>
                </a:solidFill>
                <a:latin typeface="宋体" pitchFamily="2" charset="-122"/>
                <a:ea typeface="宋体"/>
              </a:rPr>
              <a:t>波）</a:t>
            </a:r>
            <a:endParaRPr lang="zh-CN" altLang="en-US" dirty="0"/>
          </a:p>
        </p:txBody>
      </p:sp>
    </p:spTree>
    <p:extLst>
      <p:ext uri="{BB962C8B-B14F-4D97-AF65-F5344CB8AC3E}">
        <p14:creationId xmlns:p14="http://schemas.microsoft.com/office/powerpoint/2010/main" val="138083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609600" y="913606"/>
            <a:ext cx="7772400" cy="857250"/>
          </a:xfrm>
        </p:spPr>
        <p:txBody>
          <a:bodyPr/>
          <a:lstStyle/>
          <a:p>
            <a:pPr eaLnBrk="1" hangingPunct="1">
              <a:defRPr/>
            </a:pPr>
            <a:r>
              <a:rPr lang="en-US" altLang="zh-CN" smtClean="0"/>
              <a:t> </a:t>
            </a:r>
          </a:p>
        </p:txBody>
      </p:sp>
      <p:sp>
        <p:nvSpPr>
          <p:cNvPr id="69635" name="Rectangle 3" descr="Rectangle: Click to edit Master text styles&#10;Second level&#10;Third level&#10;Fourth level&#10;Fifth level"/>
          <p:cNvSpPr>
            <a:spLocks noGrp="1" noChangeArrowheads="1"/>
          </p:cNvSpPr>
          <p:nvPr>
            <p:ph type="body" idx="1"/>
          </p:nvPr>
        </p:nvSpPr>
        <p:spPr>
          <a:xfrm>
            <a:off x="609600" y="818356"/>
            <a:ext cx="7772400" cy="4057650"/>
          </a:xfrm>
        </p:spPr>
        <p:txBody>
          <a:bodyPr/>
          <a:lstStyle/>
          <a:p>
            <a:pPr lvl="3" eaLnBrk="1" hangingPunct="1"/>
            <a:r>
              <a:rPr lang="en-US" altLang="zh-CN" dirty="0" smtClean="0">
                <a:solidFill>
                  <a:srgbClr val="000000"/>
                </a:solidFill>
                <a:latin typeface="黑体" pitchFamily="49" charset="-122"/>
              </a:rPr>
              <a:t>(4) </a:t>
            </a:r>
            <a:r>
              <a:rPr lang="zh-CN" altLang="en-US" dirty="0" smtClean="0">
                <a:latin typeface="黑体" pitchFamily="49" charset="-122"/>
              </a:rPr>
              <a:t>合成场不是均匀平面波。</a:t>
            </a:r>
            <a:r>
              <a:rPr lang="zh-CN" altLang="en-US" dirty="0" smtClean="0">
                <a:solidFill>
                  <a:srgbClr val="000000"/>
                </a:solidFill>
                <a:latin typeface="黑体" pitchFamily="49" charset="-122"/>
              </a:rPr>
              <a:t>因为在等相位面上，场量振幅不是常数</a:t>
            </a:r>
            <a:r>
              <a:rPr lang="zh-CN" altLang="en-US" dirty="0" smtClean="0">
                <a:latin typeface="黑体" pitchFamily="49" charset="-122"/>
              </a:rPr>
              <a:t>。</a:t>
            </a:r>
          </a:p>
          <a:p>
            <a:pPr lvl="3" eaLnBrk="1" hangingPunct="1"/>
            <a:r>
              <a:rPr lang="en-US" altLang="zh-CN" dirty="0" smtClean="0">
                <a:solidFill>
                  <a:srgbClr val="000000"/>
                </a:solidFill>
                <a:latin typeface="黑体" pitchFamily="49" charset="-122"/>
              </a:rPr>
              <a:t>(5) </a:t>
            </a:r>
            <a:r>
              <a:rPr lang="en-US" altLang="zh-CN" dirty="0" smtClean="0">
                <a:latin typeface="黑体" pitchFamily="49" charset="-122"/>
              </a:rPr>
              <a:t>x</a:t>
            </a:r>
            <a:r>
              <a:rPr lang="zh-CN" altLang="en-US" dirty="0" smtClean="0">
                <a:latin typeface="黑体" pitchFamily="49" charset="-122"/>
              </a:rPr>
              <a:t>方向行波的相速度为</a:t>
            </a:r>
            <a:endParaRPr lang="zh-CN" altLang="en-US" dirty="0" smtClean="0">
              <a:latin typeface="黑体" pitchFamily="49" charset="-122"/>
              <a:ea typeface="黑体" pitchFamily="49" charset="-122"/>
            </a:endParaRPr>
          </a:p>
          <a:p>
            <a:pPr algn="r" eaLnBrk="1" hangingPunct="1"/>
            <a:endParaRPr lang="zh-CN" altLang="en-US" dirty="0" smtClean="0">
              <a:latin typeface="宋体" pitchFamily="2" charset="-122"/>
            </a:endParaRPr>
          </a:p>
          <a:p>
            <a:pPr eaLnBrk="1" hangingPunct="1"/>
            <a:endParaRPr lang="zh-CN" altLang="en-US" dirty="0" smtClean="0">
              <a:latin typeface="宋体" pitchFamily="2" charset="-122"/>
            </a:endParaRPr>
          </a:p>
          <a:p>
            <a:pPr eaLnBrk="1" hangingPunct="1"/>
            <a:r>
              <a:rPr lang="zh-CN" altLang="en-US" dirty="0" smtClean="0">
                <a:latin typeface="宋体" pitchFamily="2" charset="-122"/>
              </a:rPr>
              <a:t>    </a:t>
            </a:r>
            <a:endParaRPr lang="en-US" altLang="zh-CN" dirty="0" smtClean="0">
              <a:latin typeface="宋体" pitchFamily="2" charset="-122"/>
            </a:endParaRPr>
          </a:p>
        </p:txBody>
      </p:sp>
      <p:graphicFrame>
        <p:nvGraphicFramePr>
          <p:cNvPr id="69637" name="Object 4"/>
          <p:cNvGraphicFramePr>
            <a:graphicFrameLocks noChangeAspect="1"/>
          </p:cNvGraphicFramePr>
          <p:nvPr>
            <p:extLst/>
          </p:nvPr>
        </p:nvGraphicFramePr>
        <p:xfrm>
          <a:off x="2209800" y="2752700"/>
          <a:ext cx="4114800" cy="821531"/>
        </p:xfrm>
        <a:graphic>
          <a:graphicData uri="http://schemas.openxmlformats.org/presentationml/2006/ole">
            <mc:AlternateContent xmlns:mc="http://schemas.openxmlformats.org/markup-compatibility/2006">
              <mc:Choice xmlns:v="urn:schemas-microsoft-com:vml" Requires="v">
                <p:oleObj spid="_x0000_s356357" name="公式" r:id="rId3" imgW="1612900" imgH="431800" progId="Equation.3">
                  <p:embed/>
                </p:oleObj>
              </mc:Choice>
              <mc:Fallback>
                <p:oleObj name="公式" r:id="rId3" imgW="1612900" imgH="431800" progId="Equation.3">
                  <p:embed/>
                  <p:pic>
                    <p:nvPicPr>
                      <p:cNvPr id="6963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752700"/>
                        <a:ext cx="4114800" cy="8215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589350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lvl="1" eaLnBrk="1" hangingPunct="1">
              <a:defRPr/>
            </a:pPr>
            <a:r>
              <a:rPr lang="en-US" altLang="zh-CN" dirty="0" smtClean="0"/>
              <a:t> </a:t>
            </a:r>
            <a:r>
              <a:rPr lang="en-US" altLang="zh-CN" dirty="0">
                <a:latin typeface="隶书" pitchFamily="49" charset="-122"/>
              </a:rPr>
              <a:t>4.5.2  </a:t>
            </a:r>
            <a:r>
              <a:rPr lang="zh-CN" altLang="en-US" dirty="0">
                <a:latin typeface="隶书" pitchFamily="49" charset="-122"/>
              </a:rPr>
              <a:t>对理想介质平面的斜</a:t>
            </a:r>
            <a:r>
              <a:rPr lang="zh-CN" altLang="en-US" dirty="0" smtClean="0">
                <a:latin typeface="隶书" pitchFamily="49" charset="-122"/>
              </a:rPr>
              <a:t>入射</a:t>
            </a:r>
            <a:endParaRPr lang="en-US" altLang="zh-CN" dirty="0" smtClean="0"/>
          </a:p>
        </p:txBody>
      </p:sp>
      <p:graphicFrame>
        <p:nvGraphicFramePr>
          <p:cNvPr id="8" name="Object 3"/>
          <p:cNvGraphicFramePr>
            <a:graphicFrameLocks noGrp="1" noChangeAspect="1"/>
          </p:cNvGraphicFramePr>
          <p:nvPr>
            <p:ph idx="1"/>
            <p:extLst/>
          </p:nvPr>
        </p:nvGraphicFramePr>
        <p:xfrm>
          <a:off x="685800" y="1104185"/>
          <a:ext cx="7772400" cy="2714625"/>
        </p:xfrm>
        <a:graphic>
          <a:graphicData uri="http://schemas.openxmlformats.org/presentationml/2006/ole">
            <mc:AlternateContent xmlns:mc="http://schemas.openxmlformats.org/markup-compatibility/2006">
              <mc:Choice xmlns:v="urn:schemas-microsoft-com:vml" Requires="v">
                <p:oleObj spid="_x0000_s357390" r:id="rId3" imgW="26200000" imgH="12200000" progId="">
                  <p:embed/>
                </p:oleObj>
              </mc:Choice>
              <mc:Fallback>
                <p:oleObj r:id="rId3" imgW="26200000" imgH="12200000" progId="">
                  <p:embed/>
                  <p:pic>
                    <p:nvPicPr>
                      <p:cNvPr id="8"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104185"/>
                        <a:ext cx="7772400" cy="271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6"/>
          <p:cNvSpPr>
            <a:spLocks noChangeArrowheads="1"/>
          </p:cNvSpPr>
          <p:nvPr/>
        </p:nvSpPr>
        <p:spPr bwMode="auto">
          <a:xfrm>
            <a:off x="1393061" y="3900993"/>
            <a:ext cx="587051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zh-CN" altLang="en-US" sz="2400" b="1" dirty="0">
                <a:solidFill>
                  <a:srgbClr val="000000"/>
                </a:solidFill>
              </a:rPr>
              <a:t>（</a:t>
            </a:r>
            <a:r>
              <a:rPr lang="en-US" altLang="zh-CN" sz="2400" b="1" dirty="0">
                <a:solidFill>
                  <a:srgbClr val="000000"/>
                </a:solidFill>
              </a:rPr>
              <a:t>a</a:t>
            </a:r>
            <a:r>
              <a:rPr lang="zh-CN" altLang="en-US" sz="2400" b="1" dirty="0">
                <a:solidFill>
                  <a:srgbClr val="000000"/>
                </a:solidFill>
              </a:rPr>
              <a:t>）平行极化                   （</a:t>
            </a:r>
            <a:r>
              <a:rPr lang="en-US" altLang="zh-CN" sz="2400" b="1" dirty="0">
                <a:solidFill>
                  <a:srgbClr val="000000"/>
                </a:solidFill>
              </a:rPr>
              <a:t>b</a:t>
            </a:r>
            <a:r>
              <a:rPr lang="zh-CN" altLang="en-US" sz="2400" b="1" dirty="0">
                <a:solidFill>
                  <a:srgbClr val="000000"/>
                </a:solidFill>
              </a:rPr>
              <a:t>）垂直极化</a:t>
            </a:r>
          </a:p>
          <a:p>
            <a:pPr algn="ctr" eaLnBrk="1" hangingPunct="1"/>
            <a:r>
              <a:rPr lang="zh-CN" altLang="en-US" sz="2400" b="1" dirty="0">
                <a:solidFill>
                  <a:srgbClr val="000000"/>
                </a:solidFill>
              </a:rPr>
              <a:t>图</a:t>
            </a:r>
            <a:r>
              <a:rPr lang="en-US" altLang="zh-CN" sz="2400" b="1" dirty="0">
                <a:solidFill>
                  <a:srgbClr val="000000"/>
                </a:solidFill>
              </a:rPr>
              <a:t>4.16  </a:t>
            </a:r>
            <a:r>
              <a:rPr lang="zh-CN" altLang="en-US" sz="2400" b="1" dirty="0">
                <a:solidFill>
                  <a:srgbClr val="000000"/>
                </a:solidFill>
              </a:rPr>
              <a:t>对理想介质平面斜入射</a:t>
            </a:r>
          </a:p>
        </p:txBody>
      </p:sp>
      <p:graphicFrame>
        <p:nvGraphicFramePr>
          <p:cNvPr id="6" name="对象 5"/>
          <p:cNvGraphicFramePr>
            <a:graphicFrameLocks noChangeAspect="1"/>
          </p:cNvGraphicFramePr>
          <p:nvPr>
            <p:extLst/>
          </p:nvPr>
        </p:nvGraphicFramePr>
        <p:xfrm>
          <a:off x="731838" y="3651250"/>
          <a:ext cx="2581275" cy="336550"/>
        </p:xfrm>
        <a:graphic>
          <a:graphicData uri="http://schemas.openxmlformats.org/presentationml/2006/ole">
            <mc:AlternateContent xmlns:mc="http://schemas.openxmlformats.org/markup-compatibility/2006">
              <mc:Choice xmlns:v="urn:schemas-microsoft-com:vml" Requires="v">
                <p:oleObj spid="_x0000_s357391" name="公式" r:id="rId5" imgW="1384200" imgH="241200" progId="Equation.3">
                  <p:embed/>
                </p:oleObj>
              </mc:Choice>
              <mc:Fallback>
                <p:oleObj name="公式" r:id="rId5" imgW="1384200" imgH="241200" progId="Equation.3">
                  <p:embed/>
                  <p:pic>
                    <p:nvPicPr>
                      <p:cNvPr id="6" name="对象 5"/>
                      <p:cNvPicPr>
                        <a:picLocks noChangeAspect="1" noChangeArrowheads="1"/>
                      </p:cNvPicPr>
                      <p:nvPr/>
                    </p:nvPicPr>
                    <p:blipFill>
                      <a:blip r:embed="rId6"/>
                      <a:srcRect/>
                      <a:stretch>
                        <a:fillRect/>
                      </a:stretch>
                    </p:blipFill>
                    <p:spPr bwMode="auto">
                      <a:xfrm>
                        <a:off x="731838" y="3651250"/>
                        <a:ext cx="2581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extLst/>
          </p:nvPr>
        </p:nvGraphicFramePr>
        <p:xfrm>
          <a:off x="3430588" y="3651250"/>
          <a:ext cx="2625725" cy="336550"/>
        </p:xfrm>
        <a:graphic>
          <a:graphicData uri="http://schemas.openxmlformats.org/presentationml/2006/ole">
            <mc:AlternateContent xmlns:mc="http://schemas.openxmlformats.org/markup-compatibility/2006">
              <mc:Choice xmlns:v="urn:schemas-microsoft-com:vml" Requires="v">
                <p:oleObj spid="_x0000_s357392" name="公式" r:id="rId7" imgW="1409400" imgH="241200" progId="Equation.3">
                  <p:embed/>
                </p:oleObj>
              </mc:Choice>
              <mc:Fallback>
                <p:oleObj name="公式" r:id="rId7" imgW="1409400" imgH="241200" progId="Equation.3">
                  <p:embed/>
                  <p:pic>
                    <p:nvPicPr>
                      <p:cNvPr id="7" name="对象 6"/>
                      <p:cNvPicPr>
                        <a:picLocks noChangeAspect="1" noChangeArrowheads="1"/>
                      </p:cNvPicPr>
                      <p:nvPr/>
                    </p:nvPicPr>
                    <p:blipFill>
                      <a:blip r:embed="rId8"/>
                      <a:srcRect/>
                      <a:stretch>
                        <a:fillRect/>
                      </a:stretch>
                    </p:blipFill>
                    <p:spPr bwMode="auto">
                      <a:xfrm>
                        <a:off x="3430588" y="3651250"/>
                        <a:ext cx="2625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extLst/>
          </p:nvPr>
        </p:nvGraphicFramePr>
        <p:xfrm>
          <a:off x="6291263" y="3651250"/>
          <a:ext cx="2790825" cy="336550"/>
        </p:xfrm>
        <a:graphic>
          <a:graphicData uri="http://schemas.openxmlformats.org/presentationml/2006/ole">
            <mc:AlternateContent xmlns:mc="http://schemas.openxmlformats.org/markup-compatibility/2006">
              <mc:Choice xmlns:v="urn:schemas-microsoft-com:vml" Requires="v">
                <p:oleObj spid="_x0000_s357393" name="公式" r:id="rId9" imgW="1498320" imgH="241200" progId="Equation.3">
                  <p:embed/>
                </p:oleObj>
              </mc:Choice>
              <mc:Fallback>
                <p:oleObj name="公式" r:id="rId9" imgW="1498320" imgH="241200" progId="Equation.3">
                  <p:embed/>
                  <p:pic>
                    <p:nvPicPr>
                      <p:cNvPr id="10" name="对象 9"/>
                      <p:cNvPicPr>
                        <a:picLocks noChangeAspect="1" noChangeArrowheads="1"/>
                      </p:cNvPicPr>
                      <p:nvPr/>
                    </p:nvPicPr>
                    <p:blipFill>
                      <a:blip r:embed="rId10"/>
                      <a:srcRect/>
                      <a:stretch>
                        <a:fillRect/>
                      </a:stretch>
                    </p:blipFill>
                    <p:spPr bwMode="auto">
                      <a:xfrm>
                        <a:off x="6291263" y="3651250"/>
                        <a:ext cx="27908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390164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7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25044" y="267494"/>
            <a:ext cx="2395166" cy="2372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内容占位符 2"/>
          <p:cNvSpPr>
            <a:spLocks noGrp="1"/>
          </p:cNvSpPr>
          <p:nvPr>
            <p:ph idx="1"/>
          </p:nvPr>
        </p:nvSpPr>
        <p:spPr>
          <a:xfrm>
            <a:off x="328663" y="627534"/>
            <a:ext cx="7772400" cy="720080"/>
          </a:xfrm>
        </p:spPr>
        <p:txBody>
          <a:bodyPr/>
          <a:lstStyle/>
          <a:p>
            <a:r>
              <a:rPr lang="zh-CN" altLang="en-US" dirty="0" smtClean="0"/>
              <a:t>左侧，入射波和反射波的合成电场为</a:t>
            </a:r>
            <a:endParaRPr lang="zh-CN" altLang="en-US" dirty="0"/>
          </a:p>
        </p:txBody>
      </p:sp>
      <p:graphicFrame>
        <p:nvGraphicFramePr>
          <p:cNvPr id="5" name="对象 4"/>
          <p:cNvGraphicFramePr>
            <a:graphicFrameLocks noChangeAspect="1"/>
          </p:cNvGraphicFramePr>
          <p:nvPr>
            <p:extLst/>
          </p:nvPr>
        </p:nvGraphicFramePr>
        <p:xfrm>
          <a:off x="188913" y="1203325"/>
          <a:ext cx="4765675" cy="390525"/>
        </p:xfrm>
        <a:graphic>
          <a:graphicData uri="http://schemas.openxmlformats.org/presentationml/2006/ole">
            <mc:AlternateContent xmlns:mc="http://schemas.openxmlformats.org/markup-compatibility/2006">
              <mc:Choice xmlns:v="urn:schemas-microsoft-com:vml" Requires="v">
                <p:oleObj spid="_x0000_s358417" name="公式" r:id="rId4" imgW="2412720" imgH="266400" progId="Equation.3">
                  <p:embed/>
                </p:oleObj>
              </mc:Choice>
              <mc:Fallback>
                <p:oleObj name="公式" r:id="rId4" imgW="2412720" imgH="266400" progId="Equation.3">
                  <p:embed/>
                  <p:pic>
                    <p:nvPicPr>
                      <p:cNvPr id="5" name="对象 4"/>
                      <p:cNvPicPr>
                        <a:picLocks noChangeAspect="1" noChangeArrowheads="1"/>
                      </p:cNvPicPr>
                      <p:nvPr/>
                    </p:nvPicPr>
                    <p:blipFill>
                      <a:blip r:embed="rId5"/>
                      <a:srcRect/>
                      <a:stretch>
                        <a:fillRect/>
                      </a:stretch>
                    </p:blipFill>
                    <p:spPr bwMode="auto">
                      <a:xfrm>
                        <a:off x="188913" y="1203325"/>
                        <a:ext cx="47656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内容占位符 2"/>
          <p:cNvSpPr txBox="1">
            <a:spLocks/>
          </p:cNvSpPr>
          <p:nvPr/>
        </p:nvSpPr>
        <p:spPr bwMode="auto">
          <a:xfrm>
            <a:off x="256655" y="1635646"/>
            <a:ext cx="7772400"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分解为</a:t>
            </a:r>
            <a:r>
              <a:rPr lang="en-US" altLang="zh-CN" dirty="0" smtClean="0"/>
              <a:t>x</a:t>
            </a:r>
            <a:r>
              <a:rPr lang="zh-CN" altLang="en-US" dirty="0" smtClean="0"/>
              <a:t>分量和</a:t>
            </a:r>
            <a:r>
              <a:rPr lang="en-US" altLang="zh-CN" dirty="0" smtClean="0"/>
              <a:t>z</a:t>
            </a:r>
            <a:r>
              <a:rPr lang="zh-CN" altLang="en-US" dirty="0" smtClean="0"/>
              <a:t>分量</a:t>
            </a:r>
            <a:endParaRPr lang="zh-CN" altLang="en-US" dirty="0"/>
          </a:p>
        </p:txBody>
      </p:sp>
      <p:graphicFrame>
        <p:nvGraphicFramePr>
          <p:cNvPr id="7" name="对象 6"/>
          <p:cNvGraphicFramePr>
            <a:graphicFrameLocks noChangeAspect="1"/>
          </p:cNvGraphicFramePr>
          <p:nvPr>
            <p:extLst/>
          </p:nvPr>
        </p:nvGraphicFramePr>
        <p:xfrm>
          <a:off x="376238" y="2282825"/>
          <a:ext cx="7097712" cy="352425"/>
        </p:xfrm>
        <a:graphic>
          <a:graphicData uri="http://schemas.openxmlformats.org/presentationml/2006/ole">
            <mc:AlternateContent xmlns:mc="http://schemas.openxmlformats.org/markup-compatibility/2006">
              <mc:Choice xmlns:v="urn:schemas-microsoft-com:vml" Requires="v">
                <p:oleObj spid="_x0000_s358418" name="公式" r:id="rId6" imgW="3593880" imgH="241200" progId="Equation.3">
                  <p:embed/>
                </p:oleObj>
              </mc:Choice>
              <mc:Fallback>
                <p:oleObj name="公式" r:id="rId6" imgW="3593880" imgH="241200" progId="Equation.3">
                  <p:embed/>
                  <p:pic>
                    <p:nvPicPr>
                      <p:cNvPr id="7" name="对象 6"/>
                      <p:cNvPicPr>
                        <a:picLocks noChangeAspect="1" noChangeArrowheads="1"/>
                      </p:cNvPicPr>
                      <p:nvPr/>
                    </p:nvPicPr>
                    <p:blipFill>
                      <a:blip r:embed="rId7"/>
                      <a:srcRect/>
                      <a:stretch>
                        <a:fillRect/>
                      </a:stretch>
                    </p:blipFill>
                    <p:spPr bwMode="auto">
                      <a:xfrm>
                        <a:off x="376238" y="2282825"/>
                        <a:ext cx="7097712"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nvPr>
        </p:nvGraphicFramePr>
        <p:xfrm>
          <a:off x="298450" y="2714625"/>
          <a:ext cx="7096125" cy="352425"/>
        </p:xfrm>
        <a:graphic>
          <a:graphicData uri="http://schemas.openxmlformats.org/presentationml/2006/ole">
            <mc:AlternateContent xmlns:mc="http://schemas.openxmlformats.org/markup-compatibility/2006">
              <mc:Choice xmlns:v="urn:schemas-microsoft-com:vml" Requires="v">
                <p:oleObj spid="_x0000_s358419" name="公式" r:id="rId8" imgW="3593880" imgH="241200" progId="Equation.3">
                  <p:embed/>
                </p:oleObj>
              </mc:Choice>
              <mc:Fallback>
                <p:oleObj name="公式" r:id="rId8" imgW="3593880" imgH="241200" progId="Equation.3">
                  <p:embed/>
                  <p:pic>
                    <p:nvPicPr>
                      <p:cNvPr id="8" name="对象 7"/>
                      <p:cNvPicPr>
                        <a:picLocks noChangeAspect="1" noChangeArrowheads="1"/>
                      </p:cNvPicPr>
                      <p:nvPr/>
                    </p:nvPicPr>
                    <p:blipFill>
                      <a:blip r:embed="rId9"/>
                      <a:srcRect/>
                      <a:stretch>
                        <a:fillRect/>
                      </a:stretch>
                    </p:blipFill>
                    <p:spPr bwMode="auto">
                      <a:xfrm>
                        <a:off x="298450" y="2714625"/>
                        <a:ext cx="70961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3" descr="Rectangle: Click to edit Master text styles&#10;Second level&#10;Third level&#10;Fourth level&#10;Fifth level"/>
          <p:cNvSpPr txBox="1">
            <a:spLocks noChangeArrowheads="1"/>
          </p:cNvSpPr>
          <p:nvPr/>
        </p:nvSpPr>
        <p:spPr bwMode="auto">
          <a:xfrm>
            <a:off x="251520" y="51470"/>
            <a:ext cx="7772400" cy="129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eaLnBrk="1" hangingPunct="1"/>
            <a:r>
              <a:rPr lang="zh-CN" altLang="en-US" dirty="0" smtClean="0">
                <a:latin typeface="华文行楷" pitchFamily="2" charset="-122"/>
              </a:rPr>
              <a:t>      </a:t>
            </a:r>
            <a:r>
              <a:rPr lang="en-US" altLang="zh-CN" dirty="0" smtClean="0">
                <a:latin typeface="华文行楷" pitchFamily="2" charset="-122"/>
              </a:rPr>
              <a:t>1. </a:t>
            </a:r>
            <a:r>
              <a:rPr lang="zh-CN" altLang="en-US" dirty="0" smtClean="0">
                <a:latin typeface="华文行楷" pitchFamily="2" charset="-122"/>
              </a:rPr>
              <a:t>平行极化波的斜入射</a:t>
            </a:r>
          </a:p>
        </p:txBody>
      </p:sp>
      <p:sp>
        <p:nvSpPr>
          <p:cNvPr id="13" name="内容占位符 2"/>
          <p:cNvSpPr txBox="1">
            <a:spLocks/>
          </p:cNvSpPr>
          <p:nvPr/>
        </p:nvSpPr>
        <p:spPr bwMode="auto">
          <a:xfrm>
            <a:off x="256655" y="3145078"/>
            <a:ext cx="7772400"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右侧折射区，</a:t>
            </a:r>
            <a:endParaRPr lang="zh-CN" altLang="en-US" dirty="0"/>
          </a:p>
        </p:txBody>
      </p:sp>
      <p:graphicFrame>
        <p:nvGraphicFramePr>
          <p:cNvPr id="14" name="对象 13"/>
          <p:cNvGraphicFramePr>
            <a:graphicFrameLocks noChangeAspect="1"/>
          </p:cNvGraphicFramePr>
          <p:nvPr>
            <p:extLst/>
          </p:nvPr>
        </p:nvGraphicFramePr>
        <p:xfrm>
          <a:off x="503238" y="3803650"/>
          <a:ext cx="4389437" cy="352425"/>
        </p:xfrm>
        <a:graphic>
          <a:graphicData uri="http://schemas.openxmlformats.org/presentationml/2006/ole">
            <mc:AlternateContent xmlns:mc="http://schemas.openxmlformats.org/markup-compatibility/2006">
              <mc:Choice xmlns:v="urn:schemas-microsoft-com:vml" Requires="v">
                <p:oleObj spid="_x0000_s358420" name="公式" r:id="rId10" imgW="2222280" imgH="241200" progId="Equation.3">
                  <p:embed/>
                </p:oleObj>
              </mc:Choice>
              <mc:Fallback>
                <p:oleObj name="公式" r:id="rId10" imgW="2222280" imgH="241200" progId="Equation.3">
                  <p:embed/>
                  <p:pic>
                    <p:nvPicPr>
                      <p:cNvPr id="14" name="对象 13"/>
                      <p:cNvPicPr>
                        <a:picLocks noChangeAspect="1" noChangeArrowheads="1"/>
                      </p:cNvPicPr>
                      <p:nvPr/>
                    </p:nvPicPr>
                    <p:blipFill>
                      <a:blip r:embed="rId11"/>
                      <a:srcRect/>
                      <a:stretch>
                        <a:fillRect/>
                      </a:stretch>
                    </p:blipFill>
                    <p:spPr bwMode="auto">
                      <a:xfrm>
                        <a:off x="503238" y="3803650"/>
                        <a:ext cx="4389437"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extLst/>
          </p:nvPr>
        </p:nvGraphicFramePr>
        <p:xfrm>
          <a:off x="465137" y="4227934"/>
          <a:ext cx="4465638" cy="352425"/>
        </p:xfrm>
        <a:graphic>
          <a:graphicData uri="http://schemas.openxmlformats.org/presentationml/2006/ole">
            <mc:AlternateContent xmlns:mc="http://schemas.openxmlformats.org/markup-compatibility/2006">
              <mc:Choice xmlns:v="urn:schemas-microsoft-com:vml" Requires="v">
                <p:oleObj spid="_x0000_s358421" name="公式" r:id="rId12" imgW="2260440" imgH="241200" progId="Equation.3">
                  <p:embed/>
                </p:oleObj>
              </mc:Choice>
              <mc:Fallback>
                <p:oleObj name="公式" r:id="rId12" imgW="2260440" imgH="241200" progId="Equation.3">
                  <p:embed/>
                  <p:pic>
                    <p:nvPicPr>
                      <p:cNvPr id="16" name="对象 15"/>
                      <p:cNvPicPr>
                        <a:picLocks noChangeAspect="1" noChangeArrowheads="1"/>
                      </p:cNvPicPr>
                      <p:nvPr/>
                    </p:nvPicPr>
                    <p:blipFill>
                      <a:blip r:embed="rId13"/>
                      <a:srcRect/>
                      <a:stretch>
                        <a:fillRect/>
                      </a:stretch>
                    </p:blipFill>
                    <p:spPr bwMode="auto">
                      <a:xfrm>
                        <a:off x="465137" y="4227934"/>
                        <a:ext cx="446563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557927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defRPr/>
            </a:pPr>
            <a:r>
              <a:rPr lang="en-US" altLang="zh-CN" dirty="0" smtClean="0"/>
              <a:t> </a:t>
            </a:r>
          </a:p>
        </p:txBody>
      </p:sp>
      <p:sp>
        <p:nvSpPr>
          <p:cNvPr id="72707" name="Rectangle 3" descr="Rectangle: Click to edit Master text styles&#10;Second level&#10;Third level&#10;Fourth level&#10;Fifth level"/>
          <p:cNvSpPr>
            <a:spLocks noGrp="1" noChangeArrowheads="1"/>
          </p:cNvSpPr>
          <p:nvPr>
            <p:ph type="body" idx="1"/>
          </p:nvPr>
        </p:nvSpPr>
        <p:spPr>
          <a:xfrm>
            <a:off x="762000" y="1645890"/>
            <a:ext cx="7772400" cy="3086100"/>
          </a:xfrm>
        </p:spPr>
        <p:txBody>
          <a:bodyPr/>
          <a:lstStyle/>
          <a:p>
            <a:pPr algn="r" eaLnBrk="1" hangingPunct="1"/>
            <a:r>
              <a:rPr lang="en-US" altLang="zh-CN" dirty="0" smtClean="0">
                <a:latin typeface="宋体" pitchFamily="2" charset="-122"/>
              </a:rPr>
              <a:t> </a:t>
            </a:r>
            <a:r>
              <a:rPr lang="zh-CN" altLang="en-US" dirty="0" smtClean="0">
                <a:latin typeface="宋体" pitchFamily="2" charset="-122"/>
              </a:rPr>
              <a:t>（</a:t>
            </a:r>
            <a:r>
              <a:rPr lang="en-US" altLang="zh-CN" dirty="0" smtClean="0">
                <a:latin typeface="宋体" pitchFamily="2" charset="-122"/>
              </a:rPr>
              <a:t>4.140</a:t>
            </a:r>
            <a:r>
              <a:rPr lang="zh-CN" altLang="en-US" dirty="0" smtClean="0">
                <a:latin typeface="宋体" pitchFamily="2" charset="-122"/>
              </a:rPr>
              <a:t>）</a:t>
            </a:r>
          </a:p>
          <a:p>
            <a:pPr algn="r" eaLnBrk="1" hangingPunct="1"/>
            <a:r>
              <a:rPr lang="zh-CN" altLang="en-US" dirty="0" smtClean="0">
                <a:latin typeface="宋体" pitchFamily="2" charset="-122"/>
              </a:rPr>
              <a:t>                    </a:t>
            </a:r>
          </a:p>
          <a:p>
            <a:pPr algn="r" eaLnBrk="1" hangingPunct="1"/>
            <a:r>
              <a:rPr lang="zh-CN" altLang="en-US" dirty="0" smtClean="0">
                <a:latin typeface="宋体" pitchFamily="2" charset="-122"/>
              </a:rPr>
              <a:t>（</a:t>
            </a:r>
            <a:r>
              <a:rPr lang="en-US" altLang="zh-CN" dirty="0" smtClean="0">
                <a:latin typeface="宋体" pitchFamily="2" charset="-122"/>
              </a:rPr>
              <a:t>4.141</a:t>
            </a:r>
            <a:r>
              <a:rPr lang="zh-CN" altLang="en-US" dirty="0" smtClean="0">
                <a:latin typeface="宋体" pitchFamily="2" charset="-122"/>
              </a:rPr>
              <a:t>）</a:t>
            </a:r>
          </a:p>
        </p:txBody>
      </p:sp>
      <p:sp>
        <p:nvSpPr>
          <p:cNvPr id="72708" name="Rectangle 5"/>
          <p:cNvSpPr>
            <a:spLocks noChangeArrowheads="1"/>
          </p:cNvSpPr>
          <p:nvPr/>
        </p:nvSpPr>
        <p:spPr bwMode="auto">
          <a:xfrm>
            <a:off x="0" y="23192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72709" name="Object 4"/>
          <p:cNvGraphicFramePr>
            <a:graphicFrameLocks noChangeAspect="1"/>
          </p:cNvGraphicFramePr>
          <p:nvPr>
            <p:extLst/>
          </p:nvPr>
        </p:nvGraphicFramePr>
        <p:xfrm>
          <a:off x="4293096" y="1841425"/>
          <a:ext cx="1143000" cy="370285"/>
        </p:xfrm>
        <a:graphic>
          <a:graphicData uri="http://schemas.openxmlformats.org/presentationml/2006/ole">
            <mc:AlternateContent xmlns:mc="http://schemas.openxmlformats.org/markup-compatibility/2006">
              <mc:Choice xmlns:v="urn:schemas-microsoft-com:vml" Requires="v">
                <p:oleObj spid="_x0000_s359435" name="公式" r:id="rId3" imgW="418918" imgH="177723" progId="Equation.3">
                  <p:embed/>
                </p:oleObj>
              </mc:Choice>
              <mc:Fallback>
                <p:oleObj name="公式" r:id="rId3" imgW="418918" imgH="177723" progId="Equation.3">
                  <p:embed/>
                  <p:pic>
                    <p:nvPicPr>
                      <p:cNvPr id="7270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3096" y="1841425"/>
                        <a:ext cx="1143000" cy="3702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10" name="Rectangle 7"/>
          <p:cNvSpPr>
            <a:spLocks noChangeArrowheads="1"/>
          </p:cNvSpPr>
          <p:nvPr/>
        </p:nvSpPr>
        <p:spPr bwMode="auto">
          <a:xfrm>
            <a:off x="0" y="219777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72711" name="Object 6"/>
          <p:cNvGraphicFramePr>
            <a:graphicFrameLocks noChangeAspect="1"/>
          </p:cNvGraphicFramePr>
          <p:nvPr>
            <p:extLst/>
          </p:nvPr>
        </p:nvGraphicFramePr>
        <p:xfrm>
          <a:off x="2187575" y="2384425"/>
          <a:ext cx="3302000" cy="947738"/>
        </p:xfrm>
        <a:graphic>
          <a:graphicData uri="http://schemas.openxmlformats.org/presentationml/2006/ole">
            <mc:AlternateContent xmlns:mc="http://schemas.openxmlformats.org/markup-compatibility/2006">
              <mc:Choice xmlns:v="urn:schemas-microsoft-com:vml" Requires="v">
                <p:oleObj spid="_x0000_s359436" name="公式" r:id="rId5" imgW="1320480" imgH="507960" progId="Equation.3">
                  <p:embed/>
                </p:oleObj>
              </mc:Choice>
              <mc:Fallback>
                <p:oleObj name="公式" r:id="rId5" imgW="1320480" imgH="507960" progId="Equation.3">
                  <p:embed/>
                  <p:pic>
                    <p:nvPicPr>
                      <p:cNvPr id="72711" name="Object 6"/>
                      <p:cNvPicPr>
                        <a:picLocks noChangeAspect="1" noChangeArrowheads="1"/>
                      </p:cNvPicPr>
                      <p:nvPr/>
                    </p:nvPicPr>
                    <p:blipFill>
                      <a:blip r:embed="rId6"/>
                      <a:srcRect/>
                      <a:stretch>
                        <a:fillRect/>
                      </a:stretch>
                    </p:blipFill>
                    <p:spPr bwMode="auto">
                      <a:xfrm>
                        <a:off x="2187575" y="2384425"/>
                        <a:ext cx="3302000" cy="947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内容占位符 2"/>
          <p:cNvSpPr txBox="1">
            <a:spLocks/>
          </p:cNvSpPr>
          <p:nvPr/>
        </p:nvSpPr>
        <p:spPr bwMode="auto">
          <a:xfrm>
            <a:off x="256655" y="483518"/>
            <a:ext cx="7772400"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0" fontAlgn="base" hangingPunct="0">
              <a:spcBef>
                <a:spcPct val="20000"/>
              </a:spcBef>
              <a:spcAft>
                <a:spcPct val="0"/>
              </a:spcAft>
              <a:buClr>
                <a:srgbClr val="A50021"/>
              </a:buClr>
              <a:buSzPct val="75000"/>
              <a:buFont typeface="Wingdings" pitchFamily="2" charset="2"/>
              <a:defRPr sz="3200" b="1" kern="1200">
                <a:solidFill>
                  <a:srgbClr val="000000"/>
                </a:solidFill>
                <a:latin typeface="+mn-lt"/>
                <a:ea typeface="+mn-ea"/>
                <a:cs typeface="+mn-cs"/>
              </a:defRPr>
            </a:lvl1pPr>
            <a:lvl2pPr marL="190500" algn="l" rtl="0" eaLnBrk="0" fontAlgn="base" hangingPunct="0">
              <a:spcBef>
                <a:spcPct val="20000"/>
              </a:spcBef>
              <a:spcAft>
                <a:spcPct val="0"/>
              </a:spcAft>
              <a:buClr>
                <a:schemeClr val="accent2"/>
              </a:buClr>
              <a:buSzPct val="75000"/>
              <a:buFont typeface="Wingdings" pitchFamily="2" charset="2"/>
              <a:defRPr kumimoji="1" sz="4000" b="1" kern="1200">
                <a:solidFill>
                  <a:schemeClr val="bg2"/>
                </a:solidFill>
                <a:latin typeface="+mn-lt"/>
                <a:ea typeface="隶书" panose="02010509060101010101" pitchFamily="49" charset="-122"/>
                <a:cs typeface="+mn-cs"/>
              </a:defRPr>
            </a:lvl2pPr>
            <a:lvl3pPr marL="381000" algn="l" rtl="0" eaLnBrk="0" fontAlgn="base" hangingPunct="0">
              <a:spcBef>
                <a:spcPct val="20000"/>
              </a:spcBef>
              <a:spcAft>
                <a:spcPct val="0"/>
              </a:spcAft>
              <a:buClr>
                <a:srgbClr val="666699"/>
              </a:buClr>
              <a:buSzPct val="70000"/>
              <a:buFont typeface="Wingdings" pitchFamily="2" charset="2"/>
              <a:defRPr kumimoji="1" sz="3600" b="1" kern="1200">
                <a:solidFill>
                  <a:srgbClr val="FF0066"/>
                </a:solidFill>
                <a:latin typeface="+mn-lt"/>
                <a:ea typeface="华文行楷" panose="02010800040101010101" pitchFamily="2" charset="-122"/>
                <a:cs typeface="+mn-cs"/>
              </a:defRPr>
            </a:lvl3pPr>
            <a:lvl4pPr marL="571500" algn="l" rtl="0" eaLnBrk="0" fontAlgn="base" hangingPunct="0">
              <a:spcBef>
                <a:spcPct val="20000"/>
              </a:spcBef>
              <a:spcAft>
                <a:spcPct val="0"/>
              </a:spcAft>
              <a:buSzPct val="60000"/>
              <a:buFont typeface="Wingdings" pitchFamily="2" charset="2"/>
              <a:defRPr sz="3400" b="1" kern="1200">
                <a:solidFill>
                  <a:srgbClr val="9900CC"/>
                </a:solidFill>
                <a:latin typeface="+mn-lt"/>
                <a:ea typeface="黑体" panose="02010609060101010101" pitchFamily="49" charset="-122"/>
                <a:cs typeface="+mn-cs"/>
              </a:defRPr>
            </a:lvl4pPr>
            <a:lvl5pPr marL="762000" algn="l" rtl="0" eaLnBrk="0" fontAlgn="base" hangingPunct="0">
              <a:spcBef>
                <a:spcPct val="20000"/>
              </a:spcBef>
              <a:spcAft>
                <a:spcPct val="0"/>
              </a:spcAft>
              <a:buClr>
                <a:schemeClr val="hlink"/>
              </a:buClr>
              <a:buSzPct val="55000"/>
              <a:buFont typeface="Wingdings" pitchFamily="2" charset="2"/>
              <a:defRPr sz="3200" b="1" kern="1200">
                <a:solidFill>
                  <a:srgbClr val="008080"/>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在理想介质表面，电场切向分量连续</a:t>
            </a:r>
            <a:endParaRPr lang="zh-CN" altLang="en-US" dirty="0"/>
          </a:p>
        </p:txBody>
      </p:sp>
      <p:graphicFrame>
        <p:nvGraphicFramePr>
          <p:cNvPr id="3" name="对象 2"/>
          <p:cNvGraphicFramePr>
            <a:graphicFrameLocks noChangeAspect="1"/>
          </p:cNvGraphicFramePr>
          <p:nvPr>
            <p:extLst/>
          </p:nvPr>
        </p:nvGraphicFramePr>
        <p:xfrm>
          <a:off x="739775" y="1203325"/>
          <a:ext cx="7323138" cy="352425"/>
        </p:xfrm>
        <a:graphic>
          <a:graphicData uri="http://schemas.openxmlformats.org/presentationml/2006/ole">
            <mc:AlternateContent xmlns:mc="http://schemas.openxmlformats.org/markup-compatibility/2006">
              <mc:Choice xmlns:v="urn:schemas-microsoft-com:vml" Requires="v">
                <p:oleObj spid="_x0000_s359437" name="公式" r:id="rId7" imgW="3708360" imgH="241200" progId="Equation.3">
                  <p:embed/>
                </p:oleObj>
              </mc:Choice>
              <mc:Fallback>
                <p:oleObj name="公式" r:id="rId7" imgW="3708360" imgH="241200" progId="Equation.3">
                  <p:embed/>
                  <p:pic>
                    <p:nvPicPr>
                      <p:cNvPr id="3" name="对象 2"/>
                      <p:cNvPicPr>
                        <a:picLocks noChangeAspect="1" noChangeArrowheads="1"/>
                      </p:cNvPicPr>
                      <p:nvPr/>
                    </p:nvPicPr>
                    <p:blipFill>
                      <a:blip r:embed="rId8"/>
                      <a:srcRect/>
                      <a:stretch>
                        <a:fillRect/>
                      </a:stretch>
                    </p:blipFill>
                    <p:spPr bwMode="auto">
                      <a:xfrm>
                        <a:off x="739775" y="1203325"/>
                        <a:ext cx="732313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p:nvPr/>
        </p:nvSpPr>
        <p:spPr>
          <a:xfrm>
            <a:off x="251520" y="1638548"/>
            <a:ext cx="4572000" cy="584775"/>
          </a:xfrm>
          <a:prstGeom prst="rect">
            <a:avLst/>
          </a:prstGeom>
        </p:spPr>
        <p:txBody>
          <a:bodyPr>
            <a:spAutoFit/>
          </a:bodyPr>
          <a:lstStyle/>
          <a:p>
            <a:r>
              <a:rPr lang="zh-CN" altLang="en-US" sz="3200" b="1" dirty="0">
                <a:solidFill>
                  <a:srgbClr val="000000"/>
                </a:solidFill>
                <a:latin typeface="宋体" pitchFamily="2" charset="-122"/>
                <a:ea typeface="宋体"/>
              </a:rPr>
              <a:t>上</a:t>
            </a:r>
            <a:r>
              <a:rPr lang="zh-CN" altLang="en-US" sz="3200" b="1" dirty="0" smtClean="0">
                <a:solidFill>
                  <a:srgbClr val="000000"/>
                </a:solidFill>
                <a:latin typeface="宋体" pitchFamily="2" charset="-122"/>
                <a:ea typeface="宋体"/>
              </a:rPr>
              <a:t>式恒成立，必然有</a:t>
            </a:r>
            <a:endParaRPr lang="zh-CN" altLang="en-US" dirty="0"/>
          </a:p>
        </p:txBody>
      </p:sp>
      <p:sp>
        <p:nvSpPr>
          <p:cNvPr id="7" name="矩形 6"/>
          <p:cNvSpPr/>
          <p:nvPr/>
        </p:nvSpPr>
        <p:spPr>
          <a:xfrm>
            <a:off x="611560" y="3435846"/>
            <a:ext cx="7848872" cy="1569660"/>
          </a:xfrm>
          <a:prstGeom prst="rect">
            <a:avLst/>
          </a:prstGeom>
        </p:spPr>
        <p:txBody>
          <a:bodyPr wrap="square">
            <a:spAutoFit/>
          </a:bodyPr>
          <a:lstStyle/>
          <a:p>
            <a:r>
              <a:rPr lang="zh-CN" altLang="en-US" sz="3200" b="1" dirty="0">
                <a:solidFill>
                  <a:srgbClr val="000000"/>
                </a:solidFill>
                <a:latin typeface="宋体" pitchFamily="2" charset="-122"/>
                <a:ea typeface="宋体"/>
              </a:rPr>
              <a:t> 式（</a:t>
            </a:r>
            <a:r>
              <a:rPr lang="en-US" altLang="zh-CN" sz="3200" b="1" dirty="0">
                <a:solidFill>
                  <a:srgbClr val="000000"/>
                </a:solidFill>
                <a:latin typeface="宋体" pitchFamily="2" charset="-122"/>
                <a:ea typeface="宋体"/>
              </a:rPr>
              <a:t>4.140</a:t>
            </a:r>
            <a:r>
              <a:rPr lang="zh-CN" altLang="en-US" sz="3200" b="1" dirty="0">
                <a:solidFill>
                  <a:srgbClr val="000000"/>
                </a:solidFill>
                <a:latin typeface="宋体" pitchFamily="2" charset="-122"/>
                <a:ea typeface="宋体"/>
              </a:rPr>
              <a:t>）为</a:t>
            </a:r>
            <a:r>
              <a:rPr lang="zh-CN" altLang="en-US" sz="3200" b="1" dirty="0">
                <a:solidFill>
                  <a:srgbClr val="C00000"/>
                </a:solidFill>
                <a:latin typeface="宋体" pitchFamily="2" charset="-122"/>
                <a:ea typeface="宋体"/>
              </a:rPr>
              <a:t>斯耐尔反射定律</a:t>
            </a:r>
            <a:r>
              <a:rPr lang="zh-CN" altLang="en-US" sz="3200" b="1" dirty="0">
                <a:solidFill>
                  <a:srgbClr val="000000"/>
                </a:solidFill>
                <a:latin typeface="宋体" pitchFamily="2" charset="-122"/>
                <a:ea typeface="宋体"/>
              </a:rPr>
              <a:t>，说明反射角等于入射角。式（</a:t>
            </a:r>
            <a:r>
              <a:rPr lang="en-US" altLang="zh-CN" sz="3200" b="1" dirty="0">
                <a:solidFill>
                  <a:srgbClr val="000000"/>
                </a:solidFill>
                <a:latin typeface="宋体" pitchFamily="2" charset="-122"/>
                <a:ea typeface="宋体"/>
              </a:rPr>
              <a:t>4.141</a:t>
            </a:r>
            <a:r>
              <a:rPr lang="zh-CN" altLang="en-US" sz="3200" b="1" dirty="0">
                <a:solidFill>
                  <a:srgbClr val="000000"/>
                </a:solidFill>
                <a:latin typeface="宋体" pitchFamily="2" charset="-122"/>
                <a:ea typeface="宋体"/>
              </a:rPr>
              <a:t>）为</a:t>
            </a:r>
            <a:r>
              <a:rPr lang="zh-CN" altLang="en-US" sz="3200" b="1" dirty="0">
                <a:solidFill>
                  <a:srgbClr val="C00000"/>
                </a:solidFill>
                <a:latin typeface="宋体" pitchFamily="2" charset="-122"/>
                <a:ea typeface="宋体"/>
              </a:rPr>
              <a:t>斯耐尔折射定律</a:t>
            </a:r>
            <a:r>
              <a:rPr lang="zh-CN" altLang="en-US" sz="3200" b="1" dirty="0">
                <a:solidFill>
                  <a:srgbClr val="000000"/>
                </a:solidFill>
                <a:latin typeface="宋体" pitchFamily="2" charset="-122"/>
                <a:ea typeface="宋体"/>
              </a:rPr>
              <a:t>。 </a:t>
            </a:r>
            <a:endParaRPr lang="zh-CN" altLang="en-US" dirty="0"/>
          </a:p>
        </p:txBody>
      </p:sp>
    </p:spTree>
    <p:extLst>
      <p:ext uri="{BB962C8B-B14F-4D97-AF65-F5344CB8AC3E}">
        <p14:creationId xmlns:p14="http://schemas.microsoft.com/office/powerpoint/2010/main" val="256365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270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2707">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2707">
                                            <p:txEl>
                                              <p:pRg st="2" end="2"/>
                                            </p:txEl>
                                          </p:spTgt>
                                        </p:tgtEl>
                                        <p:attrNameLst>
                                          <p:attrName>style.visibility</p:attrName>
                                        </p:attrNameLst>
                                      </p:cBhvr>
                                      <p:to>
                                        <p:strVal val="visible"/>
                                      </p:to>
                                    </p:set>
                                  </p:childTnLst>
                                </p:cTn>
                              </p:par>
                              <p:par>
                                <p:cTn id="17" presetID="1" presetClass="entr" presetSubtype="0" fill="hold" grpId="0" nodeType="withEffect" nodePh="1">
                                  <p:stCondLst>
                                    <p:cond delay="0"/>
                                  </p:stCondLst>
                                  <p:endCondLst>
                                    <p:cond evt="begin" delay="0">
                                      <p:tn val="17"/>
                                    </p:cond>
                                  </p:endCondLst>
                                  <p:childTnLst>
                                    <p:set>
                                      <p:cBhvr>
                                        <p:cTn id="18" dur="1" fill="hold">
                                          <p:stCondLst>
                                            <p:cond delay="0"/>
                                          </p:stCondLst>
                                        </p:cTn>
                                        <p:tgtEl>
                                          <p:spTgt spid="7270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2709"/>
                                        </p:tgtEl>
                                        <p:attrNameLst>
                                          <p:attrName>style.visibility</p:attrName>
                                        </p:attrNameLst>
                                      </p:cBhvr>
                                      <p:to>
                                        <p:strVal val="visible"/>
                                      </p:to>
                                    </p:set>
                                  </p:childTnLst>
                                </p:cTn>
                              </p:par>
                              <p:par>
                                <p:cTn id="21" presetID="1" presetClass="entr" presetSubtype="0" fill="hold" grpId="0" nodeType="withEffect" nodePh="1">
                                  <p:stCondLst>
                                    <p:cond delay="0"/>
                                  </p:stCondLst>
                                  <p:endCondLst>
                                    <p:cond evt="begin" delay="0">
                                      <p:tn val="21"/>
                                    </p:cond>
                                  </p:endCondLst>
                                  <p:childTnLst>
                                    <p:set>
                                      <p:cBhvr>
                                        <p:cTn id="22" dur="1" fill="hold">
                                          <p:stCondLst>
                                            <p:cond delay="0"/>
                                          </p:stCondLst>
                                        </p:cTn>
                                        <p:tgtEl>
                                          <p:spTgt spid="727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27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uiExpand="1" build="p"/>
      <p:bldP spid="72708" grpId="0"/>
      <p:bldP spid="72710" grpId="0"/>
      <p:bldP spid="11" grpId="0"/>
      <p:bldP spid="5" grpId="0"/>
      <p:bldP spid="7" grpId="0"/>
    </p:bld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一般情况下，</a:t>
            </a:r>
            <a:endParaRPr lang="zh-CN" altLang="en-US" dirty="0"/>
          </a:p>
        </p:txBody>
      </p:sp>
      <p:graphicFrame>
        <p:nvGraphicFramePr>
          <p:cNvPr id="4" name="对象 3"/>
          <p:cNvGraphicFramePr>
            <a:graphicFrameLocks noChangeAspect="1"/>
          </p:cNvGraphicFramePr>
          <p:nvPr>
            <p:extLst/>
          </p:nvPr>
        </p:nvGraphicFramePr>
        <p:xfrm>
          <a:off x="3419872" y="1491630"/>
          <a:ext cx="1206500" cy="403225"/>
        </p:xfrm>
        <a:graphic>
          <a:graphicData uri="http://schemas.openxmlformats.org/presentationml/2006/ole">
            <mc:AlternateContent xmlns:mc="http://schemas.openxmlformats.org/markup-compatibility/2006">
              <mc:Choice xmlns:v="urn:schemas-microsoft-com:vml" Requires="v">
                <p:oleObj spid="_x0000_s360459" name="公式" r:id="rId3" imgW="482400" imgH="215640" progId="Equation.3">
                  <p:embed/>
                </p:oleObj>
              </mc:Choice>
              <mc:Fallback>
                <p:oleObj name="公式" r:id="rId3" imgW="482400" imgH="215640" progId="Equation.3">
                  <p:embed/>
                  <p:pic>
                    <p:nvPicPr>
                      <p:cNvPr id="4" name="对象 3"/>
                      <p:cNvPicPr>
                        <a:picLocks noChangeAspect="1" noChangeArrowheads="1"/>
                      </p:cNvPicPr>
                      <p:nvPr/>
                    </p:nvPicPr>
                    <p:blipFill>
                      <a:blip r:embed="rId4"/>
                      <a:srcRect/>
                      <a:stretch>
                        <a:fillRect/>
                      </a:stretch>
                    </p:blipFill>
                    <p:spPr bwMode="auto">
                      <a:xfrm>
                        <a:off x="3419872" y="1491630"/>
                        <a:ext cx="12065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extLst/>
          </p:nvPr>
        </p:nvGraphicFramePr>
        <p:xfrm>
          <a:off x="1460500" y="2139950"/>
          <a:ext cx="2889250" cy="947738"/>
        </p:xfrm>
        <a:graphic>
          <a:graphicData uri="http://schemas.openxmlformats.org/presentationml/2006/ole">
            <mc:AlternateContent xmlns:mc="http://schemas.openxmlformats.org/markup-compatibility/2006">
              <mc:Choice xmlns:v="urn:schemas-microsoft-com:vml" Requires="v">
                <p:oleObj spid="_x0000_s360460" name="公式" r:id="rId5" imgW="1155600" imgH="507960" progId="Equation.3">
                  <p:embed/>
                </p:oleObj>
              </mc:Choice>
              <mc:Fallback>
                <p:oleObj name="公式" r:id="rId5" imgW="1155600" imgH="507960" progId="Equation.3">
                  <p:embed/>
                  <p:pic>
                    <p:nvPicPr>
                      <p:cNvPr id="5" name="对象 4"/>
                      <p:cNvPicPr>
                        <a:picLocks noChangeAspect="1" noChangeArrowheads="1"/>
                      </p:cNvPicPr>
                      <p:nvPr/>
                    </p:nvPicPr>
                    <p:blipFill>
                      <a:blip r:embed="rId6"/>
                      <a:srcRect/>
                      <a:stretch>
                        <a:fillRect/>
                      </a:stretch>
                    </p:blipFill>
                    <p:spPr bwMode="auto">
                      <a:xfrm>
                        <a:off x="1460500" y="2139950"/>
                        <a:ext cx="2889250" cy="94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圆角矩形标注 5"/>
          <p:cNvSpPr/>
          <p:nvPr/>
        </p:nvSpPr>
        <p:spPr>
          <a:xfrm>
            <a:off x="5220072" y="1275606"/>
            <a:ext cx="1728192" cy="864096"/>
          </a:xfrm>
          <a:prstGeom prst="wedgeRoundRectCallout">
            <a:avLst>
              <a:gd name="adj1" fmla="val -113030"/>
              <a:gd name="adj2" fmla="val 7808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rgbClr val="C00000"/>
                </a:solidFill>
              </a:rPr>
              <a:t>媒质的折射系数</a:t>
            </a:r>
            <a:endParaRPr lang="zh-CN" altLang="en-US" sz="2400" b="1" dirty="0">
              <a:solidFill>
                <a:srgbClr val="C00000"/>
              </a:solidFill>
            </a:endParaRPr>
          </a:p>
        </p:txBody>
      </p:sp>
      <p:sp>
        <p:nvSpPr>
          <p:cNvPr id="8" name="矩形 7"/>
          <p:cNvSpPr/>
          <p:nvPr/>
        </p:nvSpPr>
        <p:spPr>
          <a:xfrm>
            <a:off x="539552" y="3147814"/>
            <a:ext cx="7600157" cy="584775"/>
          </a:xfrm>
          <a:prstGeom prst="rect">
            <a:avLst/>
          </a:prstGeom>
        </p:spPr>
        <p:txBody>
          <a:bodyPr wrap="none">
            <a:spAutoFit/>
          </a:bodyPr>
          <a:lstStyle/>
          <a:p>
            <a:r>
              <a:rPr lang="zh-CN" altLang="en-US" sz="3200" b="1" dirty="0" smtClean="0">
                <a:solidFill>
                  <a:srgbClr val="000000"/>
                </a:solidFill>
                <a:latin typeface="Times New Roman"/>
                <a:ea typeface="宋体"/>
              </a:rPr>
              <a:t>这些关系再代入前面电场切向连续的式子</a:t>
            </a:r>
            <a:endParaRPr lang="zh-CN" altLang="en-US" dirty="0"/>
          </a:p>
        </p:txBody>
      </p:sp>
      <p:graphicFrame>
        <p:nvGraphicFramePr>
          <p:cNvPr id="9" name="对象 8"/>
          <p:cNvGraphicFramePr>
            <a:graphicFrameLocks noChangeAspect="1"/>
          </p:cNvGraphicFramePr>
          <p:nvPr>
            <p:extLst/>
          </p:nvPr>
        </p:nvGraphicFramePr>
        <p:xfrm>
          <a:off x="2019300" y="3763963"/>
          <a:ext cx="4640263" cy="704850"/>
        </p:xfrm>
        <a:graphic>
          <a:graphicData uri="http://schemas.openxmlformats.org/presentationml/2006/ole">
            <mc:AlternateContent xmlns:mc="http://schemas.openxmlformats.org/markup-compatibility/2006">
              <mc:Choice xmlns:v="urn:schemas-microsoft-com:vml" Requires="v">
                <p:oleObj spid="_x0000_s360461" name="公式" r:id="rId7" imgW="2349360" imgH="482400" progId="Equation.3">
                  <p:embed/>
                </p:oleObj>
              </mc:Choice>
              <mc:Fallback>
                <p:oleObj name="公式" r:id="rId7" imgW="2349360" imgH="482400" progId="Equation.3">
                  <p:embed/>
                  <p:pic>
                    <p:nvPicPr>
                      <p:cNvPr id="9" name="对象 8"/>
                      <p:cNvPicPr>
                        <a:picLocks noChangeAspect="1" noChangeArrowheads="1"/>
                      </p:cNvPicPr>
                      <p:nvPr/>
                    </p:nvPicPr>
                    <p:blipFill>
                      <a:blip r:embed="rId8"/>
                      <a:srcRect/>
                      <a:stretch>
                        <a:fillRect/>
                      </a:stretch>
                    </p:blipFill>
                    <p:spPr bwMode="auto">
                      <a:xfrm>
                        <a:off x="2019300" y="3763963"/>
                        <a:ext cx="4640263" cy="704850"/>
                      </a:xfrm>
                      <a:prstGeom prst="rect">
                        <a:avLst/>
                      </a:prstGeom>
                      <a:solidFill>
                        <a:schemeClr val="tx2">
                          <a:lumMod val="20000"/>
                          <a:lumOff val="80000"/>
                        </a:schemeClr>
                      </a:solidFill>
                      <a:ln>
                        <a:noFill/>
                      </a:ln>
                      <a:extLst/>
                    </p:spPr>
                  </p:pic>
                </p:oleObj>
              </mc:Fallback>
            </mc:AlternateContent>
          </a:graphicData>
        </a:graphic>
      </p:graphicFrame>
    </p:spTree>
    <p:extLst>
      <p:ext uri="{BB962C8B-B14F-4D97-AF65-F5344CB8AC3E}">
        <p14:creationId xmlns:p14="http://schemas.microsoft.com/office/powerpoint/2010/main" val="34317744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再讨论磁场</a:t>
            </a:r>
            <a:endParaRPr lang="zh-CN" altLang="en-US" dirty="0"/>
          </a:p>
        </p:txBody>
      </p:sp>
      <p:sp>
        <p:nvSpPr>
          <p:cNvPr id="3" name="内容占位符 2"/>
          <p:cNvSpPr>
            <a:spLocks noGrp="1"/>
          </p:cNvSpPr>
          <p:nvPr>
            <p:ph idx="1"/>
          </p:nvPr>
        </p:nvSpPr>
        <p:spPr>
          <a:xfrm>
            <a:off x="838200" y="1131590"/>
            <a:ext cx="7772400" cy="3086100"/>
          </a:xfrm>
        </p:spPr>
        <p:txBody>
          <a:bodyPr/>
          <a:lstStyle/>
          <a:p>
            <a:r>
              <a:rPr lang="en-US" altLang="zh-CN" dirty="0" smtClean="0"/>
              <a:t>1</a:t>
            </a:r>
            <a:r>
              <a:rPr lang="zh-CN" altLang="en-US" dirty="0" smtClean="0"/>
              <a:t>区入射波和反射波的合成磁场</a:t>
            </a:r>
            <a:endParaRPr lang="zh-CN" altLang="en-US" dirty="0"/>
          </a:p>
        </p:txBody>
      </p:sp>
      <p:graphicFrame>
        <p:nvGraphicFramePr>
          <p:cNvPr id="4" name="对象 3"/>
          <p:cNvGraphicFramePr>
            <a:graphicFrameLocks noChangeAspect="1"/>
          </p:cNvGraphicFramePr>
          <p:nvPr>
            <p:extLst/>
          </p:nvPr>
        </p:nvGraphicFramePr>
        <p:xfrm>
          <a:off x="1115616" y="1635646"/>
          <a:ext cx="5279927" cy="720278"/>
        </p:xfrm>
        <a:graphic>
          <a:graphicData uri="http://schemas.openxmlformats.org/presentationml/2006/ole">
            <mc:AlternateContent xmlns:mc="http://schemas.openxmlformats.org/markup-compatibility/2006">
              <mc:Choice xmlns:v="urn:schemas-microsoft-com:vml" Requires="v">
                <p:oleObj spid="_x0000_s361483" name="公式" r:id="rId3" imgW="3047760" imgH="457200" progId="Equation.3">
                  <p:embed/>
                </p:oleObj>
              </mc:Choice>
              <mc:Fallback>
                <p:oleObj name="公式" r:id="rId3" imgW="3047760" imgH="457200" progId="Equation.3">
                  <p:embed/>
                  <p:pic>
                    <p:nvPicPr>
                      <p:cNvPr id="4" name="对象 3"/>
                      <p:cNvPicPr>
                        <a:picLocks noChangeAspect="1" noChangeArrowheads="1"/>
                      </p:cNvPicPr>
                      <p:nvPr/>
                    </p:nvPicPr>
                    <p:blipFill>
                      <a:blip r:embed="rId4"/>
                      <a:srcRect/>
                      <a:stretch>
                        <a:fillRect/>
                      </a:stretch>
                    </p:blipFill>
                    <p:spPr bwMode="auto">
                      <a:xfrm>
                        <a:off x="1115616" y="1635646"/>
                        <a:ext cx="5279927" cy="720278"/>
                      </a:xfrm>
                      <a:prstGeom prst="rect">
                        <a:avLst/>
                      </a:prstGeom>
                      <a:noFill/>
                      <a:ln>
                        <a:noFill/>
                      </a:ln>
                    </p:spPr>
                  </p:pic>
                </p:oleObj>
              </mc:Fallback>
            </mc:AlternateContent>
          </a:graphicData>
        </a:graphic>
      </p:graphicFrame>
      <p:sp>
        <p:nvSpPr>
          <p:cNvPr id="6" name="矩形 5"/>
          <p:cNvSpPr/>
          <p:nvPr/>
        </p:nvSpPr>
        <p:spPr>
          <a:xfrm>
            <a:off x="683568" y="2283718"/>
            <a:ext cx="6552728" cy="584775"/>
          </a:xfrm>
          <a:prstGeom prst="rect">
            <a:avLst/>
          </a:prstGeom>
        </p:spPr>
        <p:txBody>
          <a:bodyPr wrap="square">
            <a:spAutoFit/>
          </a:bodyPr>
          <a:lstStyle/>
          <a:p>
            <a:pPr lvl="0">
              <a:spcBef>
                <a:spcPct val="20000"/>
              </a:spcBef>
              <a:buClr>
                <a:srgbClr val="A50021"/>
              </a:buClr>
              <a:buSzPct val="75000"/>
            </a:pPr>
            <a:r>
              <a:rPr lang="en-US" altLang="zh-CN" sz="3200" b="1" dirty="0" smtClean="0">
                <a:solidFill>
                  <a:srgbClr val="000000"/>
                </a:solidFill>
                <a:latin typeface="Times New Roman"/>
                <a:ea typeface="宋体"/>
              </a:rPr>
              <a:t>2</a:t>
            </a:r>
            <a:r>
              <a:rPr lang="zh-CN" altLang="en-US" sz="3200" b="1" dirty="0" smtClean="0">
                <a:solidFill>
                  <a:srgbClr val="000000"/>
                </a:solidFill>
                <a:latin typeface="Times New Roman"/>
                <a:ea typeface="宋体"/>
              </a:rPr>
              <a:t>区折射波的磁场</a:t>
            </a:r>
            <a:endParaRPr lang="zh-CN" altLang="en-US" sz="3200" b="1" dirty="0">
              <a:solidFill>
                <a:srgbClr val="000000"/>
              </a:solidFill>
              <a:latin typeface="Times New Roman"/>
              <a:ea typeface="宋体"/>
            </a:endParaRPr>
          </a:p>
        </p:txBody>
      </p:sp>
      <p:graphicFrame>
        <p:nvGraphicFramePr>
          <p:cNvPr id="7" name="对象 6"/>
          <p:cNvGraphicFramePr>
            <a:graphicFrameLocks noChangeAspect="1"/>
          </p:cNvGraphicFramePr>
          <p:nvPr>
            <p:extLst/>
          </p:nvPr>
        </p:nvGraphicFramePr>
        <p:xfrm>
          <a:off x="1403648" y="2859782"/>
          <a:ext cx="4037143" cy="720080"/>
        </p:xfrm>
        <a:graphic>
          <a:graphicData uri="http://schemas.openxmlformats.org/presentationml/2006/ole">
            <mc:AlternateContent xmlns:mc="http://schemas.openxmlformats.org/markup-compatibility/2006">
              <mc:Choice xmlns:v="urn:schemas-microsoft-com:vml" Requires="v">
                <p:oleObj spid="_x0000_s361484" name="公式" r:id="rId5" imgW="1917360" imgH="457200" progId="Equation.3">
                  <p:embed/>
                </p:oleObj>
              </mc:Choice>
              <mc:Fallback>
                <p:oleObj name="公式" r:id="rId5" imgW="1917360" imgH="457200" progId="Equation.3">
                  <p:embed/>
                  <p:pic>
                    <p:nvPicPr>
                      <p:cNvPr id="7" name="对象 6"/>
                      <p:cNvPicPr>
                        <a:picLocks noChangeAspect="1" noChangeArrowheads="1"/>
                      </p:cNvPicPr>
                      <p:nvPr/>
                    </p:nvPicPr>
                    <p:blipFill>
                      <a:blip r:embed="rId6"/>
                      <a:srcRect/>
                      <a:stretch>
                        <a:fillRect/>
                      </a:stretch>
                    </p:blipFill>
                    <p:spPr bwMode="auto">
                      <a:xfrm>
                        <a:off x="1403648" y="2859782"/>
                        <a:ext cx="4037143" cy="720080"/>
                      </a:xfrm>
                      <a:prstGeom prst="rect">
                        <a:avLst/>
                      </a:prstGeom>
                      <a:noFill/>
                      <a:ln>
                        <a:noFill/>
                      </a:ln>
                    </p:spPr>
                  </p:pic>
                </p:oleObj>
              </mc:Fallback>
            </mc:AlternateContent>
          </a:graphicData>
        </a:graphic>
      </p:graphicFrame>
      <p:sp>
        <p:nvSpPr>
          <p:cNvPr id="9" name="矩形 8"/>
          <p:cNvSpPr/>
          <p:nvPr/>
        </p:nvSpPr>
        <p:spPr>
          <a:xfrm>
            <a:off x="656308" y="3507854"/>
            <a:ext cx="6776214" cy="584775"/>
          </a:xfrm>
          <a:prstGeom prst="rect">
            <a:avLst/>
          </a:prstGeom>
        </p:spPr>
        <p:txBody>
          <a:bodyPr wrap="none">
            <a:spAutoFit/>
          </a:bodyPr>
          <a:lstStyle/>
          <a:p>
            <a:pPr lvl="0">
              <a:spcBef>
                <a:spcPct val="20000"/>
              </a:spcBef>
              <a:buClr>
                <a:srgbClr val="A50021"/>
              </a:buClr>
              <a:buSzPct val="75000"/>
            </a:pPr>
            <a:r>
              <a:rPr lang="zh-CN" altLang="en-US" sz="3200" b="1" dirty="0" smtClean="0">
                <a:solidFill>
                  <a:srgbClr val="000000"/>
                </a:solidFill>
                <a:latin typeface="Times New Roman"/>
                <a:ea typeface="宋体"/>
              </a:rPr>
              <a:t>分界面上，磁场的切向分量连续，则</a:t>
            </a:r>
            <a:endParaRPr lang="zh-CN" altLang="en-US" sz="3200" b="1" dirty="0">
              <a:solidFill>
                <a:srgbClr val="000000"/>
              </a:solidFill>
              <a:latin typeface="Times New Roman"/>
              <a:ea typeface="宋体"/>
            </a:endParaRPr>
          </a:p>
        </p:txBody>
      </p:sp>
      <p:graphicFrame>
        <p:nvGraphicFramePr>
          <p:cNvPr id="10" name="对象 9"/>
          <p:cNvGraphicFramePr>
            <a:graphicFrameLocks noChangeAspect="1"/>
          </p:cNvGraphicFramePr>
          <p:nvPr>
            <p:extLst/>
          </p:nvPr>
        </p:nvGraphicFramePr>
        <p:xfrm>
          <a:off x="2587625" y="4084638"/>
          <a:ext cx="1758950" cy="720725"/>
        </p:xfrm>
        <a:graphic>
          <a:graphicData uri="http://schemas.openxmlformats.org/presentationml/2006/ole">
            <mc:AlternateContent xmlns:mc="http://schemas.openxmlformats.org/markup-compatibility/2006">
              <mc:Choice xmlns:v="urn:schemas-microsoft-com:vml" Requires="v">
                <p:oleObj spid="_x0000_s361485" name="公式" r:id="rId7" imgW="1015920" imgH="457200" progId="Equation.3">
                  <p:embed/>
                </p:oleObj>
              </mc:Choice>
              <mc:Fallback>
                <p:oleObj name="公式" r:id="rId7" imgW="1015920" imgH="457200" progId="Equation.3">
                  <p:embed/>
                  <p:pic>
                    <p:nvPicPr>
                      <p:cNvPr id="10" name="对象 9"/>
                      <p:cNvPicPr>
                        <a:picLocks noChangeAspect="1" noChangeArrowheads="1"/>
                      </p:cNvPicPr>
                      <p:nvPr/>
                    </p:nvPicPr>
                    <p:blipFill>
                      <a:blip r:embed="rId8"/>
                      <a:srcRect/>
                      <a:stretch>
                        <a:fillRect/>
                      </a:stretch>
                    </p:blipFill>
                    <p:spPr bwMode="auto">
                      <a:xfrm>
                        <a:off x="2587625" y="4084638"/>
                        <a:ext cx="1758950" cy="720725"/>
                      </a:xfrm>
                      <a:prstGeom prst="rect">
                        <a:avLst/>
                      </a:prstGeom>
                      <a:solidFill>
                        <a:schemeClr val="tx2">
                          <a:lumMod val="20000"/>
                          <a:lumOff val="80000"/>
                        </a:schemeClr>
                      </a:solidFill>
                      <a:ln>
                        <a:noFill/>
                      </a:ln>
                      <a:extLst/>
                    </p:spPr>
                  </p:pic>
                </p:oleObj>
              </mc:Fallback>
            </mc:AlternateContent>
          </a:graphicData>
        </a:graphic>
      </p:graphicFrame>
    </p:spTree>
    <p:extLst>
      <p:ext uri="{BB962C8B-B14F-4D97-AF65-F5344CB8AC3E}">
        <p14:creationId xmlns:p14="http://schemas.microsoft.com/office/powerpoint/2010/main" val="6273368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defRPr/>
            </a:pPr>
            <a:r>
              <a:rPr lang="en-US" altLang="zh-CN" smtClean="0"/>
              <a:t> </a:t>
            </a:r>
          </a:p>
        </p:txBody>
      </p:sp>
      <p:sp>
        <p:nvSpPr>
          <p:cNvPr id="73731" name="Rectangle 3" descr="Rectangle: Click to edit Master text styles&#10;Second level&#10;Third level&#10;Fourth level&#10;Fifth level"/>
          <p:cNvSpPr>
            <a:spLocks noGrp="1" noChangeArrowheads="1"/>
          </p:cNvSpPr>
          <p:nvPr>
            <p:ph type="body" idx="1"/>
          </p:nvPr>
        </p:nvSpPr>
        <p:spPr>
          <a:xfrm>
            <a:off x="539552" y="1347614"/>
            <a:ext cx="8640960" cy="3086100"/>
          </a:xfrm>
        </p:spPr>
        <p:txBody>
          <a:bodyPr/>
          <a:lstStyle/>
          <a:p>
            <a:pPr algn="r" eaLnBrk="1" hangingPunct="1"/>
            <a:r>
              <a:rPr lang="zh-CN" altLang="en-US" dirty="0" smtClean="0">
                <a:latin typeface="宋体" pitchFamily="2" charset="-122"/>
              </a:rPr>
              <a:t>（</a:t>
            </a:r>
            <a:r>
              <a:rPr lang="en-US" altLang="zh-CN" dirty="0" smtClean="0">
                <a:latin typeface="宋体" pitchFamily="2" charset="-122"/>
              </a:rPr>
              <a:t>4.147</a:t>
            </a:r>
            <a:r>
              <a:rPr lang="zh-CN" altLang="en-US" dirty="0" smtClean="0">
                <a:latin typeface="宋体" pitchFamily="2" charset="-122"/>
              </a:rPr>
              <a:t>）</a:t>
            </a:r>
          </a:p>
          <a:p>
            <a:pPr algn="r" eaLnBrk="1" hangingPunct="1"/>
            <a:r>
              <a:rPr lang="zh-CN" altLang="en-US" dirty="0" smtClean="0">
                <a:latin typeface="宋体" pitchFamily="2" charset="-122"/>
              </a:rPr>
              <a:t>           </a:t>
            </a:r>
          </a:p>
          <a:p>
            <a:pPr algn="r" eaLnBrk="1" hangingPunct="1"/>
            <a:endParaRPr lang="zh-CN" altLang="en-US" dirty="0" smtClean="0">
              <a:latin typeface="宋体" pitchFamily="2" charset="-122"/>
            </a:endParaRPr>
          </a:p>
          <a:p>
            <a:pPr algn="r" eaLnBrk="1" hangingPunct="1"/>
            <a:r>
              <a:rPr lang="zh-CN" altLang="en-US" dirty="0" smtClean="0">
                <a:latin typeface="宋体" pitchFamily="2" charset="-122"/>
              </a:rPr>
              <a:t>（</a:t>
            </a:r>
            <a:r>
              <a:rPr lang="en-US" altLang="zh-CN" dirty="0" smtClean="0">
                <a:latin typeface="宋体" pitchFamily="2" charset="-122"/>
              </a:rPr>
              <a:t>4.148</a:t>
            </a:r>
            <a:r>
              <a:rPr lang="zh-CN" altLang="en-US" dirty="0" smtClean="0">
                <a:latin typeface="宋体" pitchFamily="2" charset="-122"/>
              </a:rPr>
              <a:t>）</a:t>
            </a:r>
            <a:endParaRPr lang="en-US" altLang="zh-CN" dirty="0" smtClean="0">
              <a:latin typeface="宋体" pitchFamily="2" charset="-122"/>
            </a:endParaRPr>
          </a:p>
          <a:p>
            <a:pPr eaLnBrk="1" hangingPunct="1"/>
            <a:r>
              <a:rPr lang="zh-CN" altLang="en-US" dirty="0" smtClean="0">
                <a:latin typeface="宋体" pitchFamily="2" charset="-122"/>
              </a:rPr>
              <a:t>这称为平行极化的</a:t>
            </a:r>
            <a:r>
              <a:rPr lang="zh-CN" altLang="en-US" dirty="0" smtClean="0">
                <a:solidFill>
                  <a:srgbClr val="C00000"/>
                </a:solidFill>
                <a:latin typeface="宋体" pitchFamily="2" charset="-122"/>
              </a:rPr>
              <a:t>菲涅尔公式</a:t>
            </a:r>
            <a:r>
              <a:rPr lang="zh-CN" altLang="en-US" dirty="0" smtClean="0">
                <a:latin typeface="宋体" pitchFamily="2" charset="-122"/>
              </a:rPr>
              <a:t>。</a:t>
            </a:r>
          </a:p>
        </p:txBody>
      </p:sp>
      <p:sp>
        <p:nvSpPr>
          <p:cNvPr id="73732" name="Rectangle 5"/>
          <p:cNvSpPr>
            <a:spLocks noChangeArrowheads="1"/>
          </p:cNvSpPr>
          <p:nvPr/>
        </p:nvSpPr>
        <p:spPr bwMode="auto">
          <a:xfrm>
            <a:off x="0" y="217634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73733" name="Object 4"/>
          <p:cNvGraphicFramePr>
            <a:graphicFrameLocks noChangeAspect="1"/>
          </p:cNvGraphicFramePr>
          <p:nvPr>
            <p:extLst/>
          </p:nvPr>
        </p:nvGraphicFramePr>
        <p:xfrm>
          <a:off x="728663" y="1262063"/>
          <a:ext cx="6242050" cy="927100"/>
        </p:xfrm>
        <a:graphic>
          <a:graphicData uri="http://schemas.openxmlformats.org/presentationml/2006/ole">
            <mc:AlternateContent xmlns:mc="http://schemas.openxmlformats.org/markup-compatibility/2006">
              <mc:Choice xmlns:v="urn:schemas-microsoft-com:vml" Requires="v">
                <p:oleObj spid="_x0000_s362504" name="公式" r:id="rId3" imgW="2705040" imgH="533160" progId="Equation.3">
                  <p:embed/>
                </p:oleObj>
              </mc:Choice>
              <mc:Fallback>
                <p:oleObj name="公式" r:id="rId3" imgW="2705040" imgH="533160" progId="Equation.3">
                  <p:embed/>
                  <p:pic>
                    <p:nvPicPr>
                      <p:cNvPr id="73733" name="Object 4"/>
                      <p:cNvPicPr>
                        <a:picLocks noChangeAspect="1" noChangeArrowheads="1"/>
                      </p:cNvPicPr>
                      <p:nvPr/>
                    </p:nvPicPr>
                    <p:blipFill>
                      <a:blip r:embed="rId4"/>
                      <a:srcRect/>
                      <a:stretch>
                        <a:fillRect/>
                      </a:stretch>
                    </p:blipFill>
                    <p:spPr bwMode="auto">
                      <a:xfrm>
                        <a:off x="728663" y="1262063"/>
                        <a:ext cx="624205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4" name="Rectangle 7"/>
          <p:cNvSpPr>
            <a:spLocks noChangeArrowheads="1"/>
          </p:cNvSpPr>
          <p:nvPr/>
        </p:nvSpPr>
        <p:spPr bwMode="auto">
          <a:xfrm>
            <a:off x="0" y="219777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73735" name="Object 6"/>
          <p:cNvGraphicFramePr>
            <a:graphicFrameLocks noChangeAspect="1"/>
          </p:cNvGraphicFramePr>
          <p:nvPr>
            <p:extLst/>
          </p:nvPr>
        </p:nvGraphicFramePr>
        <p:xfrm>
          <a:off x="1115616" y="2752377"/>
          <a:ext cx="6096000" cy="827485"/>
        </p:xfrm>
        <a:graphic>
          <a:graphicData uri="http://schemas.openxmlformats.org/presentationml/2006/ole">
            <mc:AlternateContent xmlns:mc="http://schemas.openxmlformats.org/markup-compatibility/2006">
              <mc:Choice xmlns:v="urn:schemas-microsoft-com:vml" Requires="v">
                <p:oleObj spid="_x0000_s362505" name="公式" r:id="rId5" imgW="2794000" imgH="508000" progId="Equation.3">
                  <p:embed/>
                </p:oleObj>
              </mc:Choice>
              <mc:Fallback>
                <p:oleObj name="公式" r:id="rId5" imgW="2794000" imgH="508000" progId="Equation.3">
                  <p:embed/>
                  <p:pic>
                    <p:nvPicPr>
                      <p:cNvPr id="7373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5616" y="2752377"/>
                        <a:ext cx="6096000" cy="8274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480158" y="483518"/>
            <a:ext cx="7188186" cy="584775"/>
          </a:xfrm>
          <a:prstGeom prst="rect">
            <a:avLst/>
          </a:prstGeom>
        </p:spPr>
        <p:txBody>
          <a:bodyPr wrap="none">
            <a:spAutoFit/>
          </a:bodyPr>
          <a:lstStyle/>
          <a:p>
            <a:pPr lvl="0" algn="r" eaLnBrk="1" hangingPunct="1">
              <a:spcBef>
                <a:spcPct val="20000"/>
              </a:spcBef>
              <a:buClr>
                <a:srgbClr val="A50021"/>
              </a:buClr>
              <a:buSzPct val="75000"/>
            </a:pPr>
            <a:r>
              <a:rPr lang="zh-CN" altLang="en-US" sz="3200" b="1" dirty="0" smtClean="0">
                <a:solidFill>
                  <a:srgbClr val="000000"/>
                </a:solidFill>
                <a:latin typeface="宋体" pitchFamily="2" charset="-122"/>
                <a:ea typeface="宋体"/>
              </a:rPr>
              <a:t>这样，就可以得到反射系数和折射系数</a:t>
            </a:r>
            <a:endParaRPr lang="zh-CN" altLang="en-US" sz="3200" b="1" dirty="0">
              <a:solidFill>
                <a:srgbClr val="000000"/>
              </a:solidFill>
              <a:latin typeface="宋体" pitchFamily="2" charset="-122"/>
              <a:ea typeface="宋体"/>
            </a:endParaRPr>
          </a:p>
        </p:txBody>
      </p:sp>
    </p:spTree>
    <p:extLst>
      <p:ext uri="{BB962C8B-B14F-4D97-AF65-F5344CB8AC3E}">
        <p14:creationId xmlns:p14="http://schemas.microsoft.com/office/powerpoint/2010/main" val="20485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3" descr="Rectangle: Click to edit Master text styles&#10;Second level&#10;Third level&#10;Fourth level&#10;Fifth level"/>
          <p:cNvSpPr>
            <a:spLocks noGrp="1" noChangeArrowheads="1"/>
          </p:cNvSpPr>
          <p:nvPr>
            <p:ph type="body" idx="1"/>
          </p:nvPr>
        </p:nvSpPr>
        <p:spPr>
          <a:xfrm>
            <a:off x="255984" y="411510"/>
            <a:ext cx="7772400" cy="936104"/>
          </a:xfrm>
        </p:spPr>
        <p:txBody>
          <a:bodyPr/>
          <a:lstStyle/>
          <a:p>
            <a:pPr lvl="2" eaLnBrk="1" hangingPunct="1"/>
            <a:r>
              <a:rPr lang="en-US" altLang="zh-CN" dirty="0" smtClean="0">
                <a:latin typeface="华文行楷" pitchFamily="2" charset="-122"/>
              </a:rPr>
              <a:t>2. </a:t>
            </a:r>
            <a:r>
              <a:rPr lang="zh-CN" altLang="en-US" dirty="0" smtClean="0">
                <a:latin typeface="华文行楷" pitchFamily="2" charset="-122"/>
              </a:rPr>
              <a:t>垂直极化波的斜入射</a:t>
            </a:r>
          </a:p>
        </p:txBody>
      </p:sp>
      <p:sp>
        <p:nvSpPr>
          <p:cNvPr id="74756" name="Rectangle 5"/>
          <p:cNvSpPr>
            <a:spLocks noChangeArrowheads="1"/>
          </p:cNvSpPr>
          <p:nvPr/>
        </p:nvSpPr>
        <p:spPr bwMode="auto">
          <a:xfrm>
            <a:off x="0" y="217634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74757" name="Object 4"/>
          <p:cNvGraphicFramePr>
            <a:graphicFrameLocks noChangeAspect="1"/>
          </p:cNvGraphicFramePr>
          <p:nvPr>
            <p:extLst/>
          </p:nvPr>
        </p:nvGraphicFramePr>
        <p:xfrm>
          <a:off x="2128838" y="2200275"/>
          <a:ext cx="4643437" cy="993775"/>
        </p:xfrm>
        <a:graphic>
          <a:graphicData uri="http://schemas.openxmlformats.org/presentationml/2006/ole">
            <mc:AlternateContent xmlns:mc="http://schemas.openxmlformats.org/markup-compatibility/2006">
              <mc:Choice xmlns:v="urn:schemas-microsoft-com:vml" Requires="v">
                <p:oleObj spid="_x0000_s363528" name="公式" r:id="rId3" imgW="1879560" imgH="533160" progId="Equation.3">
                  <p:embed/>
                </p:oleObj>
              </mc:Choice>
              <mc:Fallback>
                <p:oleObj name="公式" r:id="rId3" imgW="1879560" imgH="533160" progId="Equation.3">
                  <p:embed/>
                  <p:pic>
                    <p:nvPicPr>
                      <p:cNvPr id="74757" name="Object 4"/>
                      <p:cNvPicPr>
                        <a:picLocks noChangeAspect="1" noChangeArrowheads="1"/>
                      </p:cNvPicPr>
                      <p:nvPr/>
                    </p:nvPicPr>
                    <p:blipFill>
                      <a:blip r:embed="rId4"/>
                      <a:srcRect/>
                      <a:stretch>
                        <a:fillRect/>
                      </a:stretch>
                    </p:blipFill>
                    <p:spPr bwMode="auto">
                      <a:xfrm>
                        <a:off x="2128838" y="2200275"/>
                        <a:ext cx="4643437" cy="993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758" name="Rectangle 7"/>
          <p:cNvSpPr>
            <a:spLocks noChangeArrowheads="1"/>
          </p:cNvSpPr>
          <p:nvPr/>
        </p:nvSpPr>
        <p:spPr bwMode="auto">
          <a:xfrm>
            <a:off x="0" y="22049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74759" name="Object 6"/>
          <p:cNvGraphicFramePr>
            <a:graphicFrameLocks noChangeAspect="1"/>
          </p:cNvGraphicFramePr>
          <p:nvPr>
            <p:extLst/>
          </p:nvPr>
        </p:nvGraphicFramePr>
        <p:xfrm>
          <a:off x="2133600" y="3444453"/>
          <a:ext cx="4876800" cy="927497"/>
        </p:xfrm>
        <a:graphic>
          <a:graphicData uri="http://schemas.openxmlformats.org/presentationml/2006/ole">
            <mc:AlternateContent xmlns:mc="http://schemas.openxmlformats.org/markup-compatibility/2006">
              <mc:Choice xmlns:v="urn:schemas-microsoft-com:vml" Requires="v">
                <p:oleObj spid="_x0000_s363529" name="公式" r:id="rId5" imgW="1916868" imgH="482391" progId="Equation.3">
                  <p:embed/>
                </p:oleObj>
              </mc:Choice>
              <mc:Fallback>
                <p:oleObj name="公式" r:id="rId5" imgW="1916868" imgH="482391" progId="Equation.3">
                  <p:embed/>
                  <p:pic>
                    <p:nvPicPr>
                      <p:cNvPr id="74759"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3444453"/>
                        <a:ext cx="4876800" cy="9274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251520" y="1203598"/>
            <a:ext cx="7776864" cy="1077218"/>
          </a:xfrm>
          <a:prstGeom prst="rect">
            <a:avLst/>
          </a:prstGeom>
        </p:spPr>
        <p:txBody>
          <a:bodyPr wrap="square">
            <a:spAutoFit/>
          </a:bodyPr>
          <a:lstStyle/>
          <a:p>
            <a:pPr lvl="0" eaLnBrk="1" hangingPunct="1">
              <a:spcBef>
                <a:spcPct val="20000"/>
              </a:spcBef>
              <a:buClr>
                <a:srgbClr val="A50021"/>
              </a:buClr>
              <a:buSzPct val="75000"/>
            </a:pPr>
            <a:r>
              <a:rPr lang="zh-CN" altLang="en-US" sz="3200" b="1" dirty="0" smtClean="0">
                <a:solidFill>
                  <a:srgbClr val="000000"/>
                </a:solidFill>
                <a:latin typeface="宋体" pitchFamily="2" charset="-122"/>
                <a:ea typeface="宋体"/>
              </a:rPr>
              <a:t>用同样</a:t>
            </a:r>
            <a:r>
              <a:rPr lang="zh-CN" altLang="en-US" sz="3200" b="1" dirty="0">
                <a:solidFill>
                  <a:srgbClr val="000000"/>
                </a:solidFill>
                <a:latin typeface="宋体" pitchFamily="2" charset="-122"/>
                <a:ea typeface="宋体"/>
              </a:rPr>
              <a:t>的</a:t>
            </a:r>
            <a:r>
              <a:rPr lang="zh-CN" altLang="en-US" sz="3200" b="1" dirty="0" smtClean="0">
                <a:solidFill>
                  <a:srgbClr val="000000"/>
                </a:solidFill>
                <a:latin typeface="宋体" pitchFamily="2" charset="-122"/>
                <a:ea typeface="宋体"/>
              </a:rPr>
              <a:t>分析方法，可以得到垂直极化的菲涅尔公式</a:t>
            </a:r>
            <a:endParaRPr lang="zh-CN" altLang="en-US" sz="3200" b="1" dirty="0">
              <a:solidFill>
                <a:srgbClr val="000000"/>
              </a:solidFill>
              <a:latin typeface="宋体" pitchFamily="2" charset="-122"/>
              <a:ea typeface="宋体"/>
            </a:endParaRPr>
          </a:p>
        </p:txBody>
      </p:sp>
    </p:spTree>
    <p:extLst>
      <p:ext uri="{BB962C8B-B14F-4D97-AF65-F5344CB8AC3E}">
        <p14:creationId xmlns:p14="http://schemas.microsoft.com/office/powerpoint/2010/main" val="25361756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defRPr/>
            </a:pPr>
            <a:r>
              <a:rPr lang="en-US" altLang="zh-CN" smtClean="0"/>
              <a:t> </a:t>
            </a:r>
          </a:p>
        </p:txBody>
      </p:sp>
      <p:sp>
        <p:nvSpPr>
          <p:cNvPr id="75779" name="Rectangle 3" descr="Rectangle: Click to edit Master text styles&#10;Second level&#10;Third level&#10;Fourth level&#10;Fifth level"/>
          <p:cNvSpPr>
            <a:spLocks noGrp="1" noChangeArrowheads="1"/>
          </p:cNvSpPr>
          <p:nvPr>
            <p:ph type="body" idx="1"/>
          </p:nvPr>
        </p:nvSpPr>
        <p:spPr>
          <a:xfrm>
            <a:off x="685800" y="267494"/>
            <a:ext cx="8566720" cy="3086100"/>
          </a:xfrm>
        </p:spPr>
        <p:txBody>
          <a:bodyPr/>
          <a:lstStyle/>
          <a:p>
            <a:pPr marL="952500" lvl="1" indent="-762000" eaLnBrk="1" hangingPunct="1">
              <a:lnSpc>
                <a:spcPct val="90000"/>
              </a:lnSpc>
            </a:pPr>
            <a:r>
              <a:rPr lang="en-US" altLang="zh-CN" dirty="0" smtClean="0">
                <a:latin typeface="隶书" pitchFamily="49" charset="-122"/>
              </a:rPr>
              <a:t>   4.5.3  </a:t>
            </a:r>
            <a:r>
              <a:rPr lang="zh-CN" altLang="en-US" dirty="0" smtClean="0">
                <a:latin typeface="隶书" pitchFamily="49" charset="-122"/>
              </a:rPr>
              <a:t>全反射和全透射</a:t>
            </a:r>
          </a:p>
          <a:p>
            <a:pPr marL="1066800" lvl="2" indent="-685800" eaLnBrk="1" hangingPunct="1">
              <a:lnSpc>
                <a:spcPct val="90000"/>
              </a:lnSpc>
            </a:pPr>
            <a:r>
              <a:rPr lang="zh-CN" altLang="en-US" dirty="0" smtClean="0">
                <a:latin typeface="华文行楷" pitchFamily="2" charset="-122"/>
              </a:rPr>
              <a:t>    </a:t>
            </a:r>
            <a:r>
              <a:rPr lang="en-US" altLang="zh-CN" dirty="0" smtClean="0">
                <a:latin typeface="华文行楷" pitchFamily="2" charset="-122"/>
              </a:rPr>
              <a:t>1.</a:t>
            </a:r>
            <a:r>
              <a:rPr lang="zh-CN" altLang="en-US" dirty="0" smtClean="0">
                <a:latin typeface="华文行楷" pitchFamily="2" charset="-122"/>
              </a:rPr>
              <a:t>全反射</a:t>
            </a:r>
          </a:p>
          <a:p>
            <a:pPr marL="609600" indent="-609600" eaLnBrk="1" hangingPunct="1">
              <a:lnSpc>
                <a:spcPct val="90000"/>
              </a:lnSpc>
            </a:pPr>
            <a:r>
              <a:rPr lang="zh-CN" altLang="en-US" dirty="0" smtClean="0">
                <a:latin typeface="宋体" pitchFamily="2" charset="-122"/>
              </a:rPr>
              <a:t>由           可以看出， 随  增大而增大</a:t>
            </a:r>
            <a:endParaRPr lang="en-US" altLang="zh-CN" dirty="0" smtClean="0">
              <a:latin typeface="宋体" pitchFamily="2" charset="-122"/>
            </a:endParaRPr>
          </a:p>
          <a:p>
            <a:pPr marL="609600" indent="-609600" eaLnBrk="1" hangingPunct="1">
              <a:lnSpc>
                <a:spcPct val="90000"/>
              </a:lnSpc>
            </a:pPr>
            <a:r>
              <a:rPr lang="zh-CN" altLang="en-US" dirty="0" smtClean="0">
                <a:latin typeface="宋体" pitchFamily="2" charset="-122"/>
              </a:rPr>
              <a:t>若     ，当  增大到某一角度，     。</a:t>
            </a:r>
            <a:endParaRPr lang="en-US" altLang="zh-CN" dirty="0" smtClean="0">
              <a:latin typeface="宋体" pitchFamily="2" charset="-122"/>
            </a:endParaRPr>
          </a:p>
          <a:p>
            <a:pPr marL="609600" indent="-609600" eaLnBrk="1" hangingPunct="1">
              <a:lnSpc>
                <a:spcPct val="90000"/>
              </a:lnSpc>
            </a:pPr>
            <a:r>
              <a:rPr lang="en-US" altLang="zh-CN" dirty="0" smtClean="0">
                <a:latin typeface="宋体" pitchFamily="2" charset="-122"/>
              </a:rPr>
              <a:t>  </a:t>
            </a:r>
            <a:r>
              <a:rPr lang="zh-CN" altLang="en-US" dirty="0" smtClean="0">
                <a:latin typeface="宋体" pitchFamily="2" charset="-122"/>
              </a:rPr>
              <a:t>再增大，不再产生折射波。</a:t>
            </a:r>
            <a:endParaRPr lang="en-US" altLang="zh-CN" dirty="0" smtClean="0">
              <a:latin typeface="宋体" pitchFamily="2" charset="-122"/>
            </a:endParaRPr>
          </a:p>
          <a:p>
            <a:pPr marL="609600" indent="-609600" eaLnBrk="1" hangingPunct="1">
              <a:lnSpc>
                <a:spcPct val="90000"/>
              </a:lnSpc>
            </a:pPr>
            <a:r>
              <a:rPr lang="zh-CN" altLang="en-US" dirty="0" smtClean="0">
                <a:latin typeface="宋体" pitchFamily="2" charset="-122"/>
              </a:rPr>
              <a:t>当       时的入射角记为  ，称为临界</a:t>
            </a:r>
          </a:p>
          <a:p>
            <a:pPr marL="609600" indent="-609600" eaLnBrk="1" hangingPunct="1">
              <a:lnSpc>
                <a:spcPct val="90000"/>
              </a:lnSpc>
            </a:pPr>
            <a:r>
              <a:rPr lang="zh-CN" altLang="en-US" dirty="0" smtClean="0">
                <a:latin typeface="宋体" pitchFamily="2" charset="-122"/>
              </a:rPr>
              <a:t>角。                       </a:t>
            </a:r>
          </a:p>
          <a:p>
            <a:pPr marL="609600" indent="-609600" algn="r" eaLnBrk="1" hangingPunct="1">
              <a:lnSpc>
                <a:spcPct val="90000"/>
              </a:lnSpc>
            </a:pPr>
            <a:r>
              <a:rPr lang="zh-CN" altLang="en-US" dirty="0" smtClean="0">
                <a:latin typeface="宋体" pitchFamily="2" charset="-122"/>
              </a:rPr>
              <a:t>（</a:t>
            </a:r>
            <a:r>
              <a:rPr lang="en-US" altLang="zh-CN" dirty="0" smtClean="0">
                <a:latin typeface="宋体" pitchFamily="2" charset="-122"/>
              </a:rPr>
              <a:t>4.151</a:t>
            </a:r>
            <a:r>
              <a:rPr lang="zh-CN" altLang="en-US" dirty="0" smtClean="0">
                <a:latin typeface="宋体" pitchFamily="2" charset="-122"/>
              </a:rPr>
              <a:t>）</a:t>
            </a:r>
          </a:p>
        </p:txBody>
      </p:sp>
      <p:sp>
        <p:nvSpPr>
          <p:cNvPr id="75780" name="Rectangle 5"/>
          <p:cNvSpPr>
            <a:spLocks noChangeArrowheads="1"/>
          </p:cNvSpPr>
          <p:nvPr/>
        </p:nvSpPr>
        <p:spPr bwMode="auto">
          <a:xfrm>
            <a:off x="0" y="23192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75781" name="Object 4"/>
          <p:cNvGraphicFramePr>
            <a:graphicFrameLocks noChangeAspect="1"/>
          </p:cNvGraphicFramePr>
          <p:nvPr>
            <p:extLst>
              <p:ext uri="{D42A27DB-BD31-4B8C-83A1-F6EECF244321}">
                <p14:modId xmlns:p14="http://schemas.microsoft.com/office/powerpoint/2010/main" val="2188415922"/>
              </p:ext>
            </p:extLst>
          </p:nvPr>
        </p:nvGraphicFramePr>
        <p:xfrm>
          <a:off x="7122881" y="2181417"/>
          <a:ext cx="1219200" cy="267891"/>
        </p:xfrm>
        <a:graphic>
          <a:graphicData uri="http://schemas.openxmlformats.org/presentationml/2006/ole">
            <mc:AlternateContent xmlns:mc="http://schemas.openxmlformats.org/markup-compatibility/2006">
              <mc:Choice xmlns:v="urn:schemas-microsoft-com:vml" Requires="v">
                <p:oleObj spid="_x0000_s364576" name="公式" r:id="rId3" imgW="621760" imgH="177646" progId="Equation.3">
                  <p:embed/>
                </p:oleObj>
              </mc:Choice>
              <mc:Fallback>
                <p:oleObj name="公式" r:id="rId3" imgW="621760" imgH="177646" progId="Equation.3">
                  <p:embed/>
                  <p:pic>
                    <p:nvPicPr>
                      <p:cNvPr id="7578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2881" y="2181417"/>
                        <a:ext cx="1219200" cy="2678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5782" name="Rectangle 7"/>
          <p:cNvSpPr>
            <a:spLocks noChangeArrowheads="1"/>
          </p:cNvSpPr>
          <p:nvPr/>
        </p:nvSpPr>
        <p:spPr bwMode="auto">
          <a:xfrm>
            <a:off x="0" y="22049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75783" name="Object 6"/>
          <p:cNvGraphicFramePr>
            <a:graphicFrameLocks noChangeAspect="1"/>
          </p:cNvGraphicFramePr>
          <p:nvPr>
            <p:extLst>
              <p:ext uri="{D42A27DB-BD31-4B8C-83A1-F6EECF244321}">
                <p14:modId xmlns:p14="http://schemas.microsoft.com/office/powerpoint/2010/main" val="3252388008"/>
              </p:ext>
            </p:extLst>
          </p:nvPr>
        </p:nvGraphicFramePr>
        <p:xfrm>
          <a:off x="2555776" y="3867894"/>
          <a:ext cx="1492250" cy="669925"/>
        </p:xfrm>
        <a:graphic>
          <a:graphicData uri="http://schemas.openxmlformats.org/presentationml/2006/ole">
            <mc:AlternateContent xmlns:mc="http://schemas.openxmlformats.org/markup-compatibility/2006">
              <mc:Choice xmlns:v="urn:schemas-microsoft-com:vml" Requires="v">
                <p:oleObj spid="_x0000_s364577" name="公式" r:id="rId5" imgW="812520" imgH="482400" progId="Equation.3">
                  <p:embed/>
                </p:oleObj>
              </mc:Choice>
              <mc:Fallback>
                <p:oleObj name="公式" r:id="rId5" imgW="812520" imgH="482400" progId="Equation.3">
                  <p:embed/>
                  <p:pic>
                    <p:nvPicPr>
                      <p:cNvPr id="75783" name="Object 6"/>
                      <p:cNvPicPr>
                        <a:picLocks noChangeAspect="1" noChangeArrowheads="1"/>
                      </p:cNvPicPr>
                      <p:nvPr/>
                    </p:nvPicPr>
                    <p:blipFill>
                      <a:blip r:embed="rId6"/>
                      <a:srcRect/>
                      <a:stretch>
                        <a:fillRect/>
                      </a:stretch>
                    </p:blipFill>
                    <p:spPr bwMode="auto">
                      <a:xfrm>
                        <a:off x="2555776" y="3867894"/>
                        <a:ext cx="1492250" cy="669925"/>
                      </a:xfrm>
                      <a:prstGeom prst="rect">
                        <a:avLst/>
                      </a:prstGeom>
                      <a:noFill/>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3333673436"/>
              </p:ext>
            </p:extLst>
          </p:nvPr>
        </p:nvGraphicFramePr>
        <p:xfrm>
          <a:off x="1835696" y="1491630"/>
          <a:ext cx="2160240" cy="708607"/>
        </p:xfrm>
        <a:graphic>
          <a:graphicData uri="http://schemas.openxmlformats.org/presentationml/2006/ole">
            <mc:AlternateContent xmlns:mc="http://schemas.openxmlformats.org/markup-compatibility/2006">
              <mc:Choice xmlns:v="urn:schemas-microsoft-com:vml" Requires="v">
                <p:oleObj spid="_x0000_s364578" name="公式" r:id="rId7" imgW="1155600" imgH="507960" progId="Equation.3">
                  <p:embed/>
                </p:oleObj>
              </mc:Choice>
              <mc:Fallback>
                <p:oleObj name="公式" r:id="rId7" imgW="1155600" imgH="507960" progId="Equation.3">
                  <p:embed/>
                  <p:pic>
                    <p:nvPicPr>
                      <p:cNvPr id="2" name="对象 1"/>
                      <p:cNvPicPr>
                        <a:picLocks noChangeAspect="1" noChangeArrowheads="1"/>
                      </p:cNvPicPr>
                      <p:nvPr/>
                    </p:nvPicPr>
                    <p:blipFill>
                      <a:blip r:embed="rId8"/>
                      <a:srcRect/>
                      <a:stretch>
                        <a:fillRect/>
                      </a:stretch>
                    </p:blipFill>
                    <p:spPr bwMode="auto">
                      <a:xfrm>
                        <a:off x="1835696" y="1491630"/>
                        <a:ext cx="2160240" cy="708607"/>
                      </a:xfrm>
                      <a:prstGeom prst="rect">
                        <a:avLst/>
                      </a:prstGeom>
                      <a:noFill/>
                      <a:ln>
                        <a:noFill/>
                      </a:ln>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87757887"/>
              </p:ext>
            </p:extLst>
          </p:nvPr>
        </p:nvGraphicFramePr>
        <p:xfrm>
          <a:off x="1907704" y="2130768"/>
          <a:ext cx="831850" cy="300038"/>
        </p:xfrm>
        <a:graphic>
          <a:graphicData uri="http://schemas.openxmlformats.org/presentationml/2006/ole">
            <mc:AlternateContent xmlns:mc="http://schemas.openxmlformats.org/markup-compatibility/2006">
              <mc:Choice xmlns:v="urn:schemas-microsoft-com:vml" Requires="v">
                <p:oleObj spid="_x0000_s364579" name="公式" r:id="rId9" imgW="444240" imgH="215640" progId="Equation.3">
                  <p:embed/>
                </p:oleObj>
              </mc:Choice>
              <mc:Fallback>
                <p:oleObj name="公式" r:id="rId9" imgW="444240" imgH="215640" progId="Equation.3">
                  <p:embed/>
                  <p:pic>
                    <p:nvPicPr>
                      <p:cNvPr id="3" name="对象 2"/>
                      <p:cNvPicPr>
                        <a:picLocks noChangeAspect="1" noChangeArrowheads="1"/>
                      </p:cNvPicPr>
                      <p:nvPr/>
                    </p:nvPicPr>
                    <p:blipFill>
                      <a:blip r:embed="rId10"/>
                      <a:srcRect/>
                      <a:stretch>
                        <a:fillRect/>
                      </a:stretch>
                    </p:blipFill>
                    <p:spPr bwMode="auto">
                      <a:xfrm>
                        <a:off x="1907704" y="2130768"/>
                        <a:ext cx="831850"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072797216"/>
              </p:ext>
            </p:extLst>
          </p:nvPr>
        </p:nvGraphicFramePr>
        <p:xfrm>
          <a:off x="5978376" y="1686719"/>
          <a:ext cx="355600" cy="247650"/>
        </p:xfrm>
        <a:graphic>
          <a:graphicData uri="http://schemas.openxmlformats.org/presentationml/2006/ole">
            <mc:AlternateContent xmlns:mc="http://schemas.openxmlformats.org/markup-compatibility/2006">
              <mc:Choice xmlns:v="urn:schemas-microsoft-com:vml" Requires="v">
                <p:oleObj spid="_x0000_s364580" name="公式" r:id="rId11" imgW="190440" imgH="177480" progId="Equation.3">
                  <p:embed/>
                </p:oleObj>
              </mc:Choice>
              <mc:Fallback>
                <p:oleObj name="公式" r:id="rId11" imgW="190440" imgH="177480" progId="Equation.3">
                  <p:embed/>
                  <p:pic>
                    <p:nvPicPr>
                      <p:cNvPr id="4" name="对象 3"/>
                      <p:cNvPicPr>
                        <a:picLocks noChangeAspect="1" noChangeArrowheads="1"/>
                      </p:cNvPicPr>
                      <p:nvPr/>
                    </p:nvPicPr>
                    <p:blipFill>
                      <a:blip r:embed="rId12"/>
                      <a:srcRect/>
                      <a:stretch>
                        <a:fillRect/>
                      </a:stretch>
                    </p:blipFill>
                    <p:spPr bwMode="auto">
                      <a:xfrm>
                        <a:off x="5978376" y="1686719"/>
                        <a:ext cx="3556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7912554"/>
              </p:ext>
            </p:extLst>
          </p:nvPr>
        </p:nvGraphicFramePr>
        <p:xfrm>
          <a:off x="6876256" y="1629909"/>
          <a:ext cx="154303" cy="216024"/>
        </p:xfrm>
        <a:graphic>
          <a:graphicData uri="http://schemas.openxmlformats.org/presentationml/2006/ole">
            <mc:AlternateContent xmlns:mc="http://schemas.openxmlformats.org/markup-compatibility/2006">
              <mc:Choice xmlns:v="urn:schemas-microsoft-com:vml" Requires="v">
                <p:oleObj spid="_x0000_s364581" name="公式" r:id="rId13" imgW="126720" imgH="177480" progId="Equation.3">
                  <p:embed/>
                </p:oleObj>
              </mc:Choice>
              <mc:Fallback>
                <p:oleObj name="公式" r:id="rId13" imgW="126720" imgH="177480" progId="Equation.3">
                  <p:embed/>
                  <p:pic>
                    <p:nvPicPr>
                      <p:cNvPr id="5" name="对象 4"/>
                      <p:cNvPicPr/>
                      <p:nvPr/>
                    </p:nvPicPr>
                    <p:blipFill>
                      <a:blip r:embed="rId14"/>
                      <a:stretch>
                        <a:fillRect/>
                      </a:stretch>
                    </p:blipFill>
                    <p:spPr>
                      <a:xfrm>
                        <a:off x="6876256" y="1629909"/>
                        <a:ext cx="154303" cy="216024"/>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267024126"/>
              </p:ext>
            </p:extLst>
          </p:nvPr>
        </p:nvGraphicFramePr>
        <p:xfrm>
          <a:off x="3779912" y="2217323"/>
          <a:ext cx="216024" cy="302878"/>
        </p:xfrm>
        <a:graphic>
          <a:graphicData uri="http://schemas.openxmlformats.org/presentationml/2006/ole">
            <mc:AlternateContent xmlns:mc="http://schemas.openxmlformats.org/markup-compatibility/2006">
              <mc:Choice xmlns:v="urn:schemas-microsoft-com:vml" Requires="v">
                <p:oleObj spid="_x0000_s364582" name="公式" r:id="rId15" imgW="126720" imgH="177480" progId="Equation.3">
                  <p:embed/>
                </p:oleObj>
              </mc:Choice>
              <mc:Fallback>
                <p:oleObj name="公式" r:id="rId15" imgW="126720" imgH="177480" progId="Equation.3">
                  <p:embed/>
                  <p:pic>
                    <p:nvPicPr>
                      <p:cNvPr id="6" name="对象 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79912" y="2217323"/>
                        <a:ext cx="216024" cy="302878"/>
                      </a:xfrm>
                      <a:prstGeom prst="rect">
                        <a:avLst/>
                      </a:prstGeom>
                      <a:noFill/>
                      <a:ln>
                        <a:noFill/>
                      </a:ln>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574551300"/>
              </p:ext>
            </p:extLst>
          </p:nvPr>
        </p:nvGraphicFramePr>
        <p:xfrm>
          <a:off x="1403648" y="2688551"/>
          <a:ext cx="217487" cy="303212"/>
        </p:xfrm>
        <a:graphic>
          <a:graphicData uri="http://schemas.openxmlformats.org/presentationml/2006/ole">
            <mc:AlternateContent xmlns:mc="http://schemas.openxmlformats.org/markup-compatibility/2006">
              <mc:Choice xmlns:v="urn:schemas-microsoft-com:vml" Requires="v">
                <p:oleObj spid="_x0000_s364583" name="公式" r:id="rId17" imgW="126725" imgH="177415" progId="Equation.3">
                  <p:embed/>
                </p:oleObj>
              </mc:Choice>
              <mc:Fallback>
                <p:oleObj name="公式" r:id="rId17" imgW="126725" imgH="177415" progId="Equation.3">
                  <p:embed/>
                  <p:pic>
                    <p:nvPicPr>
                      <p:cNvPr id="7" name="对象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03648" y="2688551"/>
                        <a:ext cx="217487"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36285700"/>
              </p:ext>
            </p:extLst>
          </p:nvPr>
        </p:nvGraphicFramePr>
        <p:xfrm>
          <a:off x="1946176" y="3297821"/>
          <a:ext cx="1219200" cy="266700"/>
        </p:xfrm>
        <a:graphic>
          <a:graphicData uri="http://schemas.openxmlformats.org/presentationml/2006/ole">
            <mc:AlternateContent xmlns:mc="http://schemas.openxmlformats.org/markup-compatibility/2006">
              <mc:Choice xmlns:v="urn:schemas-microsoft-com:vml" Requires="v">
                <p:oleObj spid="_x0000_s364584" name="公式" r:id="rId18" imgW="621760" imgH="177646" progId="Equation.3">
                  <p:embed/>
                </p:oleObj>
              </mc:Choice>
              <mc:Fallback>
                <p:oleObj name="公式" r:id="rId18" imgW="621760" imgH="177646" progId="Equation.3">
                  <p:embed/>
                  <p:pic>
                    <p:nvPicPr>
                      <p:cNvPr id="8"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6176" y="3297821"/>
                        <a:ext cx="12192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39313414"/>
              </p:ext>
            </p:extLst>
          </p:nvPr>
        </p:nvGraphicFramePr>
        <p:xfrm>
          <a:off x="6156176" y="3223860"/>
          <a:ext cx="288032" cy="398814"/>
        </p:xfrm>
        <a:graphic>
          <a:graphicData uri="http://schemas.openxmlformats.org/presentationml/2006/ole">
            <mc:AlternateContent xmlns:mc="http://schemas.openxmlformats.org/markup-compatibility/2006">
              <mc:Choice xmlns:v="urn:schemas-microsoft-com:vml" Requires="v">
                <p:oleObj spid="_x0000_s364585" name="公式" r:id="rId19" imgW="164880" imgH="228600" progId="Equation.3">
                  <p:embed/>
                </p:oleObj>
              </mc:Choice>
              <mc:Fallback>
                <p:oleObj name="公式" r:id="rId19" imgW="164880" imgH="228600" progId="Equation.3">
                  <p:embed/>
                  <p:pic>
                    <p:nvPicPr>
                      <p:cNvPr id="9" name="对象 8"/>
                      <p:cNvPicPr/>
                      <p:nvPr/>
                    </p:nvPicPr>
                    <p:blipFill>
                      <a:blip r:embed="rId20"/>
                      <a:stretch>
                        <a:fillRect/>
                      </a:stretch>
                    </p:blipFill>
                    <p:spPr>
                      <a:xfrm>
                        <a:off x="6156176" y="3223860"/>
                        <a:ext cx="288032" cy="398814"/>
                      </a:xfrm>
                      <a:prstGeom prst="rect">
                        <a:avLst/>
                      </a:prstGeom>
                    </p:spPr>
                  </p:pic>
                </p:oleObj>
              </mc:Fallback>
            </mc:AlternateContent>
          </a:graphicData>
        </a:graphic>
      </p:graphicFrame>
    </p:spTree>
    <p:extLst>
      <p:ext uri="{BB962C8B-B14F-4D97-AF65-F5344CB8AC3E}">
        <p14:creationId xmlns:p14="http://schemas.microsoft.com/office/powerpoint/2010/main" val="13841319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当          时，        ，这时产生全反射。</a:t>
            </a:r>
            <a:r>
              <a:rPr lang="zh-CN" altLang="en-US" dirty="0" smtClean="0">
                <a:solidFill>
                  <a:srgbClr val="C00000"/>
                </a:solidFill>
              </a:rPr>
              <a:t>只要由光密媒质进入光疏媒质，当入射角大于临界角时，都会产生全反射</a:t>
            </a:r>
            <a:r>
              <a:rPr lang="zh-CN" altLang="en-US" dirty="0" smtClean="0"/>
              <a: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3880794969"/>
              </p:ext>
            </p:extLst>
          </p:nvPr>
        </p:nvGraphicFramePr>
        <p:xfrm>
          <a:off x="1835696" y="1542853"/>
          <a:ext cx="708025" cy="398463"/>
        </p:xfrm>
        <a:graphic>
          <a:graphicData uri="http://schemas.openxmlformats.org/presentationml/2006/ole">
            <mc:AlternateContent xmlns:mc="http://schemas.openxmlformats.org/markup-compatibility/2006">
              <mc:Choice xmlns:v="urn:schemas-microsoft-com:vml" Requires="v">
                <p:oleObj spid="_x0000_s365576" name="公式" r:id="rId3" imgW="406080" imgH="228600" progId="Equation.3">
                  <p:embed/>
                </p:oleObj>
              </mc:Choice>
              <mc:Fallback>
                <p:oleObj name="公式" r:id="rId3" imgW="406080" imgH="228600" progId="Equation.3">
                  <p:embed/>
                  <p:pic>
                    <p:nvPicPr>
                      <p:cNvPr id="4" name="对象 3"/>
                      <p:cNvPicPr>
                        <a:picLocks noChangeAspect="1" noChangeArrowheads="1"/>
                      </p:cNvPicPr>
                      <p:nvPr/>
                    </p:nvPicPr>
                    <p:blipFill>
                      <a:blip r:embed="rId4"/>
                      <a:srcRect/>
                      <a:stretch>
                        <a:fillRect/>
                      </a:stretch>
                    </p:blipFill>
                    <p:spPr bwMode="auto">
                      <a:xfrm>
                        <a:off x="1835696" y="1542853"/>
                        <a:ext cx="7080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59781370"/>
              </p:ext>
            </p:extLst>
          </p:nvPr>
        </p:nvGraphicFramePr>
        <p:xfrm>
          <a:off x="3347864" y="1542853"/>
          <a:ext cx="835742" cy="366911"/>
        </p:xfrm>
        <a:graphic>
          <a:graphicData uri="http://schemas.openxmlformats.org/presentationml/2006/ole">
            <mc:AlternateContent xmlns:mc="http://schemas.openxmlformats.org/markup-compatibility/2006">
              <mc:Choice xmlns:v="urn:schemas-microsoft-com:vml" Requires="v">
                <p:oleObj spid="_x0000_s365577" name="公式" r:id="rId5" imgW="520560" imgH="228600" progId="Equation.3">
                  <p:embed/>
                </p:oleObj>
              </mc:Choice>
              <mc:Fallback>
                <p:oleObj name="公式" r:id="rId5" imgW="520560" imgH="228600" progId="Equation.3">
                  <p:embed/>
                  <p:pic>
                    <p:nvPicPr>
                      <p:cNvPr id="5" name="对象 4"/>
                      <p:cNvPicPr/>
                      <p:nvPr/>
                    </p:nvPicPr>
                    <p:blipFill>
                      <a:blip r:embed="rId6"/>
                      <a:stretch>
                        <a:fillRect/>
                      </a:stretch>
                    </p:blipFill>
                    <p:spPr>
                      <a:xfrm>
                        <a:off x="3347864" y="1542853"/>
                        <a:ext cx="835742" cy="366911"/>
                      </a:xfrm>
                      <a:prstGeom prst="rect">
                        <a:avLst/>
                      </a:prstGeom>
                    </p:spPr>
                  </p:pic>
                </p:oleObj>
              </mc:Fallback>
            </mc:AlternateContent>
          </a:graphicData>
        </a:graphic>
      </p:graphicFrame>
    </p:spTree>
    <p:extLst>
      <p:ext uri="{BB962C8B-B14F-4D97-AF65-F5344CB8AC3E}">
        <p14:creationId xmlns:p14="http://schemas.microsoft.com/office/powerpoint/2010/main" val="13851167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defRPr/>
            </a:pPr>
            <a:r>
              <a:rPr lang="en-US" altLang="zh-CN" smtClean="0"/>
              <a:t> </a:t>
            </a:r>
          </a:p>
        </p:txBody>
      </p:sp>
      <p:sp>
        <p:nvSpPr>
          <p:cNvPr id="76803" name="Rectangle 3" descr="Rectangle: Click to edit Master text styles&#10;Second level&#10;Third level&#10;Fourth level&#10;Fifth level"/>
          <p:cNvSpPr>
            <a:spLocks noGrp="1" noChangeArrowheads="1"/>
          </p:cNvSpPr>
          <p:nvPr>
            <p:ph type="body" idx="1"/>
          </p:nvPr>
        </p:nvSpPr>
        <p:spPr>
          <a:xfrm>
            <a:off x="683568" y="501774"/>
            <a:ext cx="7772400" cy="3086100"/>
          </a:xfrm>
        </p:spPr>
        <p:txBody>
          <a:bodyPr/>
          <a:lstStyle/>
          <a:p>
            <a:pPr marL="1066800" lvl="2" indent="-685800" eaLnBrk="1" hangingPunct="1">
              <a:lnSpc>
                <a:spcPct val="90000"/>
              </a:lnSpc>
            </a:pPr>
            <a:r>
              <a:rPr lang="en-US" altLang="zh-CN" dirty="0" smtClean="0">
                <a:latin typeface="华文行楷" pitchFamily="2" charset="-122"/>
              </a:rPr>
              <a:t>    2. </a:t>
            </a:r>
            <a:r>
              <a:rPr lang="zh-CN" altLang="en-US" dirty="0" smtClean="0">
                <a:latin typeface="华文行楷" pitchFamily="2" charset="-122"/>
              </a:rPr>
              <a:t>全透射</a:t>
            </a:r>
          </a:p>
          <a:p>
            <a:pPr marL="609600" indent="-609600" eaLnBrk="1" hangingPunct="1">
              <a:lnSpc>
                <a:spcPct val="90000"/>
              </a:lnSpc>
            </a:pPr>
            <a:r>
              <a:rPr lang="zh-CN" altLang="en-US" dirty="0" smtClean="0">
                <a:solidFill>
                  <a:srgbClr val="C00000"/>
                </a:solidFill>
                <a:latin typeface="宋体" pitchFamily="2" charset="-122"/>
              </a:rPr>
              <a:t>全透射也称无反射</a:t>
            </a:r>
            <a:r>
              <a:rPr lang="zh-CN" altLang="en-US" dirty="0" smtClean="0">
                <a:latin typeface="宋体" pitchFamily="2" charset="-122"/>
              </a:rPr>
              <a:t>，这时的反射系数为</a:t>
            </a:r>
            <a:r>
              <a:rPr lang="en-US" altLang="zh-CN" dirty="0" smtClean="0">
                <a:latin typeface="宋体" pitchFamily="2" charset="-122"/>
              </a:rPr>
              <a:t>0</a:t>
            </a:r>
            <a:r>
              <a:rPr lang="zh-CN" altLang="en-US" dirty="0" smtClean="0">
                <a:latin typeface="宋体" pitchFamily="2" charset="-122"/>
              </a:rPr>
              <a:t>。</a:t>
            </a:r>
            <a:endParaRPr lang="zh-CN" altLang="en-US" dirty="0" smtClean="0">
              <a:latin typeface="华文行楷" pitchFamily="2" charset="-122"/>
              <a:ea typeface="华文行楷" pitchFamily="2" charset="-122"/>
            </a:endParaRPr>
          </a:p>
          <a:p>
            <a:pPr marL="609600" indent="-609600" eaLnBrk="1" hangingPunct="1">
              <a:lnSpc>
                <a:spcPct val="90000"/>
              </a:lnSpc>
            </a:pPr>
            <a:r>
              <a:rPr lang="zh-CN" altLang="en-US" dirty="0" smtClean="0">
                <a:latin typeface="宋体" pitchFamily="2" charset="-122"/>
              </a:rPr>
              <a:t> 只有对平行极化波才有可能。这时，</a:t>
            </a:r>
            <a:endParaRPr lang="en-US" altLang="zh-CN" dirty="0" smtClean="0">
              <a:latin typeface="宋体" pitchFamily="2" charset="-122"/>
            </a:endParaRPr>
          </a:p>
          <a:p>
            <a:pPr marL="609600" indent="-609600" eaLnBrk="1" hangingPunct="1">
              <a:lnSpc>
                <a:spcPct val="90000"/>
              </a:lnSpc>
            </a:pPr>
            <a:endParaRPr lang="en-US" altLang="zh-CN" dirty="0" smtClean="0">
              <a:latin typeface="宋体" pitchFamily="2" charset="-122"/>
            </a:endParaRPr>
          </a:p>
          <a:p>
            <a:pPr marL="609600" indent="-609600" eaLnBrk="1" hangingPunct="1">
              <a:lnSpc>
                <a:spcPct val="90000"/>
              </a:lnSpc>
            </a:pPr>
            <a:r>
              <a:rPr lang="zh-CN" altLang="en-US" dirty="0" smtClean="0">
                <a:latin typeface="宋体" pitchFamily="2" charset="-122"/>
              </a:rPr>
              <a:t>对应角度为</a:t>
            </a:r>
            <a:r>
              <a:rPr lang="zh-CN" altLang="en-US" dirty="0" smtClean="0">
                <a:solidFill>
                  <a:srgbClr val="C00000"/>
                </a:solidFill>
                <a:latin typeface="宋体" pitchFamily="2" charset="-122"/>
              </a:rPr>
              <a:t>布儒斯特角</a:t>
            </a:r>
            <a:r>
              <a:rPr lang="zh-CN" altLang="en-US" dirty="0" smtClean="0">
                <a:latin typeface="宋体" pitchFamily="2" charset="-122"/>
              </a:rPr>
              <a:t>，记为   。                </a:t>
            </a:r>
          </a:p>
          <a:p>
            <a:pPr marL="609600" indent="-609600" algn="r" eaLnBrk="1" hangingPunct="1">
              <a:lnSpc>
                <a:spcPct val="90000"/>
              </a:lnSpc>
            </a:pPr>
            <a:endParaRPr lang="zh-CN" altLang="en-US" dirty="0" smtClean="0">
              <a:latin typeface="宋体" pitchFamily="2" charset="-122"/>
            </a:endParaRPr>
          </a:p>
          <a:p>
            <a:pPr marL="609600" indent="-609600" algn="r" eaLnBrk="1" hangingPunct="1">
              <a:lnSpc>
                <a:spcPct val="90000"/>
              </a:lnSpc>
            </a:pPr>
            <a:r>
              <a:rPr lang="zh-CN" altLang="en-US" dirty="0" smtClean="0">
                <a:latin typeface="宋体" pitchFamily="2" charset="-122"/>
              </a:rPr>
              <a:t>（</a:t>
            </a:r>
            <a:r>
              <a:rPr lang="en-US" altLang="zh-CN" dirty="0" smtClean="0">
                <a:latin typeface="宋体" pitchFamily="2" charset="-122"/>
              </a:rPr>
              <a:t>4.153</a:t>
            </a:r>
            <a:r>
              <a:rPr lang="zh-CN" altLang="en-US" dirty="0" smtClean="0">
                <a:latin typeface="宋体" pitchFamily="2" charset="-122"/>
              </a:rPr>
              <a:t>）</a:t>
            </a:r>
          </a:p>
        </p:txBody>
      </p:sp>
      <p:sp>
        <p:nvSpPr>
          <p:cNvPr id="76804" name="Rectangle 5"/>
          <p:cNvSpPr>
            <a:spLocks noChangeArrowheads="1"/>
          </p:cNvSpPr>
          <p:nvPr/>
        </p:nvSpPr>
        <p:spPr bwMode="auto">
          <a:xfrm>
            <a:off x="0" y="230493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76805" name="Object 4"/>
          <p:cNvGraphicFramePr>
            <a:graphicFrameLocks noChangeAspect="1"/>
          </p:cNvGraphicFramePr>
          <p:nvPr>
            <p:extLst>
              <p:ext uri="{D42A27DB-BD31-4B8C-83A1-F6EECF244321}">
                <p14:modId xmlns:p14="http://schemas.microsoft.com/office/powerpoint/2010/main" val="1771170480"/>
              </p:ext>
            </p:extLst>
          </p:nvPr>
        </p:nvGraphicFramePr>
        <p:xfrm>
          <a:off x="6804248" y="3246826"/>
          <a:ext cx="427038" cy="367904"/>
        </p:xfrm>
        <a:graphic>
          <a:graphicData uri="http://schemas.openxmlformats.org/presentationml/2006/ole">
            <mc:AlternateContent xmlns:mc="http://schemas.openxmlformats.org/markup-compatibility/2006">
              <mc:Choice xmlns:v="urn:schemas-microsoft-com:vml" Requires="v">
                <p:oleObj spid="_x0000_s366603" name="公式" r:id="rId3" imgW="190335" imgH="215713" progId="Equation.3">
                  <p:embed/>
                </p:oleObj>
              </mc:Choice>
              <mc:Fallback>
                <p:oleObj name="公式" r:id="rId3" imgW="190335" imgH="215713" progId="Equation.3">
                  <p:embed/>
                  <p:pic>
                    <p:nvPicPr>
                      <p:cNvPr id="7680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4248" y="3246826"/>
                        <a:ext cx="427038" cy="3679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6806" name="Rectangle 7"/>
          <p:cNvSpPr>
            <a:spLocks noChangeArrowheads="1"/>
          </p:cNvSpPr>
          <p:nvPr/>
        </p:nvSpPr>
        <p:spPr bwMode="auto">
          <a:xfrm>
            <a:off x="0" y="22049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76807" name="Object 6"/>
          <p:cNvGraphicFramePr>
            <a:graphicFrameLocks noChangeAspect="1"/>
          </p:cNvGraphicFramePr>
          <p:nvPr>
            <p:extLst>
              <p:ext uri="{D42A27DB-BD31-4B8C-83A1-F6EECF244321}">
                <p14:modId xmlns:p14="http://schemas.microsoft.com/office/powerpoint/2010/main" val="3407659994"/>
              </p:ext>
            </p:extLst>
          </p:nvPr>
        </p:nvGraphicFramePr>
        <p:xfrm>
          <a:off x="1259632" y="3723878"/>
          <a:ext cx="5257800" cy="885825"/>
        </p:xfrm>
        <a:graphic>
          <a:graphicData uri="http://schemas.openxmlformats.org/presentationml/2006/ole">
            <mc:AlternateContent xmlns:mc="http://schemas.openxmlformats.org/markup-compatibility/2006">
              <mc:Choice xmlns:v="urn:schemas-microsoft-com:vml" Requires="v">
                <p:oleObj spid="_x0000_s366604" name="公式" r:id="rId5" imgW="2159000" imgH="482600" progId="Equation.3">
                  <p:embed/>
                </p:oleObj>
              </mc:Choice>
              <mc:Fallback>
                <p:oleObj name="公式" r:id="rId5" imgW="2159000" imgH="482600" progId="Equation.3">
                  <p:embed/>
                  <p:pic>
                    <p:nvPicPr>
                      <p:cNvPr id="7680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9632" y="3723878"/>
                        <a:ext cx="5257800" cy="885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3988546299"/>
              </p:ext>
            </p:extLst>
          </p:nvPr>
        </p:nvGraphicFramePr>
        <p:xfrm>
          <a:off x="1682750" y="2580843"/>
          <a:ext cx="2813050" cy="355600"/>
        </p:xfrm>
        <a:graphic>
          <a:graphicData uri="http://schemas.openxmlformats.org/presentationml/2006/ole">
            <mc:AlternateContent xmlns:mc="http://schemas.openxmlformats.org/markup-compatibility/2006">
              <mc:Choice xmlns:v="urn:schemas-microsoft-com:vml" Requires="v">
                <p:oleObj spid="_x0000_s366605" name="公式" r:id="rId7" imgW="2209680" imgH="279360" progId="Equation.3">
                  <p:embed/>
                </p:oleObj>
              </mc:Choice>
              <mc:Fallback>
                <p:oleObj name="公式" r:id="rId7" imgW="2209680" imgH="279360" progId="Equation.3">
                  <p:embed/>
                  <p:pic>
                    <p:nvPicPr>
                      <p:cNvPr id="2" name="对象 1"/>
                      <p:cNvPicPr/>
                      <p:nvPr/>
                    </p:nvPicPr>
                    <p:blipFill>
                      <a:blip r:embed="rId8"/>
                      <a:stretch>
                        <a:fillRect/>
                      </a:stretch>
                    </p:blipFill>
                    <p:spPr>
                      <a:xfrm>
                        <a:off x="1682750" y="2580843"/>
                        <a:ext cx="2813050" cy="355600"/>
                      </a:xfrm>
                      <a:prstGeom prst="rect">
                        <a:avLst/>
                      </a:prstGeom>
                    </p:spPr>
                  </p:pic>
                </p:oleObj>
              </mc:Fallback>
            </mc:AlternateContent>
          </a:graphicData>
        </a:graphic>
      </p:graphicFrame>
    </p:spTree>
    <p:extLst>
      <p:ext uri="{BB962C8B-B14F-4D97-AF65-F5344CB8AC3E}">
        <p14:creationId xmlns:p14="http://schemas.microsoft.com/office/powerpoint/2010/main" val="18284823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BLUEPRNT">
  <a:themeElements>
    <a:clrScheme name="BLUEPRNT 2">
      <a:dk1>
        <a:srgbClr val="40458C"/>
      </a:dk1>
      <a:lt1>
        <a:srgbClr val="FFFFFF"/>
      </a:lt1>
      <a:dk2>
        <a:srgbClr val="9900CC"/>
      </a:dk2>
      <a:lt2>
        <a:srgbClr val="1B285F"/>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BLUEPRNT">
      <a:majorFont>
        <a:latin typeface="华文新魏"/>
        <a:ea typeface="华文新魏"/>
        <a:cs typeface="Tahoma"/>
      </a:majorFont>
      <a:minorFont>
        <a:latin typeface="Times New Roman"/>
        <a:ea typeface="宋体"/>
        <a:cs typeface="Taho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UEPR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NT 2">
        <a:dk1>
          <a:srgbClr val="40458C"/>
        </a:dk1>
        <a:lt1>
          <a:srgbClr val="FFFFFF"/>
        </a:lt1>
        <a:dk2>
          <a:srgbClr val="9900CC"/>
        </a:dk2>
        <a:lt2>
          <a:srgbClr val="1B285F"/>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NT 3">
        <a:dk1>
          <a:srgbClr val="000000"/>
        </a:dk1>
        <a:lt1>
          <a:srgbClr val="FFFFFF"/>
        </a:lt1>
        <a:dk2>
          <a:srgbClr val="4D4D4D"/>
        </a:dk2>
        <a:lt2>
          <a:srgbClr val="333333"/>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NT 4">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NT 5">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NT 6">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NT 7">
        <a:dk1>
          <a:srgbClr val="003D62"/>
        </a:dk1>
        <a:lt1>
          <a:srgbClr val="E3F0F9"/>
        </a:lt1>
        <a:dk2>
          <a:srgbClr val="006699"/>
        </a:dk2>
        <a:lt2>
          <a:srgbClr val="000000"/>
        </a:lt2>
        <a:accent1>
          <a:srgbClr val="9AC0EA"/>
        </a:accent1>
        <a:accent2>
          <a:srgbClr val="80C3C8"/>
        </a:accent2>
        <a:accent3>
          <a:srgbClr val="EFF6FB"/>
        </a:accent3>
        <a:accent4>
          <a:srgbClr val="003353"/>
        </a:accent4>
        <a:accent5>
          <a:srgbClr val="CADCF3"/>
        </a:accent5>
        <a:accent6>
          <a:srgbClr val="73B0B5"/>
        </a:accent6>
        <a:hlink>
          <a:srgbClr val="81ABCB"/>
        </a:hlink>
        <a:folHlink>
          <a:srgbClr val="FFFFFF"/>
        </a:folHlink>
      </a:clrScheme>
      <a:clrMap bg1="lt1" tx1="dk1" bg2="lt2" tx2="dk2" accent1="accent1" accent2="accent2" accent3="accent3" accent4="accent4" accent5="accent5" accent6="accent6" hlink="hlink" folHlink="folHlink"/>
    </a:extraClrScheme>
    <a:extraClrScheme>
      <a:clrScheme name="BLUEPRNT 8">
        <a:dk1>
          <a:srgbClr val="003D62"/>
        </a:dk1>
        <a:lt1>
          <a:srgbClr val="FFFFFF"/>
        </a:lt1>
        <a:dk2>
          <a:srgbClr val="006699"/>
        </a:dk2>
        <a:lt2>
          <a:srgbClr val="000000"/>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
      <a:clrScheme name="BLUEPRNT 9">
        <a:dk1>
          <a:srgbClr val="333300"/>
        </a:dk1>
        <a:lt1>
          <a:srgbClr val="FFFFFF"/>
        </a:lt1>
        <a:dk2>
          <a:srgbClr val="663300"/>
        </a:dk2>
        <a:lt2>
          <a:srgbClr val="000000"/>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3624</TotalTime>
  <Words>8397</Words>
  <Application>Microsoft Office PowerPoint</Application>
  <PresentationFormat>全屏显示(16:9)</PresentationFormat>
  <Paragraphs>1324</Paragraphs>
  <Slides>267</Slides>
  <Notes>8</Notes>
  <HiddenSlides>0</HiddenSlides>
  <MMClips>0</MMClips>
  <ScaleCrop>false</ScaleCrop>
  <HeadingPairs>
    <vt:vector size="8" baseType="variant">
      <vt:variant>
        <vt:lpstr>已用的字体</vt:lpstr>
      </vt:variant>
      <vt:variant>
        <vt:i4>26</vt:i4>
      </vt:variant>
      <vt:variant>
        <vt:lpstr>主题</vt:lpstr>
      </vt:variant>
      <vt:variant>
        <vt:i4>1</vt:i4>
      </vt:variant>
      <vt:variant>
        <vt:lpstr>嵌入 OLE 服务器</vt:lpstr>
      </vt:variant>
      <vt:variant>
        <vt:i4>3</vt:i4>
      </vt:variant>
      <vt:variant>
        <vt:lpstr>幻灯片标题</vt:lpstr>
      </vt:variant>
      <vt:variant>
        <vt:i4>267</vt:i4>
      </vt:variant>
    </vt:vector>
  </HeadingPairs>
  <TitlesOfParts>
    <vt:vector size="297" baseType="lpstr">
      <vt:lpstr>FontAwesome</vt:lpstr>
      <vt:lpstr>Helvetica Light</vt:lpstr>
      <vt:lpstr>HGB6X_CNKI</vt:lpstr>
      <vt:lpstr>Lato Regular</vt:lpstr>
      <vt:lpstr>Microsoft JhengHei UI</vt:lpstr>
      <vt:lpstr>方正舒体</vt:lpstr>
      <vt:lpstr>仿宋_GB2312</vt:lpstr>
      <vt:lpstr>黑体</vt:lpstr>
      <vt:lpstr>华文行楷</vt:lpstr>
      <vt:lpstr>华文隶书</vt:lpstr>
      <vt:lpstr>华文新魏</vt:lpstr>
      <vt:lpstr>楷体_GB2312</vt:lpstr>
      <vt:lpstr>隶书</vt:lpstr>
      <vt:lpstr>宋体</vt:lpstr>
      <vt:lpstr>微软雅黑</vt:lpstr>
      <vt:lpstr>Arial</vt:lpstr>
      <vt:lpstr>Arial</vt:lpstr>
      <vt:lpstr>Book Antiqua</vt:lpstr>
      <vt:lpstr>Calibri</vt:lpstr>
      <vt:lpstr>Cambria Math</vt:lpstr>
      <vt:lpstr>Comic Sans MS</vt:lpstr>
      <vt:lpstr>Gabriola</vt:lpstr>
      <vt:lpstr>Tahoma</vt:lpstr>
      <vt:lpstr>Times New Roman</vt:lpstr>
      <vt:lpstr>Verdana</vt:lpstr>
      <vt:lpstr>Wingdings</vt:lpstr>
      <vt:lpstr>BLUEPRNT</vt:lpstr>
      <vt:lpstr>公式</vt:lpstr>
      <vt:lpstr>Equation</vt:lpstr>
      <vt:lpstr>Microsoft 公式 3.0</vt:lpstr>
      <vt:lpstr> </vt:lpstr>
      <vt:lpstr> </vt:lpstr>
      <vt:lpstr> </vt:lpstr>
      <vt:lpstr> </vt:lpstr>
      <vt:lpstr> </vt:lpstr>
      <vt:lpstr> </vt:lpstr>
      <vt:lpstr> </vt:lpstr>
      <vt:lpstr> </vt:lpstr>
      <vt:lpstr> </vt:lpstr>
      <vt:lpstr>1.2 矢量场的散度</vt:lpstr>
      <vt:lpstr>PowerPoint 演示文稿</vt:lpstr>
      <vt:lpstr> </vt:lpstr>
      <vt:lpstr> </vt:lpstr>
      <vt:lpstr> </vt:lpstr>
      <vt:lpstr> </vt:lpstr>
      <vt:lpstr> </vt:lpstr>
      <vt:lpstr> </vt:lpstr>
      <vt:lpstr> </vt:lpstr>
      <vt:lpstr>1.3  矢量场的旋度</vt:lpstr>
      <vt:lpstr> </vt:lpstr>
      <vt:lpstr>PowerPoint 演示文稿</vt:lpstr>
      <vt:lpstr> </vt:lpstr>
      <vt:lpstr> </vt:lpstr>
      <vt:lpstr> </vt:lpstr>
      <vt:lpstr> </vt:lpstr>
      <vt:lpstr>1.4.3 标量场的方向导数</vt:lpstr>
      <vt:lpstr> </vt:lpstr>
      <vt:lpstr> </vt:lpstr>
      <vt:lpstr> </vt:lpstr>
      <vt:lpstr> </vt:lpstr>
      <vt:lpstr>PowerPoint 演示文稿</vt:lpstr>
      <vt:lpstr>PowerPoint 演示文稿</vt:lpstr>
      <vt:lpstr>  1.5  亥姆霍兹定理</vt:lpstr>
      <vt:lpstr> </vt:lpstr>
      <vt:lpstr>PowerPoint 演示文稿</vt:lpstr>
      <vt:lpstr>PowerPoint 演示文稿</vt:lpstr>
      <vt:lpstr>PowerPoint 演示文稿</vt:lpstr>
      <vt:lpstr>PowerPoint 演示文稿</vt:lpstr>
      <vt:lpstr>1.6  常用坐标系</vt:lpstr>
      <vt:lpstr>PowerPoint 演示文稿</vt:lpstr>
      <vt:lpstr>PowerPoint 演示文稿</vt:lpstr>
      <vt:lpstr> </vt:lpstr>
      <vt:lpstr>PowerPoint 演示文稿</vt:lpstr>
      <vt:lpstr>PowerPoint 演示文稿</vt:lpstr>
      <vt:lpstr>单位矢量的关系</vt:lpstr>
      <vt:lpstr>PowerPoint 演示文稿</vt:lpstr>
      <vt:lpstr> </vt:lpstr>
      <vt:lpstr> </vt:lpstr>
      <vt:lpstr>PowerPoint 演示文稿</vt:lpstr>
      <vt:lpstr>PowerPoint 演示文稿</vt:lpstr>
      <vt:lpstr> </vt:lpstr>
      <vt:lpstr>PowerPoint 演示文稿</vt:lpstr>
      <vt:lpstr>单位矢量关系</vt:lpstr>
      <vt:lpstr>PowerPoint 演示文稿</vt:lpstr>
      <vt:lpstr> </vt:lpstr>
      <vt:lpstr>PowerPoint 演示文稿</vt:lpstr>
      <vt:lpstr> </vt:lpstr>
      <vt:lpstr>PowerPoint 演示文稿</vt:lpstr>
      <vt:lpstr>PowerPoint 演示文稿</vt:lpstr>
      <vt:lpstr>          1. 体电荷分布</vt:lpstr>
      <vt:lpstr>          1.体电流分布 </vt:lpstr>
      <vt:lpstr> </vt:lpstr>
      <vt:lpstr> </vt:lpstr>
      <vt:lpstr> </vt:lpstr>
      <vt:lpstr> </vt:lpstr>
      <vt:lpstr> 各种电荷的电场</vt:lpstr>
      <vt:lpstr> </vt:lpstr>
      <vt:lpstr> </vt:lpstr>
      <vt:lpstr> </vt:lpstr>
      <vt:lpstr> </vt:lpstr>
      <vt:lpstr>PowerPoint 演示文稿</vt:lpstr>
      <vt:lpstr>PowerPoint 演示文稿</vt:lpstr>
      <vt:lpstr>PowerPoint 演示文稿</vt:lpstr>
      <vt:lpstr>PowerPoint 演示文稿</vt:lpstr>
      <vt:lpstr>PowerPoint 演示文稿</vt:lpstr>
      <vt:lpstr>  2.2  静电场</vt:lpstr>
      <vt:lpstr> </vt:lpstr>
      <vt:lpstr>PowerPoint 演示文稿</vt:lpstr>
      <vt:lpstr> </vt:lpstr>
      <vt:lpstr> </vt:lpstr>
      <vt:lpstr> </vt:lpstr>
      <vt:lpstr> </vt:lpstr>
      <vt:lpstr> </vt:lpstr>
      <vt:lpstr> </vt:lpstr>
      <vt:lpstr> </vt:lpstr>
      <vt:lpstr> </vt:lpstr>
      <vt:lpstr> </vt:lpstr>
      <vt:lpstr> </vt:lpstr>
      <vt:lpstr> </vt:lpstr>
      <vt:lpstr>PowerPoint 演示文稿</vt:lpstr>
      <vt:lpstr>2.2.3 电介质中的高斯定理及边界条件</vt:lpstr>
      <vt:lpstr>静电场中的导体</vt:lpstr>
      <vt:lpstr>1.电介质中的高斯定理</vt:lpstr>
      <vt:lpstr>PowerPoint 演示文稿</vt:lpstr>
      <vt:lpstr> </vt:lpstr>
      <vt:lpstr>PowerPoint 演示文稿</vt:lpstr>
      <vt:lpstr> </vt:lpstr>
      <vt:lpstr> </vt:lpstr>
      <vt:lpstr> </vt:lpstr>
      <vt:lpstr> </vt:lpstr>
      <vt:lpstr> </vt:lpstr>
      <vt:lpstr> </vt:lpstr>
      <vt:lpstr>PowerPoint 演示文稿</vt:lpstr>
      <vt:lpstr> </vt:lpstr>
      <vt:lpstr> </vt:lpstr>
      <vt:lpstr> </vt:lpstr>
      <vt:lpstr> </vt:lpstr>
      <vt:lpstr> </vt:lpstr>
      <vt:lpstr> </vt:lpstr>
      <vt:lpstr> </vt:lpstr>
      <vt:lpstr>  </vt:lpstr>
      <vt:lpstr> </vt:lpstr>
      <vt:lpstr>2.3.2  导电媒质中的传导电流</vt:lpstr>
      <vt:lpstr> </vt:lpstr>
      <vt:lpstr> </vt:lpstr>
      <vt:lpstr> </vt:lpstr>
      <vt:lpstr> </vt:lpstr>
      <vt:lpstr> </vt:lpstr>
      <vt:lpstr> </vt:lpstr>
      <vt:lpstr>  2.4  恒定磁场</vt:lpstr>
      <vt:lpstr>PowerPoint 演示文稿</vt:lpstr>
      <vt:lpstr> </vt:lpstr>
      <vt:lpstr> </vt:lpstr>
      <vt:lpstr>PowerPoint 演示文稿</vt:lpstr>
      <vt:lpstr>PowerPoint 演示文稿</vt:lpstr>
      <vt:lpstr>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 </vt:lpstr>
      <vt:lpstr> </vt:lpstr>
      <vt:lpstr>PowerPoint 演示文稿</vt:lpstr>
      <vt:lpstr>PowerPoint 演示文稿</vt:lpstr>
      <vt:lpstr>PowerPoint 演示文稿</vt:lpstr>
      <vt:lpstr>3.1.2 位移电流</vt:lpstr>
      <vt:lpstr>PowerPoint 演示文稿</vt:lpstr>
      <vt:lpstr> </vt:lpstr>
      <vt:lpstr> </vt:lpstr>
      <vt:lpstr>PowerPoint 演示文稿</vt:lpstr>
      <vt:lpstr> </vt:lpstr>
      <vt:lpstr> </vt:lpstr>
      <vt:lpstr>PowerPoint 演示文稿</vt:lpstr>
      <vt:lpstr> </vt:lpstr>
      <vt:lpstr>  3.2  边界条件</vt:lpstr>
      <vt:lpstr> </vt:lpstr>
      <vt:lpstr> </vt:lpstr>
      <vt:lpstr> </vt:lpstr>
      <vt:lpstr> </vt:lpstr>
      <vt:lpstr> 3.3  坡印廷定理</vt:lpstr>
      <vt:lpstr>PowerPoint 演示文稿</vt:lpstr>
      <vt:lpstr>PowerPoint 演示文稿</vt:lpstr>
      <vt:lpstr> </vt:lpstr>
      <vt:lpstr>PowerPoint 演示文稿</vt:lpstr>
      <vt:lpstr>PowerPoint 演示文稿</vt:lpstr>
      <vt:lpstr>PowerPoint 演示文稿</vt:lpstr>
      <vt:lpstr>3.5  时谐电磁场</vt:lpstr>
      <vt:lpstr>PowerPoint 演示文稿</vt:lpstr>
      <vt:lpstr> </vt:lpstr>
      <vt:lpstr>3.5.2 复数形式的麦克斯韦方程组和亥姆霍兹方程</vt:lpstr>
      <vt:lpstr>PowerPoint 演示文稿</vt:lpstr>
      <vt:lpstr> </vt:lpstr>
      <vt:lpstr> </vt:lpstr>
      <vt:lpstr> 3.5.3 平均能流密度矢量</vt:lpstr>
      <vt:lpstr> </vt:lpstr>
      <vt:lpstr>PowerPoint 演示文稿</vt:lpstr>
      <vt:lpstr> </vt:lpstr>
      <vt:lpstr>PowerPoint 演示文稿</vt:lpstr>
      <vt:lpstr>4.1  无界理想介质中的均匀平面波</vt:lpstr>
      <vt:lpstr>PowerPoint 演示文稿</vt:lpstr>
      <vt:lpstr> </vt:lpstr>
      <vt:lpstr>PowerPoint 演示文稿</vt:lpstr>
      <vt:lpstr> </vt:lpstr>
      <vt:lpstr>PowerPoint 演示文稿</vt:lpstr>
      <vt:lpstr>PowerPoint 演示文稿</vt:lpstr>
      <vt:lpstr> </vt:lpstr>
      <vt:lpstr>PowerPoint 演示文稿</vt:lpstr>
      <vt:lpstr> </vt:lpstr>
      <vt:lpstr>与波的传播有关的物理量</vt:lpstr>
      <vt:lpstr> </vt:lpstr>
      <vt:lpstr>PowerPoint 演示文稿</vt:lpstr>
      <vt:lpstr>PowerPoint 演示文稿</vt:lpstr>
      <vt:lpstr>理想介质中均匀平面波的特点</vt:lpstr>
      <vt:lpstr>PowerPoint 演示文稿</vt:lpstr>
      <vt:lpstr>PowerPoint 演示文稿</vt:lpstr>
      <vt:lpstr>4.2  波的极化</vt:lpstr>
      <vt:lpstr>PowerPoint 演示文稿</vt:lpstr>
      <vt:lpstr>  波的极化状态</vt:lpstr>
      <vt:lpstr>   4.2.1  线极化</vt:lpstr>
      <vt:lpstr>PowerPoint 演示文稿</vt:lpstr>
      <vt:lpstr> </vt:lpstr>
      <vt:lpstr>PowerPoint 演示文稿</vt:lpstr>
      <vt:lpstr>右旋、左旋圆极化波</vt:lpstr>
      <vt:lpstr>PowerPoint 演示文稿</vt:lpstr>
      <vt:lpstr> </vt:lpstr>
      <vt:lpstr>PowerPoint 演示文稿</vt:lpstr>
      <vt:lpstr>4.3  无界损耗媒质中的均匀平面波 </vt:lpstr>
      <vt:lpstr>PowerPoint 演示文稿</vt:lpstr>
      <vt:lpstr>PowerPoint 演示文稿</vt:lpstr>
      <vt:lpstr>PowerPoint 演示文稿</vt:lpstr>
      <vt:lpstr>PowerPoint 演示文稿</vt:lpstr>
      <vt:lpstr>4.3.3  良介质和良导体中的参数</vt:lpstr>
      <vt:lpstr> </vt:lpstr>
      <vt:lpstr> </vt:lpstr>
      <vt:lpstr> </vt:lpstr>
      <vt:lpstr>PowerPoint 演示文稿</vt:lpstr>
      <vt:lpstr>PowerPoint 演示文稿</vt:lpstr>
      <vt:lpstr> </vt:lpstr>
      <vt:lpstr>4.4  均匀平面波对 平面分界面的垂直入射</vt:lpstr>
      <vt:lpstr>4.4.1  对理想导体平面的垂直入射</vt:lpstr>
      <vt:lpstr> </vt:lpstr>
      <vt:lpstr> </vt:lpstr>
      <vt:lpstr> </vt:lpstr>
      <vt:lpstr> </vt:lpstr>
      <vt:lpstr>PowerPoint 演示文稿</vt:lpstr>
      <vt:lpstr> </vt:lpstr>
      <vt:lpstr>对理想导体的垂直入射性质</vt:lpstr>
      <vt:lpstr>PowerPoint 演示文稿</vt:lpstr>
      <vt:lpstr>4.4.2   对理想介质平面的垂直入射</vt:lpstr>
      <vt:lpstr>PowerPoint 演示文稿</vt:lpstr>
      <vt:lpstr>PowerPoint 演示文稿</vt:lpstr>
      <vt:lpstr> </vt:lpstr>
      <vt:lpstr>PowerPoint 演示文稿</vt:lpstr>
      <vt:lpstr> </vt:lpstr>
      <vt:lpstr>PowerPoint 演示文稿</vt:lpstr>
      <vt:lpstr>PowerPoint 演示文稿</vt:lpstr>
      <vt:lpstr> </vt:lpstr>
      <vt:lpstr>PowerPoint 演示文稿</vt:lpstr>
      <vt:lpstr> </vt:lpstr>
      <vt:lpstr> </vt:lpstr>
      <vt:lpstr> </vt:lpstr>
      <vt:lpstr> </vt:lpstr>
      <vt:lpstr> </vt:lpstr>
      <vt:lpstr> </vt:lpstr>
      <vt:lpstr> </vt:lpstr>
      <vt:lpstr> </vt:lpstr>
      <vt:lpstr>4.5  均匀平面波对平面分界面的                         斜入射 </vt:lpstr>
      <vt:lpstr>PowerPoint 演示文稿</vt:lpstr>
      <vt:lpstr> </vt:lpstr>
      <vt:lpstr> </vt:lpstr>
      <vt:lpstr> </vt:lpstr>
      <vt:lpstr> </vt:lpstr>
      <vt:lpstr> </vt:lpstr>
      <vt:lpstr>思考：</vt:lpstr>
      <vt:lpstr>PowerPoint 演示文稿</vt:lpstr>
      <vt:lpstr>PowerPoint 演示文稿</vt:lpstr>
      <vt:lpstr>PowerPoint 演示文稿</vt:lpstr>
      <vt:lpstr> </vt:lpstr>
      <vt:lpstr> </vt:lpstr>
      <vt:lpstr> 4.5.2  对理想介质平面的斜入射</vt:lpstr>
      <vt:lpstr>PowerPoint 演示文稿</vt:lpstr>
      <vt:lpstr> </vt:lpstr>
      <vt:lpstr>PowerPoint 演示文稿</vt:lpstr>
      <vt:lpstr>再讨论磁场</vt:lpstr>
      <vt:lpstr> </vt:lpstr>
      <vt:lpstr>PowerPoint 演示文稿</vt:lpstr>
      <vt:lpstr> </vt:lpstr>
      <vt:lpstr>PowerPoint 演示文稿</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houying</dc:creator>
  <cp:lastModifiedBy>zyf</cp:lastModifiedBy>
  <cp:revision>155</cp:revision>
  <cp:lastPrinted>1601-01-01T00:00:00Z</cp:lastPrinted>
  <dcterms:created xsi:type="dcterms:W3CDTF">2007-11-12T01:57:52Z</dcterms:created>
  <dcterms:modified xsi:type="dcterms:W3CDTF">2025-05-28T16:17:15Z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